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3716000" cy="85740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327600"/>
            <a:ext cx="12344040" cy="13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85800" y="1921680"/>
            <a:ext cx="12344040" cy="476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327600"/>
            <a:ext cx="12344040" cy="13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21680"/>
            <a:ext cx="12344040" cy="476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jpeg"/><Relationship Id="rId7" Type="http://schemas.openxmlformats.org/officeDocument/2006/relationships/image" Target="../media/image20.jpeg"/><Relationship Id="rId8" Type="http://schemas.openxmlformats.org/officeDocument/2006/relationships/image" Target="../media/image21.jpeg"/><Relationship Id="rId9" Type="http://schemas.openxmlformats.org/officeDocument/2006/relationships/image" Target="../media/image22.jpeg"/><Relationship Id="rId10" Type="http://schemas.openxmlformats.org/officeDocument/2006/relationships/image" Target="../media/image23.jpeg"/><Relationship Id="rId11" Type="http://schemas.openxmlformats.org/officeDocument/2006/relationships/image" Target="../media/image24.jpeg"/><Relationship Id="rId12" Type="http://schemas.openxmlformats.org/officeDocument/2006/relationships/image" Target="../media/image25.jpeg"/><Relationship Id="rId13" Type="http://schemas.openxmlformats.org/officeDocument/2006/relationships/image" Target="../media/image26.jpeg"/><Relationship Id="rId14" Type="http://schemas.openxmlformats.org/officeDocument/2006/relationships/image" Target="../media/image27.jpeg"/><Relationship Id="rId15" Type="http://schemas.openxmlformats.org/officeDocument/2006/relationships/image" Target="../media/image28.jpeg"/><Relationship Id="rId16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jpeg"/><Relationship Id="rId3" Type="http://schemas.openxmlformats.org/officeDocument/2006/relationships/image" Target="../media/image31.jpeg"/><Relationship Id="rId4" Type="http://schemas.openxmlformats.org/officeDocument/2006/relationships/image" Target="../media/image32.jpeg"/><Relationship Id="rId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6.jpeg"/><Relationship Id="rId3" Type="http://schemas.openxmlformats.org/officeDocument/2006/relationships/image" Target="../media/image16.jpeg"/><Relationship Id="rId4" Type="http://schemas.openxmlformats.org/officeDocument/2006/relationships/image" Target="../media/image33.jpeg"/><Relationship Id="rId5" Type="http://schemas.openxmlformats.org/officeDocument/2006/relationships/image" Target="../media/image34.jpeg"/><Relationship Id="rId6" Type="http://schemas.openxmlformats.org/officeDocument/2006/relationships/image" Target="../media/image35.jpeg"/><Relationship Id="rId7" Type="http://schemas.openxmlformats.org/officeDocument/2006/relationships/image" Target="../media/image36.jpeg"/><Relationship Id="rId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7.jpeg"/><Relationship Id="rId3" Type="http://schemas.openxmlformats.org/officeDocument/2006/relationships/image" Target="../media/image37.jpeg"/><Relationship Id="rId4" Type="http://schemas.openxmlformats.org/officeDocument/2006/relationships/image" Target="../media/image38.jpeg"/><Relationship Id="rId5" Type="http://schemas.openxmlformats.org/officeDocument/2006/relationships/image" Target="../media/image39.png"/><Relationship Id="rId6" Type="http://schemas.openxmlformats.org/officeDocument/2006/relationships/image" Target="../media/image40.jpeg"/><Relationship Id="rId7" Type="http://schemas.openxmlformats.org/officeDocument/2006/relationships/image" Target="../media/image41.png"/><Relationship Id="rId8" Type="http://schemas.openxmlformats.org/officeDocument/2006/relationships/image" Target="../media/image42.jpeg"/><Relationship Id="rId9" Type="http://schemas.openxmlformats.org/officeDocument/2006/relationships/image" Target="../media/image43.jpeg"/><Relationship Id="rId10" Type="http://schemas.openxmlformats.org/officeDocument/2006/relationships/image" Target="../media/image43.jpeg"/><Relationship Id="rId11" Type="http://schemas.openxmlformats.org/officeDocument/2006/relationships/image" Target="../media/image43.jpeg"/><Relationship Id="rId1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4.jpeg"/><Relationship Id="rId3" Type="http://schemas.openxmlformats.org/officeDocument/2006/relationships/image" Target="../media/image44.jpeg"/><Relationship Id="rId4" Type="http://schemas.openxmlformats.org/officeDocument/2006/relationships/image" Target="../media/image45.jpeg"/><Relationship Id="rId5" Type="http://schemas.openxmlformats.org/officeDocument/2006/relationships/image" Target="../media/image46.jpeg"/><Relationship Id="rId6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image" Target="../media/image48.jpeg"/><Relationship Id="rId3" Type="http://schemas.openxmlformats.org/officeDocument/2006/relationships/image" Target="../media/image49.jpeg"/><Relationship Id="rId4" Type="http://schemas.openxmlformats.org/officeDocument/2006/relationships/image" Target="../media/image50.jpeg"/><Relationship Id="rId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image" Target="../media/image52.png"/><Relationship Id="rId3" Type="http://schemas.openxmlformats.org/officeDocument/2006/relationships/image" Target="../media/image53.jpeg"/><Relationship Id="rId4" Type="http://schemas.openxmlformats.org/officeDocument/2006/relationships/image" Target="../media/image54.png"/><Relationship Id="rId5" Type="http://schemas.openxmlformats.org/officeDocument/2006/relationships/image" Target="../media/image55.jpeg"/><Relationship Id="rId6" Type="http://schemas.openxmlformats.org/officeDocument/2006/relationships/image" Target="../media/image56.png"/><Relationship Id="rId7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image" Target="../media/image56.png"/><Relationship Id="rId3" Type="http://schemas.openxmlformats.org/officeDocument/2006/relationships/image" Target="../media/image58.jpeg"/><Relationship Id="rId4" Type="http://schemas.openxmlformats.org/officeDocument/2006/relationships/image" Target="../media/image59.jpeg"/><Relationship Id="rId5" Type="http://schemas.openxmlformats.org/officeDocument/2006/relationships/image" Target="../media/image58.jpeg"/><Relationship Id="rId6" Type="http://schemas.openxmlformats.org/officeDocument/2006/relationships/image" Target="../media/image59.jpeg"/><Relationship Id="rId7" Type="http://schemas.openxmlformats.org/officeDocument/2006/relationships/image" Target="../media/image58.jpeg"/><Relationship Id="rId8" Type="http://schemas.openxmlformats.org/officeDocument/2006/relationships/image" Target="../media/image59.jpeg"/><Relationship Id="rId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image" Target="../media/image61.jpeg"/><Relationship Id="rId3" Type="http://schemas.openxmlformats.org/officeDocument/2006/relationships/image" Target="../media/image60.jpeg"/><Relationship Id="rId4" Type="http://schemas.openxmlformats.org/officeDocument/2006/relationships/image" Target="../media/image62.jpeg"/><Relationship Id="rId5" Type="http://schemas.openxmlformats.org/officeDocument/2006/relationships/image" Target="../media/image63.jpeg"/><Relationship Id="rId6" Type="http://schemas.openxmlformats.org/officeDocument/2006/relationships/image" Target="../media/image61.jpeg"/><Relationship Id="rId7" Type="http://schemas.openxmlformats.org/officeDocument/2006/relationships/image" Target="../media/image64.jpeg"/><Relationship Id="rId8" Type="http://schemas.openxmlformats.org/officeDocument/2006/relationships/image" Target="../media/image65.png"/><Relationship Id="rId9" Type="http://schemas.openxmlformats.org/officeDocument/2006/relationships/image" Target="../media/image66.jpeg"/><Relationship Id="rId10" Type="http://schemas.openxmlformats.org/officeDocument/2006/relationships/image" Target="../media/image67.png"/><Relationship Id="rId1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8.jpeg"/><Relationship Id="rId2" Type="http://schemas.openxmlformats.org/officeDocument/2006/relationships/image" Target="../media/image67.png"/><Relationship Id="rId3" Type="http://schemas.openxmlformats.org/officeDocument/2006/relationships/image" Target="../media/image69.jpeg"/><Relationship Id="rId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70.jpeg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1.jpeg"/><Relationship Id="rId2" Type="http://schemas.openxmlformats.org/officeDocument/2006/relationships/image" Target="../media/image72.png"/><Relationship Id="rId3" Type="http://schemas.openxmlformats.org/officeDocument/2006/relationships/image" Target="../media/image73.jpeg"/><Relationship Id="rId4" Type="http://schemas.openxmlformats.org/officeDocument/2006/relationships/image" Target="../media/image74.jpeg"/><Relationship Id="rId5" Type="http://schemas.openxmlformats.org/officeDocument/2006/relationships/image" Target="../media/image75.jpeg"/><Relationship Id="rId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6.jpeg"/><Relationship Id="rId2" Type="http://schemas.openxmlformats.org/officeDocument/2006/relationships/image" Target="../media/image77.jpeg"/><Relationship Id="rId3" Type="http://schemas.openxmlformats.org/officeDocument/2006/relationships/image" Target="../media/image78.png"/><Relationship Id="rId4" Type="http://schemas.openxmlformats.org/officeDocument/2006/relationships/image" Target="../media/image79.jpeg"/><Relationship Id="rId5" Type="http://schemas.openxmlformats.org/officeDocument/2006/relationships/image" Target="../media/image80.jpeg"/><Relationship Id="rId6" Type="http://schemas.openxmlformats.org/officeDocument/2006/relationships/image" Target="../media/image39.png"/><Relationship Id="rId7" Type="http://schemas.openxmlformats.org/officeDocument/2006/relationships/image" Target="../media/image81.jpeg"/><Relationship Id="rId8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2.jpeg"/><Relationship Id="rId2" Type="http://schemas.openxmlformats.org/officeDocument/2006/relationships/image" Target="../media/image83.png"/><Relationship Id="rId3" Type="http://schemas.openxmlformats.org/officeDocument/2006/relationships/image" Target="../media/image84.jpeg"/><Relationship Id="rId4" Type="http://schemas.openxmlformats.org/officeDocument/2006/relationships/image" Target="../media/image85.png"/><Relationship Id="rId5" Type="http://schemas.openxmlformats.org/officeDocument/2006/relationships/image" Target="../media/image86.jpeg"/><Relationship Id="rId6" Type="http://schemas.openxmlformats.org/officeDocument/2006/relationships/image" Target="../media/image86.jpeg"/><Relationship Id="rId7" Type="http://schemas.openxmlformats.org/officeDocument/2006/relationships/image" Target="../media/image86.jpeg"/><Relationship Id="rId8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7.jpeg"/><Relationship Id="rId2" Type="http://schemas.openxmlformats.org/officeDocument/2006/relationships/image" Target="../media/image88.png"/><Relationship Id="rId3" Type="http://schemas.openxmlformats.org/officeDocument/2006/relationships/image" Target="../media/image89.jpeg"/><Relationship Id="rId4" Type="http://schemas.openxmlformats.org/officeDocument/2006/relationships/image" Target="../media/image54.png"/><Relationship Id="rId5" Type="http://schemas.openxmlformats.org/officeDocument/2006/relationships/image" Target="../media/image90.jpeg"/><Relationship Id="rId6" Type="http://schemas.openxmlformats.org/officeDocument/2006/relationships/image" Target="../media/image91.png"/><Relationship Id="rId7" Type="http://schemas.openxmlformats.org/officeDocument/2006/relationships/image" Target="../media/image92.jpeg"/><Relationship Id="rId8" Type="http://schemas.openxmlformats.org/officeDocument/2006/relationships/image" Target="../media/image93.png"/><Relationship Id="rId9" Type="http://schemas.openxmlformats.org/officeDocument/2006/relationships/image" Target="../media/image94.jpeg"/><Relationship Id="rId10" Type="http://schemas.openxmlformats.org/officeDocument/2006/relationships/image" Target="../media/image95.jpeg"/><Relationship Id="rId11" Type="http://schemas.openxmlformats.org/officeDocument/2006/relationships/image" Target="../media/image96.png"/><Relationship Id="rId1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97.jpeg"/><Relationship Id="rId2" Type="http://schemas.openxmlformats.org/officeDocument/2006/relationships/image" Target="../media/image93.png"/><Relationship Id="rId3" Type="http://schemas.openxmlformats.org/officeDocument/2006/relationships/image" Target="../media/image98.jpeg"/><Relationship Id="rId4" Type="http://schemas.openxmlformats.org/officeDocument/2006/relationships/image" Target="../media/image99.png"/><Relationship Id="rId5" Type="http://schemas.openxmlformats.org/officeDocument/2006/relationships/image" Target="../media/image100.jpeg"/><Relationship Id="rId6" Type="http://schemas.openxmlformats.org/officeDocument/2006/relationships/image" Target="../media/image41.png"/><Relationship Id="rId7" Type="http://schemas.openxmlformats.org/officeDocument/2006/relationships/image" Target="../media/image101.jpeg"/><Relationship Id="rId8" Type="http://schemas.openxmlformats.org/officeDocument/2006/relationships/image" Target="../media/image39.png"/><Relationship Id="rId9" Type="http://schemas.openxmlformats.org/officeDocument/2006/relationships/image" Target="../media/image102.jpeg"/><Relationship Id="rId10" Type="http://schemas.openxmlformats.org/officeDocument/2006/relationships/image" Target="../media/image96.png"/><Relationship Id="rId11" Type="http://schemas.openxmlformats.org/officeDocument/2006/relationships/image" Target="../media/image103.jpeg"/><Relationship Id="rId12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4.jpeg"/><Relationship Id="rId2" Type="http://schemas.openxmlformats.org/officeDocument/2006/relationships/image" Target="../media/image105.jpeg"/><Relationship Id="rId3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06.jpeg"/><Relationship Id="rId2" Type="http://schemas.openxmlformats.org/officeDocument/2006/relationships/image" Target="../media/image107.jpeg"/><Relationship Id="rId3" Type="http://schemas.openxmlformats.org/officeDocument/2006/relationships/image" Target="../media/image106.jpeg"/><Relationship Id="rId4" Type="http://schemas.openxmlformats.org/officeDocument/2006/relationships/image" Target="../media/image107.jpeg"/><Relationship Id="rId5" Type="http://schemas.openxmlformats.org/officeDocument/2006/relationships/image" Target="../media/image108.jpeg"/><Relationship Id="rId6" Type="http://schemas.openxmlformats.org/officeDocument/2006/relationships/image" Target="../media/image108.jpeg"/><Relationship Id="rId7" Type="http://schemas.openxmlformats.org/officeDocument/2006/relationships/image" Target="../media/image108.jpeg"/><Relationship Id="rId8" Type="http://schemas.openxmlformats.org/officeDocument/2006/relationships/image" Target="../media/image109.jpeg"/><Relationship Id="rId9" Type="http://schemas.openxmlformats.org/officeDocument/2006/relationships/image" Target="../media/image110.jpeg"/><Relationship Id="rId10" Type="http://schemas.openxmlformats.org/officeDocument/2006/relationships/image" Target="../media/image111.jpeg"/><Relationship Id="rId11" Type="http://schemas.openxmlformats.org/officeDocument/2006/relationships/image" Target="../media/image39.png"/><Relationship Id="rId12" Type="http://schemas.openxmlformats.org/officeDocument/2006/relationships/image" Target="../media/image112.jpeg"/><Relationship Id="rId13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3.jpeg"/><Relationship Id="rId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4.jpeg"/><Relationship Id="rId2" Type="http://schemas.openxmlformats.org/officeDocument/2006/relationships/image" Target="../media/image115.jpeg"/><Relationship Id="rId3" Type="http://schemas.openxmlformats.org/officeDocument/2006/relationships/image" Target="../media/image116.jpeg"/><Relationship Id="rId4" Type="http://schemas.openxmlformats.org/officeDocument/2006/relationships/image" Target="../media/image117.jpeg"/><Relationship Id="rId5" Type="http://schemas.openxmlformats.org/officeDocument/2006/relationships/image" Target="../media/image118.jpeg"/><Relationship Id="rId6" Type="http://schemas.openxmlformats.org/officeDocument/2006/relationships/image" Target="../media/image119.jpeg"/><Relationship Id="rId7" Type="http://schemas.openxmlformats.org/officeDocument/2006/relationships/image" Target="../media/image120.jpeg"/><Relationship Id="rId8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21.jpeg"/><Relationship Id="rId2" Type="http://schemas.openxmlformats.org/officeDocument/2006/relationships/image" Target="../media/image121.jpeg"/><Relationship Id="rId3" Type="http://schemas.openxmlformats.org/officeDocument/2006/relationships/image" Target="../media/image121.jpeg"/><Relationship Id="rId4" Type="http://schemas.openxmlformats.org/officeDocument/2006/relationships/image" Target="../media/image122.jpeg"/><Relationship Id="rId5" Type="http://schemas.openxmlformats.org/officeDocument/2006/relationships/image" Target="../media/image123.jpeg"/><Relationship Id="rId6" Type="http://schemas.openxmlformats.org/officeDocument/2006/relationships/image" Target="../media/image124.jpeg"/><Relationship Id="rId7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125.jpeg"/><Relationship Id="rId2" Type="http://schemas.openxmlformats.org/officeDocument/2006/relationships/image" Target="../media/image126.jpeg"/><Relationship Id="rId3" Type="http://schemas.openxmlformats.org/officeDocument/2006/relationships/image" Target="../media/image127.jpeg"/><Relationship Id="rId4" Type="http://schemas.openxmlformats.org/officeDocument/2006/relationships/image" Target="../media/image128.jpeg"/><Relationship Id="rId5" Type="http://schemas.openxmlformats.org/officeDocument/2006/relationships/image" Target="../media/image129.jpeg"/><Relationship Id="rId6" Type="http://schemas.openxmlformats.org/officeDocument/2006/relationships/image" Target="../media/image130.jpeg"/><Relationship Id="rId7" Type="http://schemas.openxmlformats.org/officeDocument/2006/relationships/image" Target="../media/image131.jpeg"/><Relationship Id="rId8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3716000" cy="581040"/>
          </a:xfrm>
          <a:custGeom>
            <a:avLst/>
            <a:gdLst/>
            <a:ahLst/>
            <a:rect l="0" t="0" r="r" b="b"/>
            <a:pathLst>
              <a:path w="38100" h="1614">
                <a:moveTo>
                  <a:pt x="0" y="0"/>
                </a:moveTo>
                <a:lnTo>
                  <a:pt x="38100" y="0"/>
                </a:lnTo>
                <a:lnTo>
                  <a:pt x="38100" y="1614"/>
                </a:lnTo>
                <a:lnTo>
                  <a:pt x="0" y="1614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571320"/>
            <a:ext cx="13716000" cy="9720"/>
          </a:xfrm>
          <a:custGeom>
            <a:avLst/>
            <a:gdLst/>
            <a:ahLst/>
            <a:rect l="0" t="0" r="r" b="b"/>
            <a:pathLst>
              <a:path w="38100" h="27">
                <a:moveTo>
                  <a:pt x="0" y="0"/>
                </a:moveTo>
                <a:lnTo>
                  <a:pt x="38100" y="0"/>
                </a:lnTo>
                <a:lnTo>
                  <a:pt x="381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8b1a1a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718360" y="191520"/>
            <a:ext cx="648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ABOUT ME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695760" y="191520"/>
            <a:ext cx="678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BRANDING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676760" y="191520"/>
            <a:ext cx="613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STRATEGY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658480" y="191520"/>
            <a:ext cx="235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SEO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189120" y="191520"/>
            <a:ext cx="44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SOCIAL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969600" y="191520"/>
            <a:ext cx="261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UGC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523280" y="191520"/>
            <a:ext cx="502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AI FIRST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347320" y="191520"/>
            <a:ext cx="584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CONTACT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752480" y="1048680"/>
            <a:ext cx="1969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CONTENT MARKETING EXECUTIVE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752480" y="1182600"/>
            <a:ext cx="4914000" cy="1660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NGHIÊM</a:t>
            </a:r>
            <a:endParaRPr b="0" lang="en-US" sz="9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752480" y="2506680"/>
            <a:ext cx="4363920" cy="1660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QUỲNH</a:t>
            </a:r>
            <a:endParaRPr b="0" lang="en-US" sz="9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752480" y="3821040"/>
            <a:ext cx="2298960" cy="1660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6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MAI</a:t>
            </a:r>
            <a:endParaRPr b="0" lang="en-US" sz="9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752480" y="5922360"/>
            <a:ext cx="49262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Lan tỏa giá trị thực qua những câu chuyện sáng tạo và tư duy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752480" y="6914880"/>
            <a:ext cx="2563920" cy="10080"/>
          </a:xfrm>
          <a:custGeom>
            <a:avLst/>
            <a:gdLst/>
            <a:ahLst/>
            <a:rect l="0" t="0" r="r" b="b"/>
            <a:pathLst>
              <a:path w="7122" h="28">
                <a:moveTo>
                  <a:pt x="0" y="0"/>
                </a:moveTo>
                <a:lnTo>
                  <a:pt x="7122" y="0"/>
                </a:lnTo>
                <a:lnTo>
                  <a:pt x="71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752480" y="6207840"/>
            <a:ext cx="869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chiến lược.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4468320" y="6914880"/>
            <a:ext cx="1052640" cy="10080"/>
          </a:xfrm>
          <a:custGeom>
            <a:avLst/>
            <a:gdLst/>
            <a:ahLst/>
            <a:rect l="0" t="0" r="r" b="b"/>
            <a:pathLst>
              <a:path w="2924" h="28">
                <a:moveTo>
                  <a:pt x="0" y="0"/>
                </a:moveTo>
                <a:lnTo>
                  <a:pt x="2924" y="0"/>
                </a:lnTo>
                <a:lnTo>
                  <a:pt x="2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752480" y="6723720"/>
            <a:ext cx="3540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quynhmainghiem340@gmail.com 0368 327 616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747800" y="144720"/>
            <a:ext cx="857880" cy="291960"/>
          </a:xfrm>
          <a:custGeom>
            <a:avLst/>
            <a:gdLst/>
            <a:ahLst/>
            <a:rect l="0" t="0" r="r" b="b"/>
            <a:pathLst>
              <a:path w="2383" h="811">
                <a:moveTo>
                  <a:pt x="32" y="712"/>
                </a:moveTo>
                <a:lnTo>
                  <a:pt x="0" y="264"/>
                </a:lnTo>
                <a:cubicBezTo>
                  <a:pt x="-1" y="250"/>
                  <a:pt x="1" y="236"/>
                  <a:pt x="5" y="223"/>
                </a:cubicBezTo>
                <a:cubicBezTo>
                  <a:pt x="10" y="209"/>
                  <a:pt x="17" y="197"/>
                  <a:pt x="26" y="187"/>
                </a:cubicBezTo>
                <a:cubicBezTo>
                  <a:pt x="35" y="176"/>
                  <a:pt x="46" y="168"/>
                  <a:pt x="59" y="162"/>
                </a:cubicBezTo>
                <a:cubicBezTo>
                  <a:pt x="71" y="155"/>
                  <a:pt x="84" y="152"/>
                  <a:pt x="98" y="151"/>
                </a:cubicBezTo>
                <a:lnTo>
                  <a:pt x="2237" y="0"/>
                </a:lnTo>
                <a:cubicBezTo>
                  <a:pt x="2251" y="-1"/>
                  <a:pt x="2265" y="1"/>
                  <a:pt x="2278" y="6"/>
                </a:cubicBezTo>
                <a:cubicBezTo>
                  <a:pt x="2292" y="11"/>
                  <a:pt x="2304" y="18"/>
                  <a:pt x="2314" y="27"/>
                </a:cubicBezTo>
                <a:cubicBezTo>
                  <a:pt x="2325" y="36"/>
                  <a:pt x="2333" y="47"/>
                  <a:pt x="2339" y="60"/>
                </a:cubicBezTo>
                <a:cubicBezTo>
                  <a:pt x="2346" y="72"/>
                  <a:pt x="2349" y="85"/>
                  <a:pt x="2350" y="99"/>
                </a:cubicBezTo>
                <a:lnTo>
                  <a:pt x="2382" y="548"/>
                </a:lnTo>
                <a:cubicBezTo>
                  <a:pt x="2383" y="562"/>
                  <a:pt x="2381" y="576"/>
                  <a:pt x="2376" y="589"/>
                </a:cubicBezTo>
                <a:cubicBezTo>
                  <a:pt x="2372" y="602"/>
                  <a:pt x="2365" y="614"/>
                  <a:pt x="2356" y="625"/>
                </a:cubicBezTo>
                <a:cubicBezTo>
                  <a:pt x="2347" y="635"/>
                  <a:pt x="2336" y="644"/>
                  <a:pt x="2323" y="650"/>
                </a:cubicBezTo>
                <a:cubicBezTo>
                  <a:pt x="2311" y="656"/>
                  <a:pt x="2297" y="660"/>
                  <a:pt x="2283" y="661"/>
                </a:cubicBezTo>
                <a:lnTo>
                  <a:pt x="145" y="811"/>
                </a:lnTo>
                <a:cubicBezTo>
                  <a:pt x="131" y="811"/>
                  <a:pt x="117" y="810"/>
                  <a:pt x="104" y="805"/>
                </a:cubicBezTo>
                <a:cubicBezTo>
                  <a:pt x="90" y="801"/>
                  <a:pt x="78" y="794"/>
                  <a:pt x="68" y="785"/>
                </a:cubicBezTo>
                <a:cubicBezTo>
                  <a:pt x="57" y="776"/>
                  <a:pt x="49" y="765"/>
                  <a:pt x="42" y="752"/>
                </a:cubicBezTo>
                <a:cubicBezTo>
                  <a:pt x="36" y="740"/>
                  <a:pt x="33" y="726"/>
                  <a:pt x="32" y="712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235200" y="7354440"/>
            <a:ext cx="1095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Cuộn để khám phá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748520" y="5469840"/>
            <a:ext cx="1380240" cy="328680"/>
          </a:xfrm>
          <a:custGeom>
            <a:avLst/>
            <a:gdLst/>
            <a:ahLst/>
            <a:rect l="0" t="0" r="r" b="b"/>
            <a:pathLst>
              <a:path w="3834" h="913">
                <a:moveTo>
                  <a:pt x="31" y="814"/>
                </a:moveTo>
                <a:lnTo>
                  <a:pt x="0" y="364"/>
                </a:lnTo>
                <a:cubicBezTo>
                  <a:pt x="-1" y="350"/>
                  <a:pt x="1" y="337"/>
                  <a:pt x="5" y="323"/>
                </a:cubicBezTo>
                <a:cubicBezTo>
                  <a:pt x="10" y="310"/>
                  <a:pt x="16" y="298"/>
                  <a:pt x="26" y="288"/>
                </a:cubicBezTo>
                <a:cubicBezTo>
                  <a:pt x="35" y="277"/>
                  <a:pt x="46" y="269"/>
                  <a:pt x="58" y="262"/>
                </a:cubicBezTo>
                <a:cubicBezTo>
                  <a:pt x="71" y="256"/>
                  <a:pt x="84" y="252"/>
                  <a:pt x="98" y="251"/>
                </a:cubicBezTo>
                <a:lnTo>
                  <a:pt x="3689" y="0"/>
                </a:lnTo>
                <a:cubicBezTo>
                  <a:pt x="3703" y="-1"/>
                  <a:pt x="3716" y="1"/>
                  <a:pt x="3730" y="6"/>
                </a:cubicBezTo>
                <a:cubicBezTo>
                  <a:pt x="3743" y="10"/>
                  <a:pt x="3755" y="17"/>
                  <a:pt x="3766" y="26"/>
                </a:cubicBezTo>
                <a:cubicBezTo>
                  <a:pt x="3776" y="35"/>
                  <a:pt x="3785" y="46"/>
                  <a:pt x="3791" y="59"/>
                </a:cubicBezTo>
                <a:cubicBezTo>
                  <a:pt x="3797" y="71"/>
                  <a:pt x="3801" y="85"/>
                  <a:pt x="3802" y="99"/>
                </a:cubicBezTo>
                <a:lnTo>
                  <a:pt x="3833" y="547"/>
                </a:lnTo>
                <a:cubicBezTo>
                  <a:pt x="3834" y="561"/>
                  <a:pt x="3832" y="575"/>
                  <a:pt x="3828" y="588"/>
                </a:cubicBezTo>
                <a:cubicBezTo>
                  <a:pt x="3823" y="602"/>
                  <a:pt x="3817" y="614"/>
                  <a:pt x="3807" y="624"/>
                </a:cubicBezTo>
                <a:cubicBezTo>
                  <a:pt x="3798" y="635"/>
                  <a:pt x="3787" y="643"/>
                  <a:pt x="3775" y="649"/>
                </a:cubicBezTo>
                <a:cubicBezTo>
                  <a:pt x="3762" y="656"/>
                  <a:pt x="3749" y="659"/>
                  <a:pt x="3735" y="660"/>
                </a:cubicBezTo>
                <a:lnTo>
                  <a:pt x="144" y="912"/>
                </a:lnTo>
                <a:cubicBezTo>
                  <a:pt x="130" y="913"/>
                  <a:pt x="117" y="912"/>
                  <a:pt x="103" y="907"/>
                </a:cubicBezTo>
                <a:cubicBezTo>
                  <a:pt x="90" y="903"/>
                  <a:pt x="78" y="896"/>
                  <a:pt x="68" y="887"/>
                </a:cubicBezTo>
                <a:cubicBezTo>
                  <a:pt x="57" y="877"/>
                  <a:pt x="48" y="866"/>
                  <a:pt x="42" y="854"/>
                </a:cubicBezTo>
                <a:cubicBezTo>
                  <a:pt x="36" y="841"/>
                  <a:pt x="32" y="828"/>
                  <a:pt x="31" y="814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 rot="21360000">
            <a:off x="1847160" y="188280"/>
            <a:ext cx="730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PORTFOLIO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273120" y="5478840"/>
            <a:ext cx="1464480" cy="310680"/>
          </a:xfrm>
          <a:custGeom>
            <a:avLst/>
            <a:gdLst/>
            <a:ahLst/>
            <a:rect l="0" t="0" r="r" b="b"/>
            <a:pathLst>
              <a:path w="4068" h="863">
                <a:moveTo>
                  <a:pt x="0" y="549"/>
                </a:moveTo>
                <a:lnTo>
                  <a:pt x="24" y="100"/>
                </a:lnTo>
                <a:cubicBezTo>
                  <a:pt x="24" y="86"/>
                  <a:pt x="28" y="73"/>
                  <a:pt x="34" y="60"/>
                </a:cubicBezTo>
                <a:cubicBezTo>
                  <a:pt x="40" y="47"/>
                  <a:pt x="48" y="36"/>
                  <a:pt x="58" y="27"/>
                </a:cubicBezTo>
                <a:cubicBezTo>
                  <a:pt x="69" y="18"/>
                  <a:pt x="81" y="11"/>
                  <a:pt x="94" y="6"/>
                </a:cubicBezTo>
                <a:cubicBezTo>
                  <a:pt x="107" y="1"/>
                  <a:pt x="121" y="-1"/>
                  <a:pt x="135" y="0"/>
                </a:cubicBezTo>
                <a:lnTo>
                  <a:pt x="3967" y="201"/>
                </a:lnTo>
                <a:cubicBezTo>
                  <a:pt x="3981" y="201"/>
                  <a:pt x="3994" y="205"/>
                  <a:pt x="4007" y="211"/>
                </a:cubicBezTo>
                <a:cubicBezTo>
                  <a:pt x="4020" y="217"/>
                  <a:pt x="4031" y="225"/>
                  <a:pt x="4040" y="236"/>
                </a:cubicBezTo>
                <a:cubicBezTo>
                  <a:pt x="4049" y="246"/>
                  <a:pt x="4057" y="258"/>
                  <a:pt x="4061" y="271"/>
                </a:cubicBezTo>
                <a:cubicBezTo>
                  <a:pt x="4066" y="284"/>
                  <a:pt x="4068" y="298"/>
                  <a:pt x="4067" y="312"/>
                </a:cubicBezTo>
                <a:lnTo>
                  <a:pt x="4044" y="762"/>
                </a:lnTo>
                <a:cubicBezTo>
                  <a:pt x="4043" y="776"/>
                  <a:pt x="4039" y="789"/>
                  <a:pt x="4033" y="802"/>
                </a:cubicBezTo>
                <a:cubicBezTo>
                  <a:pt x="4027" y="815"/>
                  <a:pt x="4019" y="826"/>
                  <a:pt x="4009" y="835"/>
                </a:cubicBezTo>
                <a:cubicBezTo>
                  <a:pt x="3998" y="845"/>
                  <a:pt x="3986" y="852"/>
                  <a:pt x="3973" y="856"/>
                </a:cubicBezTo>
                <a:cubicBezTo>
                  <a:pt x="3960" y="861"/>
                  <a:pt x="3946" y="863"/>
                  <a:pt x="3932" y="862"/>
                </a:cubicBezTo>
                <a:lnTo>
                  <a:pt x="100" y="660"/>
                </a:lnTo>
                <a:cubicBezTo>
                  <a:pt x="86" y="660"/>
                  <a:pt x="73" y="656"/>
                  <a:pt x="60" y="650"/>
                </a:cubicBezTo>
                <a:cubicBezTo>
                  <a:pt x="47" y="644"/>
                  <a:pt x="36" y="636"/>
                  <a:pt x="27" y="626"/>
                </a:cubicBezTo>
                <a:cubicBezTo>
                  <a:pt x="18" y="615"/>
                  <a:pt x="11" y="603"/>
                  <a:pt x="6" y="590"/>
                </a:cubicBezTo>
                <a:cubicBezTo>
                  <a:pt x="1" y="577"/>
                  <a:pt x="-1" y="563"/>
                  <a:pt x="0" y="549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 rot="21360000">
            <a:off x="1847160" y="5530680"/>
            <a:ext cx="1291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CONTENT CREATION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4883760" y="5491080"/>
            <a:ext cx="1443600" cy="285840"/>
          </a:xfrm>
          <a:custGeom>
            <a:avLst/>
            <a:gdLst/>
            <a:ahLst/>
            <a:rect l="0" t="0" r="r" b="b"/>
            <a:pathLst>
              <a:path w="4010" h="794">
                <a:moveTo>
                  <a:pt x="16" y="692"/>
                </a:moveTo>
                <a:lnTo>
                  <a:pt x="0" y="242"/>
                </a:lnTo>
                <a:cubicBezTo>
                  <a:pt x="0" y="228"/>
                  <a:pt x="2" y="215"/>
                  <a:pt x="7" y="201"/>
                </a:cubicBezTo>
                <a:cubicBezTo>
                  <a:pt x="12" y="188"/>
                  <a:pt x="19" y="176"/>
                  <a:pt x="28" y="166"/>
                </a:cubicBezTo>
                <a:cubicBezTo>
                  <a:pt x="38" y="155"/>
                  <a:pt x="49" y="147"/>
                  <a:pt x="62" y="141"/>
                </a:cubicBezTo>
                <a:cubicBezTo>
                  <a:pt x="75" y="136"/>
                  <a:pt x="88" y="132"/>
                  <a:pt x="102" y="132"/>
                </a:cubicBezTo>
                <a:lnTo>
                  <a:pt x="3884" y="0"/>
                </a:lnTo>
                <a:cubicBezTo>
                  <a:pt x="3898" y="-1"/>
                  <a:pt x="3912" y="2"/>
                  <a:pt x="3925" y="7"/>
                </a:cubicBezTo>
                <a:cubicBezTo>
                  <a:pt x="3938" y="11"/>
                  <a:pt x="3950" y="19"/>
                  <a:pt x="3960" y="28"/>
                </a:cubicBezTo>
                <a:cubicBezTo>
                  <a:pt x="3971" y="38"/>
                  <a:pt x="3979" y="49"/>
                  <a:pt x="3984" y="62"/>
                </a:cubicBezTo>
                <a:cubicBezTo>
                  <a:pt x="3990" y="75"/>
                  <a:pt x="3993" y="88"/>
                  <a:pt x="3994" y="102"/>
                </a:cubicBezTo>
                <a:lnTo>
                  <a:pt x="4010" y="553"/>
                </a:lnTo>
                <a:cubicBezTo>
                  <a:pt x="4010" y="567"/>
                  <a:pt x="4008" y="580"/>
                  <a:pt x="4003" y="593"/>
                </a:cubicBezTo>
                <a:cubicBezTo>
                  <a:pt x="3998" y="606"/>
                  <a:pt x="3991" y="618"/>
                  <a:pt x="3981" y="628"/>
                </a:cubicBezTo>
                <a:cubicBezTo>
                  <a:pt x="3972" y="639"/>
                  <a:pt x="3960" y="647"/>
                  <a:pt x="3948" y="653"/>
                </a:cubicBezTo>
                <a:cubicBezTo>
                  <a:pt x="3935" y="658"/>
                  <a:pt x="3922" y="662"/>
                  <a:pt x="3907" y="662"/>
                </a:cubicBezTo>
                <a:lnTo>
                  <a:pt x="125" y="794"/>
                </a:lnTo>
                <a:cubicBezTo>
                  <a:pt x="111" y="795"/>
                  <a:pt x="98" y="792"/>
                  <a:pt x="84" y="787"/>
                </a:cubicBezTo>
                <a:cubicBezTo>
                  <a:pt x="71" y="782"/>
                  <a:pt x="60" y="775"/>
                  <a:pt x="49" y="766"/>
                </a:cubicBezTo>
                <a:cubicBezTo>
                  <a:pt x="39" y="756"/>
                  <a:pt x="31" y="745"/>
                  <a:pt x="25" y="732"/>
                </a:cubicBezTo>
                <a:cubicBezTo>
                  <a:pt x="19" y="719"/>
                  <a:pt x="16" y="706"/>
                  <a:pt x="16" y="692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 rot="180000">
            <a:off x="3372120" y="5536440"/>
            <a:ext cx="1363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STRATEGIC THINKING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7810920" y="2402280"/>
            <a:ext cx="4228200" cy="3272760"/>
          </a:xfrm>
          <a:custGeom>
            <a:avLst/>
            <a:gdLst/>
            <a:ahLst/>
            <a:rect l="0" t="0" r="r" b="b"/>
            <a:pathLst>
              <a:path w="11745" h="9091">
                <a:moveTo>
                  <a:pt x="0" y="8398"/>
                </a:moveTo>
                <a:lnTo>
                  <a:pt x="435" y="100"/>
                </a:lnTo>
                <a:cubicBezTo>
                  <a:pt x="436" y="86"/>
                  <a:pt x="439" y="73"/>
                  <a:pt x="445" y="60"/>
                </a:cubicBezTo>
                <a:cubicBezTo>
                  <a:pt x="451" y="48"/>
                  <a:pt x="459" y="37"/>
                  <a:pt x="470" y="27"/>
                </a:cubicBezTo>
                <a:cubicBezTo>
                  <a:pt x="480" y="18"/>
                  <a:pt x="492" y="11"/>
                  <a:pt x="505" y="6"/>
                </a:cubicBezTo>
                <a:cubicBezTo>
                  <a:pt x="518" y="1"/>
                  <a:pt x="532" y="-1"/>
                  <a:pt x="546" y="0"/>
                </a:cubicBezTo>
                <a:lnTo>
                  <a:pt x="11644" y="582"/>
                </a:lnTo>
                <a:cubicBezTo>
                  <a:pt x="11658" y="582"/>
                  <a:pt x="11672" y="586"/>
                  <a:pt x="11684" y="592"/>
                </a:cubicBezTo>
                <a:cubicBezTo>
                  <a:pt x="11697" y="598"/>
                  <a:pt x="11708" y="606"/>
                  <a:pt x="11717" y="617"/>
                </a:cubicBezTo>
                <a:cubicBezTo>
                  <a:pt x="11727" y="627"/>
                  <a:pt x="11734" y="639"/>
                  <a:pt x="11739" y="652"/>
                </a:cubicBezTo>
                <a:cubicBezTo>
                  <a:pt x="11743" y="665"/>
                  <a:pt x="11745" y="679"/>
                  <a:pt x="11745" y="693"/>
                </a:cubicBezTo>
                <a:lnTo>
                  <a:pt x="11310" y="8990"/>
                </a:lnTo>
                <a:cubicBezTo>
                  <a:pt x="11309" y="9004"/>
                  <a:pt x="11306" y="9018"/>
                  <a:pt x="11300" y="9030"/>
                </a:cubicBezTo>
                <a:cubicBezTo>
                  <a:pt x="11294" y="9043"/>
                  <a:pt x="11285" y="9054"/>
                  <a:pt x="11275" y="9064"/>
                </a:cubicBezTo>
                <a:cubicBezTo>
                  <a:pt x="11264" y="9073"/>
                  <a:pt x="11253" y="9080"/>
                  <a:pt x="11239" y="9085"/>
                </a:cubicBezTo>
                <a:cubicBezTo>
                  <a:pt x="11226" y="9089"/>
                  <a:pt x="11212" y="9091"/>
                  <a:pt x="11198" y="9091"/>
                </a:cubicBezTo>
                <a:lnTo>
                  <a:pt x="100" y="8509"/>
                </a:lnTo>
                <a:cubicBezTo>
                  <a:pt x="86" y="8508"/>
                  <a:pt x="73" y="8505"/>
                  <a:pt x="60" y="8499"/>
                </a:cubicBezTo>
                <a:cubicBezTo>
                  <a:pt x="48" y="8493"/>
                  <a:pt x="36" y="8485"/>
                  <a:pt x="27" y="8474"/>
                </a:cubicBezTo>
                <a:cubicBezTo>
                  <a:pt x="18" y="8464"/>
                  <a:pt x="11" y="8452"/>
                  <a:pt x="6" y="8439"/>
                </a:cubicBezTo>
                <a:cubicBezTo>
                  <a:pt x="1" y="8425"/>
                  <a:pt x="-1" y="8412"/>
                  <a:pt x="0" y="83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4" name="" descr=""/>
          <p:cNvPicPr/>
          <p:nvPr/>
        </p:nvPicPr>
        <p:blipFill>
          <a:blip r:embed="rId6"/>
          <a:stretch/>
        </p:blipFill>
        <p:spPr>
          <a:xfrm rot="180000">
            <a:off x="8007480" y="2619360"/>
            <a:ext cx="3847680" cy="2571480"/>
          </a:xfrm>
          <a:prstGeom prst="rect">
            <a:avLst/>
          </a:prstGeom>
          <a:ln w="0">
            <a:noFill/>
          </a:ln>
        </p:spPr>
      </p:pic>
      <p:sp>
        <p:nvSpPr>
          <p:cNvPr id="45" name=""/>
          <p:cNvSpPr/>
          <p:nvPr/>
        </p:nvSpPr>
        <p:spPr>
          <a:xfrm>
            <a:off x="10629720" y="4305240"/>
            <a:ext cx="1562400" cy="1114560"/>
          </a:xfrm>
          <a:custGeom>
            <a:avLst/>
            <a:gdLst/>
            <a:ahLst/>
            <a:rect l="0" t="0" r="r" b="b"/>
            <a:pathLst>
              <a:path w="4340" h="3096">
                <a:moveTo>
                  <a:pt x="0" y="1547"/>
                </a:moveTo>
                <a:cubicBezTo>
                  <a:pt x="0" y="1497"/>
                  <a:pt x="3" y="1446"/>
                  <a:pt x="10" y="1396"/>
                </a:cubicBezTo>
                <a:cubicBezTo>
                  <a:pt x="17" y="1345"/>
                  <a:pt x="28" y="1295"/>
                  <a:pt x="42" y="1246"/>
                </a:cubicBezTo>
                <a:cubicBezTo>
                  <a:pt x="55" y="1196"/>
                  <a:pt x="73" y="1147"/>
                  <a:pt x="93" y="1098"/>
                </a:cubicBezTo>
                <a:cubicBezTo>
                  <a:pt x="114" y="1050"/>
                  <a:pt x="138" y="1002"/>
                  <a:pt x="165" y="955"/>
                </a:cubicBezTo>
                <a:cubicBezTo>
                  <a:pt x="192" y="908"/>
                  <a:pt x="222" y="863"/>
                  <a:pt x="256" y="818"/>
                </a:cubicBezTo>
                <a:cubicBezTo>
                  <a:pt x="289" y="773"/>
                  <a:pt x="326" y="730"/>
                  <a:pt x="365" y="688"/>
                </a:cubicBezTo>
                <a:cubicBezTo>
                  <a:pt x="405" y="645"/>
                  <a:pt x="447" y="605"/>
                  <a:pt x="492" y="566"/>
                </a:cubicBezTo>
                <a:cubicBezTo>
                  <a:pt x="537" y="526"/>
                  <a:pt x="585" y="489"/>
                  <a:pt x="635" y="453"/>
                </a:cubicBezTo>
                <a:cubicBezTo>
                  <a:pt x="685" y="417"/>
                  <a:pt x="737" y="383"/>
                  <a:pt x="792" y="351"/>
                </a:cubicBezTo>
                <a:cubicBezTo>
                  <a:pt x="847" y="319"/>
                  <a:pt x="904" y="289"/>
                  <a:pt x="963" y="261"/>
                </a:cubicBezTo>
                <a:cubicBezTo>
                  <a:pt x="1022" y="232"/>
                  <a:pt x="1083" y="206"/>
                  <a:pt x="1146" y="182"/>
                </a:cubicBezTo>
                <a:cubicBezTo>
                  <a:pt x="1208" y="159"/>
                  <a:pt x="1272" y="137"/>
                  <a:pt x="1338" y="117"/>
                </a:cubicBezTo>
                <a:cubicBezTo>
                  <a:pt x="1403" y="98"/>
                  <a:pt x="1470" y="81"/>
                  <a:pt x="1538" y="66"/>
                </a:cubicBezTo>
                <a:cubicBezTo>
                  <a:pt x="1606" y="52"/>
                  <a:pt x="1675" y="39"/>
                  <a:pt x="1744" y="29"/>
                </a:cubicBezTo>
                <a:cubicBezTo>
                  <a:pt x="1814" y="20"/>
                  <a:pt x="1884" y="12"/>
                  <a:pt x="1955" y="7"/>
                </a:cubicBezTo>
                <a:cubicBezTo>
                  <a:pt x="2025" y="2"/>
                  <a:pt x="2096" y="0"/>
                  <a:pt x="2167" y="0"/>
                </a:cubicBezTo>
                <a:lnTo>
                  <a:pt x="2172" y="0"/>
                </a:lnTo>
                <a:cubicBezTo>
                  <a:pt x="2243" y="0"/>
                  <a:pt x="2314" y="2"/>
                  <a:pt x="2384" y="7"/>
                </a:cubicBezTo>
                <a:cubicBezTo>
                  <a:pt x="2455" y="12"/>
                  <a:pt x="2525" y="20"/>
                  <a:pt x="2595" y="29"/>
                </a:cubicBezTo>
                <a:cubicBezTo>
                  <a:pt x="2664" y="39"/>
                  <a:pt x="2733" y="52"/>
                  <a:pt x="2801" y="66"/>
                </a:cubicBezTo>
                <a:cubicBezTo>
                  <a:pt x="2869" y="81"/>
                  <a:pt x="2936" y="98"/>
                  <a:pt x="3001" y="117"/>
                </a:cubicBezTo>
                <a:cubicBezTo>
                  <a:pt x="3068" y="137"/>
                  <a:pt x="3132" y="159"/>
                  <a:pt x="3195" y="182"/>
                </a:cubicBezTo>
                <a:cubicBezTo>
                  <a:pt x="3257" y="206"/>
                  <a:pt x="3318" y="232"/>
                  <a:pt x="3377" y="261"/>
                </a:cubicBezTo>
                <a:cubicBezTo>
                  <a:pt x="3436" y="289"/>
                  <a:pt x="3493" y="319"/>
                  <a:pt x="3548" y="351"/>
                </a:cubicBezTo>
                <a:cubicBezTo>
                  <a:pt x="3603" y="383"/>
                  <a:pt x="3655" y="417"/>
                  <a:pt x="3705" y="453"/>
                </a:cubicBezTo>
                <a:cubicBezTo>
                  <a:pt x="3756" y="489"/>
                  <a:pt x="3803" y="526"/>
                  <a:pt x="3848" y="566"/>
                </a:cubicBezTo>
                <a:cubicBezTo>
                  <a:pt x="3893" y="605"/>
                  <a:pt x="3935" y="645"/>
                  <a:pt x="3975" y="688"/>
                </a:cubicBezTo>
                <a:cubicBezTo>
                  <a:pt x="4014" y="730"/>
                  <a:pt x="4051" y="773"/>
                  <a:pt x="4084" y="818"/>
                </a:cubicBezTo>
                <a:cubicBezTo>
                  <a:pt x="4118" y="863"/>
                  <a:pt x="4148" y="908"/>
                  <a:pt x="4175" y="955"/>
                </a:cubicBezTo>
                <a:cubicBezTo>
                  <a:pt x="4202" y="1002"/>
                  <a:pt x="4226" y="1050"/>
                  <a:pt x="4247" y="1098"/>
                </a:cubicBezTo>
                <a:cubicBezTo>
                  <a:pt x="4267" y="1147"/>
                  <a:pt x="4285" y="1196"/>
                  <a:pt x="4299" y="1246"/>
                </a:cubicBezTo>
                <a:cubicBezTo>
                  <a:pt x="4312" y="1295"/>
                  <a:pt x="4323" y="1345"/>
                  <a:pt x="4330" y="1396"/>
                </a:cubicBezTo>
                <a:cubicBezTo>
                  <a:pt x="4337" y="1446"/>
                  <a:pt x="4340" y="1497"/>
                  <a:pt x="4340" y="1547"/>
                </a:cubicBezTo>
                <a:cubicBezTo>
                  <a:pt x="4340" y="1598"/>
                  <a:pt x="4337" y="1649"/>
                  <a:pt x="4330" y="1699"/>
                </a:cubicBezTo>
                <a:cubicBezTo>
                  <a:pt x="4323" y="1750"/>
                  <a:pt x="4312" y="1800"/>
                  <a:pt x="4299" y="1849"/>
                </a:cubicBezTo>
                <a:cubicBezTo>
                  <a:pt x="4285" y="1899"/>
                  <a:pt x="4267" y="1948"/>
                  <a:pt x="4247" y="1998"/>
                </a:cubicBezTo>
                <a:cubicBezTo>
                  <a:pt x="4226" y="2046"/>
                  <a:pt x="4202" y="2094"/>
                  <a:pt x="4175" y="2141"/>
                </a:cubicBezTo>
                <a:cubicBezTo>
                  <a:pt x="4148" y="2188"/>
                  <a:pt x="4118" y="2233"/>
                  <a:pt x="4084" y="2278"/>
                </a:cubicBezTo>
                <a:cubicBezTo>
                  <a:pt x="4051" y="2323"/>
                  <a:pt x="4014" y="2366"/>
                  <a:pt x="3975" y="2408"/>
                </a:cubicBezTo>
                <a:cubicBezTo>
                  <a:pt x="3935" y="2451"/>
                  <a:pt x="3893" y="2491"/>
                  <a:pt x="3848" y="2530"/>
                </a:cubicBezTo>
                <a:cubicBezTo>
                  <a:pt x="3803" y="2570"/>
                  <a:pt x="3756" y="2607"/>
                  <a:pt x="3705" y="2643"/>
                </a:cubicBezTo>
                <a:cubicBezTo>
                  <a:pt x="3655" y="2679"/>
                  <a:pt x="3603" y="2713"/>
                  <a:pt x="3548" y="2745"/>
                </a:cubicBezTo>
                <a:cubicBezTo>
                  <a:pt x="3493" y="2777"/>
                  <a:pt x="3436" y="2807"/>
                  <a:pt x="3377" y="2835"/>
                </a:cubicBezTo>
                <a:cubicBezTo>
                  <a:pt x="3318" y="2864"/>
                  <a:pt x="3257" y="2890"/>
                  <a:pt x="3195" y="2914"/>
                </a:cubicBezTo>
                <a:cubicBezTo>
                  <a:pt x="3132" y="2937"/>
                  <a:pt x="3068" y="2959"/>
                  <a:pt x="3001" y="2978"/>
                </a:cubicBezTo>
                <a:cubicBezTo>
                  <a:pt x="2936" y="2998"/>
                  <a:pt x="2869" y="3015"/>
                  <a:pt x="2801" y="3030"/>
                </a:cubicBezTo>
                <a:cubicBezTo>
                  <a:pt x="2733" y="3044"/>
                  <a:pt x="2664" y="3057"/>
                  <a:pt x="2595" y="3067"/>
                </a:cubicBezTo>
                <a:cubicBezTo>
                  <a:pt x="2525" y="3076"/>
                  <a:pt x="2455" y="3084"/>
                  <a:pt x="2384" y="3089"/>
                </a:cubicBezTo>
                <a:cubicBezTo>
                  <a:pt x="2314" y="3094"/>
                  <a:pt x="2243" y="3096"/>
                  <a:pt x="2172" y="3096"/>
                </a:cubicBezTo>
                <a:lnTo>
                  <a:pt x="2167" y="3096"/>
                </a:lnTo>
                <a:cubicBezTo>
                  <a:pt x="2096" y="3096"/>
                  <a:pt x="2025" y="3094"/>
                  <a:pt x="1955" y="3089"/>
                </a:cubicBezTo>
                <a:cubicBezTo>
                  <a:pt x="1884" y="3084"/>
                  <a:pt x="1814" y="3076"/>
                  <a:pt x="1744" y="3067"/>
                </a:cubicBezTo>
                <a:cubicBezTo>
                  <a:pt x="1675" y="3057"/>
                  <a:pt x="1606" y="3044"/>
                  <a:pt x="1538" y="3030"/>
                </a:cubicBezTo>
                <a:cubicBezTo>
                  <a:pt x="1470" y="3015"/>
                  <a:pt x="1403" y="2998"/>
                  <a:pt x="1338" y="2978"/>
                </a:cubicBezTo>
                <a:cubicBezTo>
                  <a:pt x="1272" y="2959"/>
                  <a:pt x="1208" y="2937"/>
                  <a:pt x="1146" y="2914"/>
                </a:cubicBezTo>
                <a:cubicBezTo>
                  <a:pt x="1083" y="2890"/>
                  <a:pt x="1022" y="2864"/>
                  <a:pt x="963" y="2835"/>
                </a:cubicBezTo>
                <a:cubicBezTo>
                  <a:pt x="904" y="2807"/>
                  <a:pt x="847" y="2777"/>
                  <a:pt x="792" y="2745"/>
                </a:cubicBezTo>
                <a:cubicBezTo>
                  <a:pt x="737" y="2713"/>
                  <a:pt x="685" y="2679"/>
                  <a:pt x="635" y="2643"/>
                </a:cubicBezTo>
                <a:cubicBezTo>
                  <a:pt x="585" y="2607"/>
                  <a:pt x="537" y="2570"/>
                  <a:pt x="492" y="2530"/>
                </a:cubicBezTo>
                <a:cubicBezTo>
                  <a:pt x="447" y="2491"/>
                  <a:pt x="405" y="2451"/>
                  <a:pt x="365" y="2408"/>
                </a:cubicBezTo>
                <a:cubicBezTo>
                  <a:pt x="326" y="2366"/>
                  <a:pt x="289" y="2323"/>
                  <a:pt x="256" y="2278"/>
                </a:cubicBezTo>
                <a:cubicBezTo>
                  <a:pt x="222" y="2233"/>
                  <a:pt x="192" y="2188"/>
                  <a:pt x="165" y="2141"/>
                </a:cubicBezTo>
                <a:cubicBezTo>
                  <a:pt x="138" y="2094"/>
                  <a:pt x="114" y="2046"/>
                  <a:pt x="93" y="1998"/>
                </a:cubicBezTo>
                <a:cubicBezTo>
                  <a:pt x="73" y="1948"/>
                  <a:pt x="55" y="1899"/>
                  <a:pt x="42" y="1849"/>
                </a:cubicBezTo>
                <a:cubicBezTo>
                  <a:pt x="28" y="1800"/>
                  <a:pt x="17" y="1750"/>
                  <a:pt x="10" y="1699"/>
                </a:cubicBezTo>
                <a:cubicBezTo>
                  <a:pt x="3" y="1649"/>
                  <a:pt x="0" y="1598"/>
                  <a:pt x="0" y="1547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0630080" y="4305240"/>
            <a:ext cx="1562040" cy="1115640"/>
          </a:xfrm>
          <a:custGeom>
            <a:avLst/>
            <a:gdLst/>
            <a:ahLst/>
            <a:rect l="0" t="0" r="r" b="b"/>
            <a:pathLst>
              <a:path w="4339" h="3099">
                <a:moveTo>
                  <a:pt x="0" y="1624"/>
                </a:moveTo>
                <a:cubicBezTo>
                  <a:pt x="-1" y="1573"/>
                  <a:pt x="0" y="1523"/>
                  <a:pt x="5" y="1472"/>
                </a:cubicBezTo>
                <a:cubicBezTo>
                  <a:pt x="11" y="1422"/>
                  <a:pt x="19" y="1371"/>
                  <a:pt x="31" y="1321"/>
                </a:cubicBezTo>
                <a:cubicBezTo>
                  <a:pt x="43" y="1271"/>
                  <a:pt x="59" y="1221"/>
                  <a:pt x="78" y="1172"/>
                </a:cubicBezTo>
                <a:cubicBezTo>
                  <a:pt x="97" y="1123"/>
                  <a:pt x="119" y="1074"/>
                  <a:pt x="144" y="1026"/>
                </a:cubicBezTo>
                <a:cubicBezTo>
                  <a:pt x="170" y="979"/>
                  <a:pt x="199" y="932"/>
                  <a:pt x="231" y="886"/>
                </a:cubicBezTo>
                <a:cubicBezTo>
                  <a:pt x="262" y="840"/>
                  <a:pt x="297" y="796"/>
                  <a:pt x="335" y="752"/>
                </a:cubicBezTo>
                <a:cubicBezTo>
                  <a:pt x="373" y="709"/>
                  <a:pt x="414" y="666"/>
                  <a:pt x="458" y="626"/>
                </a:cubicBezTo>
                <a:cubicBezTo>
                  <a:pt x="501" y="585"/>
                  <a:pt x="548" y="546"/>
                  <a:pt x="596" y="508"/>
                </a:cubicBezTo>
                <a:cubicBezTo>
                  <a:pt x="645" y="471"/>
                  <a:pt x="697" y="435"/>
                  <a:pt x="750" y="401"/>
                </a:cubicBezTo>
                <a:cubicBezTo>
                  <a:pt x="804" y="367"/>
                  <a:pt x="860" y="335"/>
                  <a:pt x="918" y="304"/>
                </a:cubicBezTo>
                <a:cubicBezTo>
                  <a:pt x="976" y="274"/>
                  <a:pt x="1036" y="246"/>
                  <a:pt x="1098" y="220"/>
                </a:cubicBezTo>
                <a:cubicBezTo>
                  <a:pt x="1159" y="194"/>
                  <a:pt x="1223" y="170"/>
                  <a:pt x="1287" y="148"/>
                </a:cubicBezTo>
                <a:cubicBezTo>
                  <a:pt x="1352" y="127"/>
                  <a:pt x="1418" y="107"/>
                  <a:pt x="1486" y="90"/>
                </a:cubicBezTo>
                <a:cubicBezTo>
                  <a:pt x="1553" y="73"/>
                  <a:pt x="1621" y="58"/>
                  <a:pt x="1691" y="46"/>
                </a:cubicBezTo>
                <a:cubicBezTo>
                  <a:pt x="1760" y="34"/>
                  <a:pt x="1830" y="24"/>
                  <a:pt x="1900" y="17"/>
                </a:cubicBezTo>
                <a:cubicBezTo>
                  <a:pt x="1971" y="9"/>
                  <a:pt x="2041" y="4"/>
                  <a:pt x="2112" y="2"/>
                </a:cubicBezTo>
                <a:lnTo>
                  <a:pt x="2117" y="1"/>
                </a:lnTo>
                <a:cubicBezTo>
                  <a:pt x="2188" y="-1"/>
                  <a:pt x="2259" y="-1"/>
                  <a:pt x="2329" y="2"/>
                </a:cubicBezTo>
                <a:cubicBezTo>
                  <a:pt x="2400" y="4"/>
                  <a:pt x="2471" y="9"/>
                  <a:pt x="2541" y="16"/>
                </a:cubicBezTo>
                <a:cubicBezTo>
                  <a:pt x="2610" y="24"/>
                  <a:pt x="2680" y="34"/>
                  <a:pt x="2748" y="46"/>
                </a:cubicBezTo>
                <a:cubicBezTo>
                  <a:pt x="2816" y="58"/>
                  <a:pt x="2884" y="73"/>
                  <a:pt x="2950" y="90"/>
                </a:cubicBezTo>
                <a:cubicBezTo>
                  <a:pt x="3017" y="107"/>
                  <a:pt x="3082" y="127"/>
                  <a:pt x="3145" y="148"/>
                </a:cubicBezTo>
                <a:cubicBezTo>
                  <a:pt x="3209" y="170"/>
                  <a:pt x="3270" y="194"/>
                  <a:pt x="3330" y="220"/>
                </a:cubicBezTo>
                <a:cubicBezTo>
                  <a:pt x="3390" y="246"/>
                  <a:pt x="3448" y="274"/>
                  <a:pt x="3504" y="305"/>
                </a:cubicBezTo>
                <a:cubicBezTo>
                  <a:pt x="3560" y="335"/>
                  <a:pt x="3614" y="367"/>
                  <a:pt x="3665" y="401"/>
                </a:cubicBezTo>
                <a:cubicBezTo>
                  <a:pt x="3717" y="435"/>
                  <a:pt x="3766" y="471"/>
                  <a:pt x="3812" y="509"/>
                </a:cubicBezTo>
                <a:cubicBezTo>
                  <a:pt x="3858" y="546"/>
                  <a:pt x="3902" y="585"/>
                  <a:pt x="3943" y="626"/>
                </a:cubicBezTo>
                <a:cubicBezTo>
                  <a:pt x="3984" y="667"/>
                  <a:pt x="4022" y="709"/>
                  <a:pt x="4057" y="752"/>
                </a:cubicBezTo>
                <a:cubicBezTo>
                  <a:pt x="4092" y="796"/>
                  <a:pt x="4123" y="841"/>
                  <a:pt x="4152" y="887"/>
                </a:cubicBezTo>
                <a:cubicBezTo>
                  <a:pt x="4181" y="932"/>
                  <a:pt x="4207" y="979"/>
                  <a:pt x="4229" y="1027"/>
                </a:cubicBezTo>
                <a:cubicBezTo>
                  <a:pt x="4251" y="1075"/>
                  <a:pt x="4270" y="1123"/>
                  <a:pt x="4286" y="1172"/>
                </a:cubicBezTo>
                <a:cubicBezTo>
                  <a:pt x="4301" y="1222"/>
                  <a:pt x="4313" y="1271"/>
                  <a:pt x="4322" y="1321"/>
                </a:cubicBezTo>
                <a:cubicBezTo>
                  <a:pt x="4331" y="1372"/>
                  <a:pt x="4336" y="1422"/>
                  <a:pt x="4338" y="1473"/>
                </a:cubicBezTo>
                <a:cubicBezTo>
                  <a:pt x="4340" y="1523"/>
                  <a:pt x="4338" y="1574"/>
                  <a:pt x="4333" y="1625"/>
                </a:cubicBezTo>
                <a:cubicBezTo>
                  <a:pt x="4327" y="1675"/>
                  <a:pt x="4319" y="1726"/>
                  <a:pt x="4307" y="1776"/>
                </a:cubicBezTo>
                <a:cubicBezTo>
                  <a:pt x="4295" y="1826"/>
                  <a:pt x="4279" y="1876"/>
                  <a:pt x="4260" y="1925"/>
                </a:cubicBezTo>
                <a:cubicBezTo>
                  <a:pt x="4241" y="1975"/>
                  <a:pt x="4219" y="2024"/>
                  <a:pt x="4194" y="2071"/>
                </a:cubicBezTo>
                <a:cubicBezTo>
                  <a:pt x="4168" y="2119"/>
                  <a:pt x="4139" y="2166"/>
                  <a:pt x="4108" y="2212"/>
                </a:cubicBezTo>
                <a:cubicBezTo>
                  <a:pt x="4076" y="2258"/>
                  <a:pt x="4041" y="2302"/>
                  <a:pt x="4003" y="2346"/>
                </a:cubicBezTo>
                <a:cubicBezTo>
                  <a:pt x="3965" y="2389"/>
                  <a:pt x="3924" y="2431"/>
                  <a:pt x="3880" y="2472"/>
                </a:cubicBezTo>
                <a:cubicBezTo>
                  <a:pt x="3837" y="2513"/>
                  <a:pt x="3791" y="2552"/>
                  <a:pt x="3742" y="2590"/>
                </a:cubicBezTo>
                <a:cubicBezTo>
                  <a:pt x="3693" y="2627"/>
                  <a:pt x="3641" y="2663"/>
                  <a:pt x="3588" y="2697"/>
                </a:cubicBezTo>
                <a:cubicBezTo>
                  <a:pt x="3534" y="2731"/>
                  <a:pt x="3478" y="2763"/>
                  <a:pt x="3420" y="2794"/>
                </a:cubicBezTo>
                <a:cubicBezTo>
                  <a:pt x="3362" y="2824"/>
                  <a:pt x="3302" y="2852"/>
                  <a:pt x="3241" y="2878"/>
                </a:cubicBezTo>
                <a:cubicBezTo>
                  <a:pt x="3179" y="2904"/>
                  <a:pt x="3116" y="2928"/>
                  <a:pt x="3051" y="2950"/>
                </a:cubicBezTo>
                <a:cubicBezTo>
                  <a:pt x="2985" y="2971"/>
                  <a:pt x="2919" y="2991"/>
                  <a:pt x="2851" y="3008"/>
                </a:cubicBezTo>
                <a:cubicBezTo>
                  <a:pt x="2784" y="3025"/>
                  <a:pt x="2716" y="3039"/>
                  <a:pt x="2646" y="3052"/>
                </a:cubicBezTo>
                <a:cubicBezTo>
                  <a:pt x="2577" y="3064"/>
                  <a:pt x="2507" y="3074"/>
                  <a:pt x="2437" y="3081"/>
                </a:cubicBezTo>
                <a:cubicBezTo>
                  <a:pt x="2367" y="3089"/>
                  <a:pt x="2296" y="3094"/>
                  <a:pt x="2225" y="3096"/>
                </a:cubicBezTo>
                <a:lnTo>
                  <a:pt x="2220" y="3096"/>
                </a:lnTo>
                <a:cubicBezTo>
                  <a:pt x="2149" y="3099"/>
                  <a:pt x="2078" y="3099"/>
                  <a:pt x="2008" y="3096"/>
                </a:cubicBezTo>
                <a:cubicBezTo>
                  <a:pt x="1937" y="3094"/>
                  <a:pt x="1867" y="3089"/>
                  <a:pt x="1797" y="3081"/>
                </a:cubicBezTo>
                <a:cubicBezTo>
                  <a:pt x="1727" y="3074"/>
                  <a:pt x="1658" y="3064"/>
                  <a:pt x="1589" y="3052"/>
                </a:cubicBezTo>
                <a:cubicBezTo>
                  <a:pt x="1521" y="3039"/>
                  <a:pt x="1453" y="3025"/>
                  <a:pt x="1387" y="3008"/>
                </a:cubicBezTo>
                <a:cubicBezTo>
                  <a:pt x="1321" y="2990"/>
                  <a:pt x="1256" y="2971"/>
                  <a:pt x="1193" y="2949"/>
                </a:cubicBezTo>
                <a:cubicBezTo>
                  <a:pt x="1129" y="2928"/>
                  <a:pt x="1068" y="2904"/>
                  <a:pt x="1008" y="2878"/>
                </a:cubicBezTo>
                <a:cubicBezTo>
                  <a:pt x="948" y="2852"/>
                  <a:pt x="890" y="2823"/>
                  <a:pt x="834" y="2793"/>
                </a:cubicBezTo>
                <a:cubicBezTo>
                  <a:pt x="778" y="2763"/>
                  <a:pt x="724" y="2731"/>
                  <a:pt x="673" y="2697"/>
                </a:cubicBezTo>
                <a:cubicBezTo>
                  <a:pt x="621" y="2663"/>
                  <a:pt x="573" y="2627"/>
                  <a:pt x="526" y="2589"/>
                </a:cubicBezTo>
                <a:cubicBezTo>
                  <a:pt x="480" y="2552"/>
                  <a:pt x="436" y="2513"/>
                  <a:pt x="395" y="2472"/>
                </a:cubicBezTo>
                <a:cubicBezTo>
                  <a:pt x="354" y="2431"/>
                  <a:pt x="316" y="2389"/>
                  <a:pt x="281" y="2345"/>
                </a:cubicBezTo>
                <a:cubicBezTo>
                  <a:pt x="246" y="2302"/>
                  <a:pt x="215" y="2257"/>
                  <a:pt x="186" y="2211"/>
                </a:cubicBezTo>
                <a:cubicBezTo>
                  <a:pt x="157" y="2165"/>
                  <a:pt x="132" y="2119"/>
                  <a:pt x="109" y="2071"/>
                </a:cubicBezTo>
                <a:cubicBezTo>
                  <a:pt x="87" y="2023"/>
                  <a:pt x="68" y="1975"/>
                  <a:pt x="52" y="1924"/>
                </a:cubicBezTo>
                <a:cubicBezTo>
                  <a:pt x="37" y="1875"/>
                  <a:pt x="25" y="1826"/>
                  <a:pt x="16" y="1775"/>
                </a:cubicBezTo>
                <a:cubicBezTo>
                  <a:pt x="7" y="1725"/>
                  <a:pt x="2" y="1675"/>
                  <a:pt x="0" y="1624"/>
                </a:cubicBezTo>
                <a:moveTo>
                  <a:pt x="53" y="1622"/>
                </a:moveTo>
                <a:cubicBezTo>
                  <a:pt x="51" y="1573"/>
                  <a:pt x="53" y="1524"/>
                  <a:pt x="58" y="1476"/>
                </a:cubicBezTo>
                <a:cubicBezTo>
                  <a:pt x="63" y="1427"/>
                  <a:pt x="72" y="1378"/>
                  <a:pt x="84" y="1329"/>
                </a:cubicBezTo>
                <a:cubicBezTo>
                  <a:pt x="95" y="1281"/>
                  <a:pt x="111" y="1233"/>
                  <a:pt x="129" y="1185"/>
                </a:cubicBezTo>
                <a:cubicBezTo>
                  <a:pt x="147" y="1138"/>
                  <a:pt x="169" y="1091"/>
                  <a:pt x="194" y="1045"/>
                </a:cubicBezTo>
                <a:cubicBezTo>
                  <a:pt x="219" y="999"/>
                  <a:pt x="247" y="954"/>
                  <a:pt x="278" y="909"/>
                </a:cubicBezTo>
                <a:cubicBezTo>
                  <a:pt x="309" y="865"/>
                  <a:pt x="343" y="822"/>
                  <a:pt x="380" y="780"/>
                </a:cubicBezTo>
                <a:cubicBezTo>
                  <a:pt x="417" y="738"/>
                  <a:pt x="457" y="697"/>
                  <a:pt x="500" y="658"/>
                </a:cubicBezTo>
                <a:cubicBezTo>
                  <a:pt x="542" y="618"/>
                  <a:pt x="587" y="581"/>
                  <a:pt x="635" y="544"/>
                </a:cubicBezTo>
                <a:cubicBezTo>
                  <a:pt x="683" y="508"/>
                  <a:pt x="733" y="473"/>
                  <a:pt x="785" y="440"/>
                </a:cubicBezTo>
                <a:cubicBezTo>
                  <a:pt x="838" y="408"/>
                  <a:pt x="892" y="377"/>
                  <a:pt x="949" y="347"/>
                </a:cubicBezTo>
                <a:cubicBezTo>
                  <a:pt x="1005" y="318"/>
                  <a:pt x="1064" y="291"/>
                  <a:pt x="1124" y="266"/>
                </a:cubicBezTo>
                <a:cubicBezTo>
                  <a:pt x="1184" y="241"/>
                  <a:pt x="1246" y="217"/>
                  <a:pt x="1309" y="196"/>
                </a:cubicBezTo>
                <a:cubicBezTo>
                  <a:pt x="1373" y="176"/>
                  <a:pt x="1437" y="157"/>
                  <a:pt x="1503" y="140"/>
                </a:cubicBezTo>
                <a:cubicBezTo>
                  <a:pt x="1569" y="124"/>
                  <a:pt x="1635" y="110"/>
                  <a:pt x="1703" y="98"/>
                </a:cubicBezTo>
                <a:cubicBezTo>
                  <a:pt x="1770" y="86"/>
                  <a:pt x="1838" y="76"/>
                  <a:pt x="1907" y="69"/>
                </a:cubicBezTo>
                <a:cubicBezTo>
                  <a:pt x="1976" y="62"/>
                  <a:pt x="2045" y="57"/>
                  <a:pt x="2114" y="55"/>
                </a:cubicBezTo>
                <a:lnTo>
                  <a:pt x="2119" y="54"/>
                </a:lnTo>
                <a:cubicBezTo>
                  <a:pt x="2188" y="52"/>
                  <a:pt x="2257" y="52"/>
                  <a:pt x="2326" y="54"/>
                </a:cubicBezTo>
                <a:cubicBezTo>
                  <a:pt x="2395" y="57"/>
                  <a:pt x="2464" y="62"/>
                  <a:pt x="2532" y="69"/>
                </a:cubicBezTo>
                <a:cubicBezTo>
                  <a:pt x="2600" y="76"/>
                  <a:pt x="2668" y="85"/>
                  <a:pt x="2734" y="97"/>
                </a:cubicBezTo>
                <a:cubicBezTo>
                  <a:pt x="2801" y="109"/>
                  <a:pt x="2867" y="123"/>
                  <a:pt x="2931" y="140"/>
                </a:cubicBezTo>
                <a:cubicBezTo>
                  <a:pt x="2996" y="156"/>
                  <a:pt x="3060" y="175"/>
                  <a:pt x="3122" y="196"/>
                </a:cubicBezTo>
                <a:cubicBezTo>
                  <a:pt x="3184" y="217"/>
                  <a:pt x="3244" y="240"/>
                  <a:pt x="3302" y="265"/>
                </a:cubicBezTo>
                <a:cubicBezTo>
                  <a:pt x="3361" y="290"/>
                  <a:pt x="3418" y="318"/>
                  <a:pt x="3472" y="347"/>
                </a:cubicBezTo>
                <a:cubicBezTo>
                  <a:pt x="3527" y="376"/>
                  <a:pt x="3579" y="407"/>
                  <a:pt x="3629" y="440"/>
                </a:cubicBezTo>
                <a:cubicBezTo>
                  <a:pt x="3679" y="473"/>
                  <a:pt x="3727" y="507"/>
                  <a:pt x="3772" y="544"/>
                </a:cubicBezTo>
                <a:cubicBezTo>
                  <a:pt x="3817" y="580"/>
                  <a:pt x="3860" y="618"/>
                  <a:pt x="3900" y="657"/>
                </a:cubicBezTo>
                <a:cubicBezTo>
                  <a:pt x="3940" y="696"/>
                  <a:pt x="3977" y="737"/>
                  <a:pt x="4011" y="779"/>
                </a:cubicBezTo>
                <a:cubicBezTo>
                  <a:pt x="4045" y="821"/>
                  <a:pt x="4076" y="864"/>
                  <a:pt x="4104" y="908"/>
                </a:cubicBezTo>
                <a:cubicBezTo>
                  <a:pt x="4132" y="953"/>
                  <a:pt x="4157" y="998"/>
                  <a:pt x="4179" y="1044"/>
                </a:cubicBezTo>
                <a:cubicBezTo>
                  <a:pt x="4201" y="1090"/>
                  <a:pt x="4219" y="1137"/>
                  <a:pt x="4234" y="1185"/>
                </a:cubicBezTo>
                <a:cubicBezTo>
                  <a:pt x="4249" y="1232"/>
                  <a:pt x="4261" y="1280"/>
                  <a:pt x="4270" y="1328"/>
                </a:cubicBezTo>
                <a:cubicBezTo>
                  <a:pt x="4278" y="1377"/>
                  <a:pt x="4283" y="1426"/>
                  <a:pt x="4285" y="1475"/>
                </a:cubicBezTo>
                <a:cubicBezTo>
                  <a:pt x="4287" y="1523"/>
                  <a:pt x="4285" y="1572"/>
                  <a:pt x="4280" y="1621"/>
                </a:cubicBezTo>
                <a:cubicBezTo>
                  <a:pt x="4275" y="1670"/>
                  <a:pt x="4266" y="1719"/>
                  <a:pt x="4255" y="1767"/>
                </a:cubicBezTo>
                <a:cubicBezTo>
                  <a:pt x="4243" y="1816"/>
                  <a:pt x="4228" y="1864"/>
                  <a:pt x="4209" y="1911"/>
                </a:cubicBezTo>
                <a:cubicBezTo>
                  <a:pt x="4191" y="1959"/>
                  <a:pt x="4169" y="2007"/>
                  <a:pt x="4144" y="2053"/>
                </a:cubicBezTo>
                <a:cubicBezTo>
                  <a:pt x="4119" y="2099"/>
                  <a:pt x="4091" y="2144"/>
                  <a:pt x="4060" y="2189"/>
                </a:cubicBezTo>
                <a:cubicBezTo>
                  <a:pt x="4029" y="2233"/>
                  <a:pt x="3995" y="2276"/>
                  <a:pt x="3958" y="2318"/>
                </a:cubicBezTo>
                <a:cubicBezTo>
                  <a:pt x="3921" y="2360"/>
                  <a:pt x="3881" y="2401"/>
                  <a:pt x="3838" y="2440"/>
                </a:cubicBezTo>
                <a:cubicBezTo>
                  <a:pt x="3796" y="2479"/>
                  <a:pt x="3751" y="2517"/>
                  <a:pt x="3703" y="2554"/>
                </a:cubicBezTo>
                <a:cubicBezTo>
                  <a:pt x="3655" y="2590"/>
                  <a:pt x="3605" y="2624"/>
                  <a:pt x="3553" y="2657"/>
                </a:cubicBezTo>
                <a:cubicBezTo>
                  <a:pt x="3500" y="2690"/>
                  <a:pt x="3446" y="2721"/>
                  <a:pt x="3389" y="2751"/>
                </a:cubicBezTo>
                <a:cubicBezTo>
                  <a:pt x="3333" y="2780"/>
                  <a:pt x="3274" y="2807"/>
                  <a:pt x="3214" y="2832"/>
                </a:cubicBezTo>
                <a:cubicBezTo>
                  <a:pt x="3154" y="2857"/>
                  <a:pt x="3092" y="2880"/>
                  <a:pt x="3029" y="2901"/>
                </a:cubicBezTo>
                <a:cubicBezTo>
                  <a:pt x="2964" y="2922"/>
                  <a:pt x="2900" y="2941"/>
                  <a:pt x="2834" y="2958"/>
                </a:cubicBezTo>
                <a:cubicBezTo>
                  <a:pt x="2769" y="2974"/>
                  <a:pt x="2702" y="2988"/>
                  <a:pt x="2634" y="3000"/>
                </a:cubicBezTo>
                <a:cubicBezTo>
                  <a:pt x="2567" y="3012"/>
                  <a:pt x="2499" y="3022"/>
                  <a:pt x="2430" y="3029"/>
                </a:cubicBezTo>
                <a:cubicBezTo>
                  <a:pt x="2361" y="3036"/>
                  <a:pt x="2292" y="3041"/>
                  <a:pt x="2223" y="3043"/>
                </a:cubicBezTo>
                <a:lnTo>
                  <a:pt x="2218" y="3044"/>
                </a:lnTo>
                <a:cubicBezTo>
                  <a:pt x="2149" y="3046"/>
                  <a:pt x="2080" y="3046"/>
                  <a:pt x="2011" y="3044"/>
                </a:cubicBezTo>
                <a:cubicBezTo>
                  <a:pt x="1942" y="3041"/>
                  <a:pt x="1873" y="3036"/>
                  <a:pt x="1805" y="3029"/>
                </a:cubicBezTo>
                <a:cubicBezTo>
                  <a:pt x="1737" y="3022"/>
                  <a:pt x="1669" y="3012"/>
                  <a:pt x="1603" y="3001"/>
                </a:cubicBezTo>
                <a:cubicBezTo>
                  <a:pt x="1536" y="2989"/>
                  <a:pt x="1470" y="2975"/>
                  <a:pt x="1406" y="2958"/>
                </a:cubicBezTo>
                <a:cubicBezTo>
                  <a:pt x="1341" y="2942"/>
                  <a:pt x="1278" y="2923"/>
                  <a:pt x="1216" y="2902"/>
                </a:cubicBezTo>
                <a:cubicBezTo>
                  <a:pt x="1154" y="2881"/>
                  <a:pt x="1094" y="2858"/>
                  <a:pt x="1036" y="2833"/>
                </a:cubicBezTo>
                <a:cubicBezTo>
                  <a:pt x="977" y="2808"/>
                  <a:pt x="921" y="2780"/>
                  <a:pt x="866" y="2751"/>
                </a:cubicBezTo>
                <a:cubicBezTo>
                  <a:pt x="811" y="2722"/>
                  <a:pt x="759" y="2691"/>
                  <a:pt x="709" y="2658"/>
                </a:cubicBezTo>
                <a:cubicBezTo>
                  <a:pt x="659" y="2625"/>
                  <a:pt x="611" y="2591"/>
                  <a:pt x="566" y="2554"/>
                </a:cubicBezTo>
                <a:cubicBezTo>
                  <a:pt x="521" y="2518"/>
                  <a:pt x="478" y="2480"/>
                  <a:pt x="438" y="2441"/>
                </a:cubicBezTo>
                <a:cubicBezTo>
                  <a:pt x="398" y="2402"/>
                  <a:pt x="361" y="2361"/>
                  <a:pt x="327" y="2319"/>
                </a:cubicBezTo>
                <a:cubicBezTo>
                  <a:pt x="293" y="2277"/>
                  <a:pt x="262" y="2234"/>
                  <a:pt x="234" y="2189"/>
                </a:cubicBezTo>
                <a:cubicBezTo>
                  <a:pt x="206" y="2145"/>
                  <a:pt x="181" y="2100"/>
                  <a:pt x="159" y="2054"/>
                </a:cubicBezTo>
                <a:cubicBezTo>
                  <a:pt x="138" y="2008"/>
                  <a:pt x="119" y="1960"/>
                  <a:pt x="104" y="1912"/>
                </a:cubicBezTo>
                <a:cubicBezTo>
                  <a:pt x="89" y="1865"/>
                  <a:pt x="77" y="1817"/>
                  <a:pt x="68" y="1768"/>
                </a:cubicBezTo>
                <a:cubicBezTo>
                  <a:pt x="60" y="1720"/>
                  <a:pt x="55" y="1671"/>
                  <a:pt x="53" y="1622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 rot="21480000">
            <a:off x="4980960" y="5531400"/>
            <a:ext cx="1404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HUMAN CONNECTION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 rot="21480000">
            <a:off x="10819800" y="4729680"/>
            <a:ext cx="12823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OPEN TO WORK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3716000" cy="343080"/>
          </a:xfrm>
          <a:custGeom>
            <a:avLst/>
            <a:gdLst/>
            <a:ahLst/>
            <a:rect l="0" t="0" r="r" b="b"/>
            <a:pathLst>
              <a:path w="38100" h="953">
                <a:moveTo>
                  <a:pt x="0" y="0"/>
                </a:moveTo>
                <a:lnTo>
                  <a:pt x="38100" y="0"/>
                </a:lnTo>
                <a:lnTo>
                  <a:pt x="38100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0" y="34200"/>
            <a:ext cx="11811240" cy="308880"/>
          </a:xfrm>
          <a:custGeom>
            <a:avLst/>
            <a:gdLst/>
            <a:ahLst/>
            <a:rect l="0" t="0" r="r" b="b"/>
            <a:pathLst>
              <a:path w="32809" h="858">
                <a:moveTo>
                  <a:pt x="0" y="858"/>
                </a:moveTo>
                <a:lnTo>
                  <a:pt x="0" y="238"/>
                </a:lnTo>
                <a:lnTo>
                  <a:pt x="1587" y="382"/>
                </a:lnTo>
                <a:lnTo>
                  <a:pt x="3016" y="95"/>
                </a:lnTo>
                <a:lnTo>
                  <a:pt x="4656" y="333"/>
                </a:lnTo>
                <a:lnTo>
                  <a:pt x="6191" y="0"/>
                </a:lnTo>
                <a:lnTo>
                  <a:pt x="7937" y="285"/>
                </a:lnTo>
                <a:lnTo>
                  <a:pt x="9366" y="95"/>
                </a:lnTo>
                <a:lnTo>
                  <a:pt x="10953" y="429"/>
                </a:lnTo>
                <a:lnTo>
                  <a:pt x="12435" y="47"/>
                </a:lnTo>
                <a:lnTo>
                  <a:pt x="14128" y="285"/>
                </a:lnTo>
                <a:lnTo>
                  <a:pt x="15663" y="143"/>
                </a:lnTo>
                <a:lnTo>
                  <a:pt x="17304" y="429"/>
                </a:lnTo>
                <a:lnTo>
                  <a:pt x="18733" y="95"/>
                </a:lnTo>
                <a:lnTo>
                  <a:pt x="20320" y="285"/>
                </a:lnTo>
                <a:lnTo>
                  <a:pt x="21802" y="47"/>
                </a:lnTo>
                <a:lnTo>
                  <a:pt x="23495" y="382"/>
                </a:lnTo>
                <a:lnTo>
                  <a:pt x="25030" y="190"/>
                </a:lnTo>
                <a:lnTo>
                  <a:pt x="26670" y="333"/>
                </a:lnTo>
                <a:lnTo>
                  <a:pt x="28099" y="47"/>
                </a:lnTo>
                <a:lnTo>
                  <a:pt x="29687" y="285"/>
                </a:lnTo>
                <a:lnTo>
                  <a:pt x="31168" y="143"/>
                </a:lnTo>
                <a:lnTo>
                  <a:pt x="32809" y="429"/>
                </a:lnTo>
                <a:lnTo>
                  <a:pt x="32809" y="858"/>
                </a:lnTo>
                <a:lnTo>
                  <a:pt x="0" y="858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0" y="333360"/>
            <a:ext cx="13716000" cy="8239320"/>
          </a:xfrm>
          <a:custGeom>
            <a:avLst/>
            <a:gdLst/>
            <a:ahLst/>
            <a:rect l="0" t="0" r="r" b="b"/>
            <a:pathLst>
              <a:path w="38100" h="22887">
                <a:moveTo>
                  <a:pt x="0" y="0"/>
                </a:moveTo>
                <a:lnTo>
                  <a:pt x="38100" y="0"/>
                </a:lnTo>
                <a:lnTo>
                  <a:pt x="38100" y="22887"/>
                </a:lnTo>
                <a:lnTo>
                  <a:pt x="0" y="22887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857232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771560" y="8572320"/>
            <a:ext cx="10191960" cy="2333880"/>
          </a:xfrm>
          <a:custGeom>
            <a:avLst/>
            <a:gdLst/>
            <a:ahLst/>
            <a:rect l="0" t="0" r="r" b="b"/>
            <a:pathLst>
              <a:path w="28311" h="6483">
                <a:moveTo>
                  <a:pt x="0" y="6377"/>
                </a:moveTo>
                <a:lnTo>
                  <a:pt x="0" y="106"/>
                </a:lnTo>
                <a:cubicBezTo>
                  <a:pt x="0" y="92"/>
                  <a:pt x="1" y="78"/>
                  <a:pt x="4" y="65"/>
                </a:cubicBezTo>
                <a:cubicBezTo>
                  <a:pt x="6" y="52"/>
                  <a:pt x="10" y="41"/>
                  <a:pt x="15" y="31"/>
                </a:cubicBezTo>
                <a:cubicBezTo>
                  <a:pt x="20" y="21"/>
                  <a:pt x="26" y="13"/>
                  <a:pt x="32" y="8"/>
                </a:cubicBezTo>
                <a:cubicBezTo>
                  <a:pt x="39" y="3"/>
                  <a:pt x="46" y="0"/>
                  <a:pt x="53" y="0"/>
                </a:cubicBezTo>
                <a:lnTo>
                  <a:pt x="28205" y="0"/>
                </a:lnTo>
                <a:cubicBezTo>
                  <a:pt x="28219" y="0"/>
                  <a:pt x="28233" y="3"/>
                  <a:pt x="28246" y="8"/>
                </a:cubicBezTo>
                <a:cubicBezTo>
                  <a:pt x="28259" y="13"/>
                  <a:pt x="28270" y="21"/>
                  <a:pt x="28280" y="31"/>
                </a:cubicBezTo>
                <a:cubicBezTo>
                  <a:pt x="28290" y="41"/>
                  <a:pt x="28298" y="52"/>
                  <a:pt x="28303" y="65"/>
                </a:cubicBezTo>
                <a:cubicBezTo>
                  <a:pt x="28308" y="78"/>
                  <a:pt x="28311" y="92"/>
                  <a:pt x="28311" y="106"/>
                </a:cubicBezTo>
                <a:lnTo>
                  <a:pt x="28311" y="6377"/>
                </a:lnTo>
                <a:cubicBezTo>
                  <a:pt x="28311" y="6391"/>
                  <a:pt x="28308" y="6405"/>
                  <a:pt x="28303" y="6418"/>
                </a:cubicBezTo>
                <a:cubicBezTo>
                  <a:pt x="28298" y="6431"/>
                  <a:pt x="28290" y="6442"/>
                  <a:pt x="28280" y="6452"/>
                </a:cubicBezTo>
                <a:cubicBezTo>
                  <a:pt x="28270" y="6462"/>
                  <a:pt x="28259" y="6470"/>
                  <a:pt x="28246" y="6475"/>
                </a:cubicBezTo>
                <a:cubicBezTo>
                  <a:pt x="28233" y="6481"/>
                  <a:pt x="28219" y="6483"/>
                  <a:pt x="28205" y="6483"/>
                </a:cubicBezTo>
                <a:lnTo>
                  <a:pt x="53" y="6483"/>
                </a:lnTo>
                <a:cubicBezTo>
                  <a:pt x="46" y="6483"/>
                  <a:pt x="39" y="6481"/>
                  <a:pt x="32" y="6475"/>
                </a:cubicBezTo>
                <a:cubicBezTo>
                  <a:pt x="26" y="6470"/>
                  <a:pt x="20" y="6462"/>
                  <a:pt x="15" y="6452"/>
                </a:cubicBezTo>
                <a:cubicBezTo>
                  <a:pt x="10" y="6442"/>
                  <a:pt x="6" y="6431"/>
                  <a:pt x="4" y="6418"/>
                </a:cubicBezTo>
                <a:cubicBezTo>
                  <a:pt x="1" y="6405"/>
                  <a:pt x="0" y="6391"/>
                  <a:pt x="0" y="6377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752480" y="2081160"/>
            <a:ext cx="3871800" cy="103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ABOUT ME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752480" y="3161160"/>
            <a:ext cx="3995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Người làm Marketing thích 'thổi hồn' cho những con số.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752480" y="4037760"/>
            <a:ext cx="6244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Tôi là Nghiêm Quỳnh Mai - một người làm Marketing thích 'thổi hồn' cho những con số.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752480" y="4447080"/>
            <a:ext cx="6048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Bước ra từ chuyên ngành Tiếng Pháp Thương mại tại FTU, tôi mang theo sự chỉn chu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752480" y="4694760"/>
            <a:ext cx="5913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của tư duy quản trị kết hợp cùng sự nhạy bén đặc trưng của ngôn ngữ. Với tôi, làm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752480" y="4952160"/>
            <a:ext cx="6159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Marketing Executive không chỉ đơn thuần là 'chạy số', mà là hành trình biến những dữ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752480" y="5199480"/>
            <a:ext cx="5138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liệu khô khan thành những câu chuyện thương hiệu chạm đến cảm xúc.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752480" y="5599800"/>
            <a:ext cx="6090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Mục tiêu của tôi luôn rõ ràng: Sáng tạo phải đi đôi với hiệu quả. Mỗi câu chuyện được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752480" y="5856840"/>
            <a:ext cx="6230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kể ra không chỉ để lắng đọng, mà còn phải tạo nên những giá trị thương mại thực tế và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749960" y="1839600"/>
            <a:ext cx="1100880" cy="273960"/>
          </a:xfrm>
          <a:custGeom>
            <a:avLst/>
            <a:gdLst/>
            <a:ahLst/>
            <a:rect l="0" t="0" r="r" b="b"/>
            <a:pathLst>
              <a:path w="3058" h="761">
                <a:moveTo>
                  <a:pt x="16" y="658"/>
                </a:moveTo>
                <a:lnTo>
                  <a:pt x="0" y="208"/>
                </a:lnTo>
                <a:cubicBezTo>
                  <a:pt x="0" y="194"/>
                  <a:pt x="2" y="180"/>
                  <a:pt x="7" y="167"/>
                </a:cubicBezTo>
                <a:cubicBezTo>
                  <a:pt x="12" y="154"/>
                  <a:pt x="19" y="142"/>
                  <a:pt x="28" y="132"/>
                </a:cubicBezTo>
                <a:cubicBezTo>
                  <a:pt x="38" y="122"/>
                  <a:pt x="49" y="114"/>
                  <a:pt x="62" y="108"/>
                </a:cubicBezTo>
                <a:cubicBezTo>
                  <a:pt x="75" y="102"/>
                  <a:pt x="88" y="99"/>
                  <a:pt x="102" y="98"/>
                </a:cubicBezTo>
                <a:lnTo>
                  <a:pt x="2932" y="0"/>
                </a:lnTo>
                <a:cubicBezTo>
                  <a:pt x="2946" y="-1"/>
                  <a:pt x="2960" y="1"/>
                  <a:pt x="2973" y="6"/>
                </a:cubicBezTo>
                <a:cubicBezTo>
                  <a:pt x="2986" y="11"/>
                  <a:pt x="2998" y="18"/>
                  <a:pt x="3008" y="28"/>
                </a:cubicBezTo>
                <a:cubicBezTo>
                  <a:pt x="3019" y="38"/>
                  <a:pt x="3027" y="49"/>
                  <a:pt x="3032" y="62"/>
                </a:cubicBezTo>
                <a:cubicBezTo>
                  <a:pt x="3038" y="74"/>
                  <a:pt x="3041" y="88"/>
                  <a:pt x="3042" y="102"/>
                </a:cubicBezTo>
                <a:lnTo>
                  <a:pt x="3058" y="551"/>
                </a:lnTo>
                <a:cubicBezTo>
                  <a:pt x="3058" y="565"/>
                  <a:pt x="3056" y="579"/>
                  <a:pt x="3051" y="593"/>
                </a:cubicBezTo>
                <a:cubicBezTo>
                  <a:pt x="3046" y="606"/>
                  <a:pt x="3039" y="618"/>
                  <a:pt x="3029" y="628"/>
                </a:cubicBezTo>
                <a:cubicBezTo>
                  <a:pt x="3020" y="638"/>
                  <a:pt x="3008" y="646"/>
                  <a:pt x="2996" y="652"/>
                </a:cubicBezTo>
                <a:cubicBezTo>
                  <a:pt x="2983" y="658"/>
                  <a:pt x="2970" y="661"/>
                  <a:pt x="2955" y="662"/>
                </a:cubicBezTo>
                <a:lnTo>
                  <a:pt x="125" y="761"/>
                </a:lnTo>
                <a:cubicBezTo>
                  <a:pt x="111" y="761"/>
                  <a:pt x="98" y="759"/>
                  <a:pt x="84" y="754"/>
                </a:cubicBezTo>
                <a:cubicBezTo>
                  <a:pt x="71" y="749"/>
                  <a:pt x="60" y="742"/>
                  <a:pt x="49" y="732"/>
                </a:cubicBezTo>
                <a:cubicBezTo>
                  <a:pt x="39" y="723"/>
                  <a:pt x="31" y="711"/>
                  <a:pt x="25" y="699"/>
                </a:cubicBezTo>
                <a:cubicBezTo>
                  <a:pt x="19" y="686"/>
                  <a:pt x="16" y="672"/>
                  <a:pt x="16" y="658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752480" y="6104520"/>
            <a:ext cx="723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bền vững.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9505080" y="3628080"/>
            <a:ext cx="2545200" cy="2792880"/>
          </a:xfrm>
          <a:custGeom>
            <a:avLst/>
            <a:gdLst/>
            <a:ahLst/>
            <a:rect l="0" t="0" r="r" b="b"/>
            <a:pathLst>
              <a:path w="7070" h="7758">
                <a:moveTo>
                  <a:pt x="496" y="7659"/>
                </a:moveTo>
                <a:lnTo>
                  <a:pt x="0" y="558"/>
                </a:lnTo>
                <a:cubicBezTo>
                  <a:pt x="-1" y="544"/>
                  <a:pt x="1" y="530"/>
                  <a:pt x="5" y="517"/>
                </a:cubicBezTo>
                <a:cubicBezTo>
                  <a:pt x="9" y="504"/>
                  <a:pt x="16" y="492"/>
                  <a:pt x="26" y="481"/>
                </a:cubicBezTo>
                <a:cubicBezTo>
                  <a:pt x="35" y="471"/>
                  <a:pt x="46" y="462"/>
                  <a:pt x="58" y="456"/>
                </a:cubicBezTo>
                <a:cubicBezTo>
                  <a:pt x="71" y="450"/>
                  <a:pt x="84" y="446"/>
                  <a:pt x="98" y="445"/>
                </a:cubicBezTo>
                <a:lnTo>
                  <a:pt x="6460" y="0"/>
                </a:lnTo>
                <a:cubicBezTo>
                  <a:pt x="6474" y="-1"/>
                  <a:pt x="6488" y="1"/>
                  <a:pt x="6501" y="6"/>
                </a:cubicBezTo>
                <a:cubicBezTo>
                  <a:pt x="6514" y="10"/>
                  <a:pt x="6526" y="17"/>
                  <a:pt x="6537" y="26"/>
                </a:cubicBezTo>
                <a:cubicBezTo>
                  <a:pt x="6547" y="35"/>
                  <a:pt x="6556" y="46"/>
                  <a:pt x="6562" y="59"/>
                </a:cubicBezTo>
                <a:cubicBezTo>
                  <a:pt x="6568" y="71"/>
                  <a:pt x="6572" y="85"/>
                  <a:pt x="6573" y="99"/>
                </a:cubicBezTo>
                <a:lnTo>
                  <a:pt x="7069" y="7199"/>
                </a:lnTo>
                <a:cubicBezTo>
                  <a:pt x="7070" y="7213"/>
                  <a:pt x="7069" y="7227"/>
                  <a:pt x="7064" y="7240"/>
                </a:cubicBezTo>
                <a:cubicBezTo>
                  <a:pt x="7060" y="7254"/>
                  <a:pt x="7053" y="7266"/>
                  <a:pt x="7044" y="7276"/>
                </a:cubicBezTo>
                <a:cubicBezTo>
                  <a:pt x="7034" y="7287"/>
                  <a:pt x="7024" y="7295"/>
                  <a:pt x="7011" y="7302"/>
                </a:cubicBezTo>
                <a:cubicBezTo>
                  <a:pt x="6998" y="7308"/>
                  <a:pt x="6985" y="7311"/>
                  <a:pt x="6971" y="7312"/>
                </a:cubicBezTo>
                <a:lnTo>
                  <a:pt x="609" y="7757"/>
                </a:lnTo>
                <a:cubicBezTo>
                  <a:pt x="595" y="7758"/>
                  <a:pt x="582" y="7756"/>
                  <a:pt x="568" y="7752"/>
                </a:cubicBezTo>
                <a:cubicBezTo>
                  <a:pt x="555" y="7748"/>
                  <a:pt x="543" y="7741"/>
                  <a:pt x="532" y="7732"/>
                </a:cubicBezTo>
                <a:cubicBezTo>
                  <a:pt x="522" y="7722"/>
                  <a:pt x="513" y="7711"/>
                  <a:pt x="507" y="7699"/>
                </a:cubicBezTo>
                <a:cubicBezTo>
                  <a:pt x="501" y="7686"/>
                  <a:pt x="497" y="7673"/>
                  <a:pt x="496" y="76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" name="" descr=""/>
          <p:cNvPicPr/>
          <p:nvPr/>
        </p:nvPicPr>
        <p:blipFill>
          <a:blip r:embed="rId4"/>
          <a:stretch/>
        </p:blipFill>
        <p:spPr>
          <a:xfrm rot="21360000">
            <a:off x="9696600" y="3819960"/>
            <a:ext cx="2142720" cy="2142720"/>
          </a:xfrm>
          <a:prstGeom prst="rect">
            <a:avLst/>
          </a:prstGeom>
          <a:ln w="0">
            <a:noFill/>
          </a:ln>
        </p:spPr>
      </p:pic>
      <p:sp>
        <p:nvSpPr>
          <p:cNvPr id="75" name=""/>
          <p:cNvSpPr txBox="1"/>
          <p:nvPr/>
        </p:nvSpPr>
        <p:spPr>
          <a:xfrm rot="21480000">
            <a:off x="1847160" y="1875960"/>
            <a:ext cx="943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01 / ABOUT ME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771560" y="0"/>
            <a:ext cx="10191960" cy="2333880"/>
          </a:xfrm>
          <a:custGeom>
            <a:avLst/>
            <a:gdLst/>
            <a:ahLst/>
            <a:rect l="0" t="0" r="r" b="b"/>
            <a:pathLst>
              <a:path w="28311" h="6483">
                <a:moveTo>
                  <a:pt x="0" y="6377"/>
                </a:moveTo>
                <a:lnTo>
                  <a:pt x="0" y="105"/>
                </a:lnTo>
                <a:cubicBezTo>
                  <a:pt x="0" y="91"/>
                  <a:pt x="1" y="78"/>
                  <a:pt x="4" y="65"/>
                </a:cubicBezTo>
                <a:cubicBezTo>
                  <a:pt x="6" y="52"/>
                  <a:pt x="10" y="40"/>
                  <a:pt x="15" y="30"/>
                </a:cubicBezTo>
                <a:cubicBezTo>
                  <a:pt x="20" y="21"/>
                  <a:pt x="26" y="13"/>
                  <a:pt x="32" y="8"/>
                </a:cubicBezTo>
                <a:cubicBezTo>
                  <a:pt x="39" y="2"/>
                  <a:pt x="46" y="0"/>
                  <a:pt x="53" y="0"/>
                </a:cubicBezTo>
                <a:lnTo>
                  <a:pt x="28205" y="0"/>
                </a:lnTo>
                <a:cubicBezTo>
                  <a:pt x="28219" y="0"/>
                  <a:pt x="28233" y="2"/>
                  <a:pt x="28246" y="8"/>
                </a:cubicBezTo>
                <a:cubicBezTo>
                  <a:pt x="28259" y="13"/>
                  <a:pt x="28270" y="21"/>
                  <a:pt x="28280" y="30"/>
                </a:cubicBezTo>
                <a:cubicBezTo>
                  <a:pt x="28290" y="40"/>
                  <a:pt x="28298" y="52"/>
                  <a:pt x="28303" y="65"/>
                </a:cubicBezTo>
                <a:cubicBezTo>
                  <a:pt x="28308" y="78"/>
                  <a:pt x="28311" y="91"/>
                  <a:pt x="28311" y="105"/>
                </a:cubicBezTo>
                <a:lnTo>
                  <a:pt x="28311" y="6377"/>
                </a:lnTo>
                <a:cubicBezTo>
                  <a:pt x="28311" y="6391"/>
                  <a:pt x="28308" y="6404"/>
                  <a:pt x="28303" y="6417"/>
                </a:cubicBezTo>
                <a:cubicBezTo>
                  <a:pt x="28298" y="6430"/>
                  <a:pt x="28290" y="6442"/>
                  <a:pt x="28280" y="6452"/>
                </a:cubicBezTo>
                <a:cubicBezTo>
                  <a:pt x="28270" y="6462"/>
                  <a:pt x="28259" y="6469"/>
                  <a:pt x="28246" y="6475"/>
                </a:cubicBezTo>
                <a:cubicBezTo>
                  <a:pt x="28233" y="6480"/>
                  <a:pt x="28219" y="6483"/>
                  <a:pt x="28205" y="6483"/>
                </a:cubicBezTo>
                <a:lnTo>
                  <a:pt x="53" y="6483"/>
                </a:lnTo>
                <a:cubicBezTo>
                  <a:pt x="46" y="6483"/>
                  <a:pt x="39" y="6480"/>
                  <a:pt x="32" y="6475"/>
                </a:cubicBezTo>
                <a:cubicBezTo>
                  <a:pt x="26" y="6469"/>
                  <a:pt x="20" y="6462"/>
                  <a:pt x="15" y="6452"/>
                </a:cubicBezTo>
                <a:cubicBezTo>
                  <a:pt x="10" y="6442"/>
                  <a:pt x="6" y="6430"/>
                  <a:pt x="4" y="6417"/>
                </a:cubicBezTo>
                <a:cubicBezTo>
                  <a:pt x="1" y="6404"/>
                  <a:pt x="0" y="6391"/>
                  <a:pt x="0" y="6377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752480" y="0"/>
            <a:ext cx="38130" cy="2333880"/>
          </a:xfrm>
          <a:custGeom>
            <a:avLst/>
            <a:gdLst/>
            <a:ahLst/>
            <a:rect l="0" t="0" r="r" b="b"/>
            <a:pathLst>
              <a:path w="28364" h="6483">
                <a:moveTo>
                  <a:pt x="0" y="0"/>
                </a:moveTo>
                <a:lnTo>
                  <a:pt x="28364" y="0"/>
                </a:lnTo>
                <a:lnTo>
                  <a:pt x="28364" y="6483"/>
                </a:lnTo>
                <a:lnTo>
                  <a:pt x="0" y="6483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1752480" y="3857400"/>
            <a:ext cx="19440" cy="333720"/>
          </a:xfrm>
          <a:custGeom>
            <a:avLst/>
            <a:gdLst/>
            <a:ahLst/>
            <a:rect l="0" t="0" r="r" b="b"/>
            <a:pathLst>
              <a:path w="54" h="927">
                <a:moveTo>
                  <a:pt x="0" y="0"/>
                </a:moveTo>
                <a:lnTo>
                  <a:pt x="54" y="0"/>
                </a:lnTo>
                <a:lnTo>
                  <a:pt x="54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019240" y="181800"/>
            <a:ext cx="3132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MỤC TIÊU NGHỀ NGHIỆP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019240" y="608760"/>
            <a:ext cx="6179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Content Marketing Executive +2 năm kinh nghiệm trong việc nghiên cứu insight khách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019240" y="865800"/>
            <a:ext cx="5860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hàng và sản xuất nội dung chuyển đổi đa kênh (Social, Ads). Có thế mạnh nắm bắt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019240" y="1113480"/>
            <a:ext cx="6235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tâm lý người mua, nhạy bén bắt trend và thành thạo ứng dụng các công cụ AI nhằm tối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019240" y="1361160"/>
            <a:ext cx="6256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ưu hóa quy trình sản xuất content. Mong muốn đồng hành cùng Quý doanh nghiệp tạo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019240" y="1618200"/>
            <a:ext cx="5854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ra các chiến dịch nội dung sáng tạo, mang lại giá trị thực tế cho khách hàng, đồng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019240" y="1865880"/>
            <a:ext cx="4583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thời tối ưu hiệu quả chuyển đổi và thúc đẩy doanh số sản phẩm.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924200" y="3829680"/>
            <a:ext cx="83368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Nội dung không chỉ để xem, nội dung phải để kết nối và tạo giá trị.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752480" y="6028200"/>
            <a:ext cx="1364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Thấu hiểu khán giả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442680" y="6028200"/>
            <a:ext cx="1791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Sáng tạo dựa trên số liệu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587920" y="6028200"/>
            <a:ext cx="2273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Giải quyết bài toán thương hiệu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752480" y="8219880"/>
            <a:ext cx="19440" cy="352800"/>
          </a:xfrm>
          <a:custGeom>
            <a:avLst/>
            <a:gdLst/>
            <a:ahLst/>
            <a:rect l="0" t="0" r="r" b="b"/>
            <a:pathLst>
              <a:path w="54" h="980">
                <a:moveTo>
                  <a:pt x="0" y="0"/>
                </a:moveTo>
                <a:lnTo>
                  <a:pt x="54" y="0"/>
                </a:lnTo>
                <a:lnTo>
                  <a:pt x="5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748160" y="5680800"/>
            <a:ext cx="1066680" cy="306720"/>
          </a:xfrm>
          <a:custGeom>
            <a:avLst/>
            <a:gdLst/>
            <a:ahLst/>
            <a:rect l="0" t="0" r="r" b="b"/>
            <a:pathLst>
              <a:path w="2963" h="852">
                <a:moveTo>
                  <a:pt x="31" y="752"/>
                </a:moveTo>
                <a:lnTo>
                  <a:pt x="0" y="303"/>
                </a:lnTo>
                <a:cubicBezTo>
                  <a:pt x="-1" y="289"/>
                  <a:pt x="1" y="275"/>
                  <a:pt x="5" y="262"/>
                </a:cubicBezTo>
                <a:cubicBezTo>
                  <a:pt x="10" y="249"/>
                  <a:pt x="16" y="237"/>
                  <a:pt x="26" y="226"/>
                </a:cubicBezTo>
                <a:cubicBezTo>
                  <a:pt x="35" y="215"/>
                  <a:pt x="46" y="207"/>
                  <a:pt x="58" y="201"/>
                </a:cubicBezTo>
                <a:cubicBezTo>
                  <a:pt x="71" y="195"/>
                  <a:pt x="84" y="191"/>
                  <a:pt x="98" y="190"/>
                </a:cubicBezTo>
                <a:lnTo>
                  <a:pt x="2818" y="0"/>
                </a:lnTo>
                <a:cubicBezTo>
                  <a:pt x="2832" y="-1"/>
                  <a:pt x="2845" y="1"/>
                  <a:pt x="2859" y="5"/>
                </a:cubicBezTo>
                <a:cubicBezTo>
                  <a:pt x="2872" y="10"/>
                  <a:pt x="2884" y="16"/>
                  <a:pt x="2894" y="26"/>
                </a:cubicBezTo>
                <a:cubicBezTo>
                  <a:pt x="2905" y="35"/>
                  <a:pt x="2913" y="46"/>
                  <a:pt x="2920" y="58"/>
                </a:cubicBezTo>
                <a:cubicBezTo>
                  <a:pt x="2926" y="71"/>
                  <a:pt x="2930" y="84"/>
                  <a:pt x="2931" y="98"/>
                </a:cubicBezTo>
                <a:lnTo>
                  <a:pt x="2962" y="547"/>
                </a:lnTo>
                <a:cubicBezTo>
                  <a:pt x="2963" y="561"/>
                  <a:pt x="2961" y="574"/>
                  <a:pt x="2957" y="588"/>
                </a:cubicBezTo>
                <a:cubicBezTo>
                  <a:pt x="2952" y="601"/>
                  <a:pt x="2945" y="613"/>
                  <a:pt x="2936" y="624"/>
                </a:cubicBezTo>
                <a:cubicBezTo>
                  <a:pt x="2927" y="634"/>
                  <a:pt x="2916" y="643"/>
                  <a:pt x="2904" y="649"/>
                </a:cubicBezTo>
                <a:cubicBezTo>
                  <a:pt x="2891" y="655"/>
                  <a:pt x="2878" y="659"/>
                  <a:pt x="2864" y="660"/>
                </a:cubicBezTo>
                <a:lnTo>
                  <a:pt x="144" y="851"/>
                </a:lnTo>
                <a:cubicBezTo>
                  <a:pt x="130" y="852"/>
                  <a:pt x="117" y="850"/>
                  <a:pt x="103" y="846"/>
                </a:cubicBezTo>
                <a:cubicBezTo>
                  <a:pt x="90" y="841"/>
                  <a:pt x="78" y="834"/>
                  <a:pt x="67" y="825"/>
                </a:cubicBezTo>
                <a:cubicBezTo>
                  <a:pt x="57" y="816"/>
                  <a:pt x="48" y="805"/>
                  <a:pt x="42" y="791"/>
                </a:cubicBezTo>
                <a:cubicBezTo>
                  <a:pt x="36" y="779"/>
                  <a:pt x="32" y="766"/>
                  <a:pt x="31" y="752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752480" y="7734960"/>
            <a:ext cx="16419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HÀNH TRÌNH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434760" y="5690880"/>
            <a:ext cx="998280" cy="286200"/>
          </a:xfrm>
          <a:custGeom>
            <a:avLst/>
            <a:gdLst/>
            <a:ahLst/>
            <a:rect l="0" t="0" r="r" b="b"/>
            <a:pathLst>
              <a:path w="2773" h="795">
                <a:moveTo>
                  <a:pt x="0" y="550"/>
                </a:moveTo>
                <a:lnTo>
                  <a:pt x="23" y="100"/>
                </a:lnTo>
                <a:cubicBezTo>
                  <a:pt x="24" y="86"/>
                  <a:pt x="28" y="72"/>
                  <a:pt x="34" y="60"/>
                </a:cubicBezTo>
                <a:cubicBezTo>
                  <a:pt x="40" y="47"/>
                  <a:pt x="48" y="36"/>
                  <a:pt x="58" y="27"/>
                </a:cubicBezTo>
                <a:cubicBezTo>
                  <a:pt x="69" y="17"/>
                  <a:pt x="81" y="10"/>
                  <a:pt x="94" y="5"/>
                </a:cubicBezTo>
                <a:cubicBezTo>
                  <a:pt x="107" y="1"/>
                  <a:pt x="121" y="-1"/>
                  <a:pt x="135" y="0"/>
                </a:cubicBezTo>
                <a:lnTo>
                  <a:pt x="2672" y="132"/>
                </a:lnTo>
                <a:cubicBezTo>
                  <a:pt x="2686" y="133"/>
                  <a:pt x="2700" y="137"/>
                  <a:pt x="2712" y="143"/>
                </a:cubicBezTo>
                <a:cubicBezTo>
                  <a:pt x="2725" y="149"/>
                  <a:pt x="2736" y="157"/>
                  <a:pt x="2745" y="167"/>
                </a:cubicBezTo>
                <a:cubicBezTo>
                  <a:pt x="2755" y="178"/>
                  <a:pt x="2762" y="190"/>
                  <a:pt x="2766" y="203"/>
                </a:cubicBezTo>
                <a:cubicBezTo>
                  <a:pt x="2771" y="216"/>
                  <a:pt x="2773" y="230"/>
                  <a:pt x="2772" y="244"/>
                </a:cubicBezTo>
                <a:lnTo>
                  <a:pt x="2749" y="694"/>
                </a:lnTo>
                <a:cubicBezTo>
                  <a:pt x="2748" y="708"/>
                  <a:pt x="2745" y="721"/>
                  <a:pt x="2739" y="734"/>
                </a:cubicBezTo>
                <a:cubicBezTo>
                  <a:pt x="2733" y="747"/>
                  <a:pt x="2724" y="758"/>
                  <a:pt x="2714" y="767"/>
                </a:cubicBezTo>
                <a:cubicBezTo>
                  <a:pt x="2704" y="776"/>
                  <a:pt x="2692" y="783"/>
                  <a:pt x="2678" y="788"/>
                </a:cubicBezTo>
                <a:cubicBezTo>
                  <a:pt x="2665" y="793"/>
                  <a:pt x="2652" y="795"/>
                  <a:pt x="2638" y="794"/>
                </a:cubicBezTo>
                <a:lnTo>
                  <a:pt x="100" y="661"/>
                </a:lnTo>
                <a:cubicBezTo>
                  <a:pt x="86" y="660"/>
                  <a:pt x="73" y="657"/>
                  <a:pt x="60" y="651"/>
                </a:cubicBezTo>
                <a:cubicBezTo>
                  <a:pt x="47" y="645"/>
                  <a:pt x="36" y="637"/>
                  <a:pt x="27" y="626"/>
                </a:cubicBezTo>
                <a:cubicBezTo>
                  <a:pt x="18" y="616"/>
                  <a:pt x="11" y="604"/>
                  <a:pt x="6" y="591"/>
                </a:cubicBezTo>
                <a:cubicBezTo>
                  <a:pt x="1" y="578"/>
                  <a:pt x="-1" y="564"/>
                  <a:pt x="0" y="550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 rot="21360000">
            <a:off x="1847160" y="5732640"/>
            <a:ext cx="912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USER-CENTRIC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588640" y="5694840"/>
            <a:ext cx="1243440" cy="279000"/>
          </a:xfrm>
          <a:custGeom>
            <a:avLst/>
            <a:gdLst/>
            <a:ahLst/>
            <a:rect l="0" t="0" r="r" b="b"/>
            <a:pathLst>
              <a:path w="3454" h="775">
                <a:moveTo>
                  <a:pt x="17" y="672"/>
                </a:moveTo>
                <a:lnTo>
                  <a:pt x="0" y="223"/>
                </a:lnTo>
                <a:cubicBezTo>
                  <a:pt x="-1" y="209"/>
                  <a:pt x="2" y="195"/>
                  <a:pt x="6" y="182"/>
                </a:cubicBezTo>
                <a:cubicBezTo>
                  <a:pt x="11" y="169"/>
                  <a:pt x="20" y="157"/>
                  <a:pt x="29" y="147"/>
                </a:cubicBezTo>
                <a:cubicBezTo>
                  <a:pt x="39" y="137"/>
                  <a:pt x="50" y="129"/>
                  <a:pt x="63" y="123"/>
                </a:cubicBezTo>
                <a:cubicBezTo>
                  <a:pt x="75" y="117"/>
                  <a:pt x="89" y="114"/>
                  <a:pt x="103" y="113"/>
                </a:cubicBezTo>
                <a:lnTo>
                  <a:pt x="3329" y="0"/>
                </a:lnTo>
                <a:cubicBezTo>
                  <a:pt x="3343" y="-1"/>
                  <a:pt x="3356" y="1"/>
                  <a:pt x="3370" y="6"/>
                </a:cubicBezTo>
                <a:cubicBezTo>
                  <a:pt x="3383" y="11"/>
                  <a:pt x="3394" y="18"/>
                  <a:pt x="3405" y="29"/>
                </a:cubicBezTo>
                <a:cubicBezTo>
                  <a:pt x="3415" y="39"/>
                  <a:pt x="3423" y="50"/>
                  <a:pt x="3429" y="62"/>
                </a:cubicBezTo>
                <a:cubicBezTo>
                  <a:pt x="3435" y="75"/>
                  <a:pt x="3438" y="89"/>
                  <a:pt x="3438" y="103"/>
                </a:cubicBezTo>
                <a:lnTo>
                  <a:pt x="3454" y="552"/>
                </a:lnTo>
                <a:cubicBezTo>
                  <a:pt x="3455" y="566"/>
                  <a:pt x="3452" y="580"/>
                  <a:pt x="3447" y="593"/>
                </a:cubicBezTo>
                <a:cubicBezTo>
                  <a:pt x="3442" y="606"/>
                  <a:pt x="3435" y="618"/>
                  <a:pt x="3426" y="628"/>
                </a:cubicBezTo>
                <a:cubicBezTo>
                  <a:pt x="3416" y="638"/>
                  <a:pt x="3405" y="646"/>
                  <a:pt x="3392" y="652"/>
                </a:cubicBezTo>
                <a:cubicBezTo>
                  <a:pt x="3379" y="658"/>
                  <a:pt x="3366" y="661"/>
                  <a:pt x="3352" y="662"/>
                </a:cubicBezTo>
                <a:lnTo>
                  <a:pt x="126" y="774"/>
                </a:lnTo>
                <a:cubicBezTo>
                  <a:pt x="112" y="775"/>
                  <a:pt x="98" y="773"/>
                  <a:pt x="85" y="768"/>
                </a:cubicBezTo>
                <a:cubicBezTo>
                  <a:pt x="72" y="763"/>
                  <a:pt x="60" y="756"/>
                  <a:pt x="50" y="746"/>
                </a:cubicBezTo>
                <a:cubicBezTo>
                  <a:pt x="40" y="736"/>
                  <a:pt x="32" y="725"/>
                  <a:pt x="26" y="712"/>
                </a:cubicBezTo>
                <a:cubicBezTo>
                  <a:pt x="20" y="700"/>
                  <a:pt x="17" y="686"/>
                  <a:pt x="17" y="672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 rot="180000">
            <a:off x="3534120" y="5735880"/>
            <a:ext cx="86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DATA-DRIVEN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 rot="21480000">
            <a:off x="5685840" y="5733360"/>
            <a:ext cx="1110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PURPOSE-DRIVEN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723680" y="83055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4"/>
                  <a:pt x="22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2" y="42"/>
                  <a:pt x="200" y="54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939320" y="8173080"/>
            <a:ext cx="14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2020 - 2024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1752480" y="0"/>
            <a:ext cx="19440" cy="3381480"/>
          </a:xfrm>
          <a:custGeom>
            <a:avLst/>
            <a:gdLst/>
            <a:ahLst/>
            <a:rect l="0" t="0" r="r" b="b"/>
            <a:pathLst>
              <a:path w="54" h="9393">
                <a:moveTo>
                  <a:pt x="0" y="0"/>
                </a:moveTo>
                <a:lnTo>
                  <a:pt x="54" y="0"/>
                </a:lnTo>
                <a:lnTo>
                  <a:pt x="54" y="9393"/>
                </a:lnTo>
                <a:lnTo>
                  <a:pt x="0" y="9393"/>
                </a:lnTo>
                <a:lnTo>
                  <a:pt x="0" y="0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752480" y="4124160"/>
            <a:ext cx="19440" cy="4448520"/>
          </a:xfrm>
          <a:custGeom>
            <a:avLst/>
            <a:gdLst/>
            <a:ahLst/>
            <a:rect l="0" t="0" r="r" b="b"/>
            <a:pathLst>
              <a:path w="54" h="12357">
                <a:moveTo>
                  <a:pt x="0" y="0"/>
                </a:moveTo>
                <a:lnTo>
                  <a:pt x="54" y="0"/>
                </a:lnTo>
                <a:lnTo>
                  <a:pt x="54" y="12357"/>
                </a:lnTo>
                <a:lnTo>
                  <a:pt x="0" y="12357"/>
                </a:lnTo>
                <a:lnTo>
                  <a:pt x="0" y="0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752480" y="3639240"/>
            <a:ext cx="1800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KINH NGHIỆM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939320" y="18000"/>
            <a:ext cx="1828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Nền tảng &amp; Sự dấn thân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939320" y="265680"/>
            <a:ext cx="6043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Phó Ban Đối ngoại dự án SpeedUp 2021; gây quỹ 250+ triệu VNĐ cho dự án "Xuân về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939320" y="522720"/>
            <a:ext cx="5394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no ấm". Rèn kỹ năng kết nối và hiện thực hóa ý tưởng qua kế hoạch chi tiết.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939320" y="972360"/>
            <a:ext cx="14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2023 - 2024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939320" y="1332360"/>
            <a:ext cx="1469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Chuyên nghiệp hóa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939320" y="1580040"/>
            <a:ext cx="6211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PJICO + Grand Nutrition. Tổ chức sự kiện, lan tỏa giá trị gắn kết nhân sự bằng nội dung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723680" y="11048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0" y="198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939320" y="1837440"/>
            <a:ext cx="659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sáng tạo.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939320" y="2286720"/>
            <a:ext cx="14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2024 - 2026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939320" y="2647080"/>
            <a:ext cx="1762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Tăng trưởng &amp; Đột phá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939320" y="2894760"/>
            <a:ext cx="6044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Chuyên sâu Content Strategy cho YouTube và video ngắn. Nghiên cứu thị trường, tối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723680" y="24192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939320" y="3151800"/>
            <a:ext cx="2878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ưu kịch bản, thúc đẩy tăng trưởng kênh.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939320" y="4141800"/>
            <a:ext cx="5479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Nhân viên Content Marketing — Công ty Cổ phần Step Up Education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942920" y="47908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2" y="83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1" y="125"/>
                  <a:pt x="92" y="128"/>
                </a:cubicBezTo>
                <a:cubicBezTo>
                  <a:pt x="84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1"/>
                  <a:pt x="5" y="92"/>
                </a:cubicBezTo>
                <a:cubicBezTo>
                  <a:pt x="2" y="83"/>
                  <a:pt x="0" y="75"/>
                  <a:pt x="0" y="66"/>
                </a:cubicBezTo>
                <a:cubicBezTo>
                  <a:pt x="0" y="57"/>
                  <a:pt x="2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7"/>
                  <a:pt x="133" y="66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939320" y="4401360"/>
            <a:ext cx="950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4/2026 - Hiện tại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106720" y="4694760"/>
            <a:ext cx="5968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Nghiên cứu tâm lý khách hàng, viết content khai thác đúng "nỗi đau" cho sản phẩm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942920" y="53434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1" y="125"/>
                  <a:pt x="92" y="128"/>
                </a:cubicBezTo>
                <a:cubicBezTo>
                  <a:pt x="84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6" y="14"/>
                  <a:pt x="33" y="9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4" y="1"/>
                  <a:pt x="92" y="5"/>
                </a:cubicBezTo>
                <a:cubicBezTo>
                  <a:pt x="101" y="9"/>
                  <a:pt x="108" y="14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50"/>
                  <a:pt x="133" y="58"/>
                  <a:pt x="133" y="67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106720" y="4942440"/>
            <a:ext cx="4124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Robot dạy tiếng Anh, góp phần nâng cao tỷ lệ chuyển đổi.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106720" y="5247360"/>
            <a:ext cx="5897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Sáng tạo kịch bản và phối hợp quay/dựng video short-form đa kênh; bắt trend linh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942920" y="59054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1" y="125"/>
                  <a:pt x="92" y="128"/>
                </a:cubicBezTo>
                <a:cubicBezTo>
                  <a:pt x="84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1"/>
                </a:cubicBezTo>
                <a:cubicBezTo>
                  <a:pt x="8" y="33"/>
                  <a:pt x="13" y="25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4" y="1"/>
                  <a:pt x="92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2" y="50"/>
                  <a:pt x="133" y="58"/>
                  <a:pt x="133" y="67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106720" y="5504400"/>
            <a:ext cx="5837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hoạt, lồng ghép thông điệp bán hàng tự nhiên và tối ưu tỷ lệ giữ chân người xem.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2106720" y="5809320"/>
            <a:ext cx="6058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Ứng dụng hiệu quả AI tools để nghiên cứu insight, cập nhật xu hướng và tăng tốc độ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723680" y="4209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106720" y="6057000"/>
            <a:ext cx="2210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sản xuất kịch bản, content ads.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939320" y="6627600"/>
            <a:ext cx="4911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Nhân viên Content Marketing — Công ty Truyền thông Bodhi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942920" y="72673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6"/>
                  <a:pt x="132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1" y="125"/>
                  <a:pt x="92" y="128"/>
                </a:cubicBezTo>
                <a:cubicBezTo>
                  <a:pt x="84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2" y="85"/>
                  <a:pt x="0" y="76"/>
                  <a:pt x="0" y="66"/>
                </a:cubicBezTo>
                <a:cubicBezTo>
                  <a:pt x="0" y="58"/>
                  <a:pt x="2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6" y="13"/>
                  <a:pt x="33" y="9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1" y="9"/>
                  <a:pt x="108" y="13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8"/>
                  <a:pt x="133" y="66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939320" y="6887520"/>
            <a:ext cx="901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2/2025 - 2/2026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106720" y="7171200"/>
            <a:ext cx="6086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Nghiên cứu thị trường và phân tích chân dung khách hàng mục tiêu cho các kênh nội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942920" y="782928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6"/>
                </a:moveTo>
                <a:cubicBezTo>
                  <a:pt x="133" y="75"/>
                  <a:pt x="132" y="84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1" y="125"/>
                  <a:pt x="92" y="129"/>
                </a:cubicBezTo>
                <a:cubicBezTo>
                  <a:pt x="84" y="132"/>
                  <a:pt x="75" y="134"/>
                  <a:pt x="66" y="134"/>
                </a:cubicBezTo>
                <a:cubicBezTo>
                  <a:pt x="57" y="134"/>
                  <a:pt x="49" y="132"/>
                  <a:pt x="41" y="129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1"/>
                  <a:pt x="5" y="92"/>
                </a:cubicBezTo>
                <a:cubicBezTo>
                  <a:pt x="2" y="84"/>
                  <a:pt x="0" y="75"/>
                  <a:pt x="0" y="66"/>
                </a:cubicBezTo>
                <a:cubicBezTo>
                  <a:pt x="0" y="58"/>
                  <a:pt x="2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6" y="13"/>
                  <a:pt x="33" y="9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1" y="9"/>
                  <a:pt x="108" y="13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49"/>
                  <a:pt x="133" y="58"/>
                  <a:pt x="133" y="66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106720" y="7428600"/>
            <a:ext cx="1198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dung khác nhau.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942920" y="81342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2"/>
                </a:cubicBezTo>
                <a:cubicBezTo>
                  <a:pt x="125" y="100"/>
                  <a:pt x="120" y="108"/>
                  <a:pt x="114" y="114"/>
                </a:cubicBezTo>
                <a:cubicBezTo>
                  <a:pt x="108" y="120"/>
                  <a:pt x="101" y="125"/>
                  <a:pt x="92" y="128"/>
                </a:cubicBezTo>
                <a:cubicBezTo>
                  <a:pt x="84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0"/>
                  <a:pt x="5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1"/>
                </a:cubicBezTo>
                <a:cubicBezTo>
                  <a:pt x="8" y="33"/>
                  <a:pt x="13" y="25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2" y="50"/>
                  <a:pt x="133" y="58"/>
                  <a:pt x="133" y="67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2106720" y="7733160"/>
            <a:ext cx="5014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Xây dựng 4+ tuyến nội dung chính/kênh và đề xuất ý tưởng theo tuần.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723680" y="66960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106720" y="8038080"/>
            <a:ext cx="5203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Viết và triển khai 30+ kịch bản video ngắn/dài, trung bình 3-4 video/tuần.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857232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752480" y="0"/>
            <a:ext cx="19440" cy="3095640"/>
          </a:xfrm>
          <a:custGeom>
            <a:avLst/>
            <a:gdLst/>
            <a:ahLst/>
            <a:rect l="0" t="0" r="r" b="b"/>
            <a:pathLst>
              <a:path w="54" h="8599">
                <a:moveTo>
                  <a:pt x="0" y="0"/>
                </a:moveTo>
                <a:lnTo>
                  <a:pt x="54" y="0"/>
                </a:lnTo>
                <a:lnTo>
                  <a:pt x="54" y="8599"/>
                </a:lnTo>
                <a:lnTo>
                  <a:pt x="0" y="8599"/>
                </a:lnTo>
                <a:lnTo>
                  <a:pt x="0" y="0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752480" y="5219640"/>
            <a:ext cx="3200760" cy="2286360"/>
          </a:xfrm>
          <a:custGeom>
            <a:avLst/>
            <a:gdLst/>
            <a:ahLst/>
            <a:rect l="0" t="0" r="r" b="b"/>
            <a:pathLst>
              <a:path w="8891" h="6351">
                <a:moveTo>
                  <a:pt x="0" y="624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2"/>
                  <a:pt x="8825" y="8"/>
                </a:cubicBezTo>
                <a:cubicBezTo>
                  <a:pt x="8838" y="13"/>
                  <a:pt x="8850" y="21"/>
                  <a:pt x="8860" y="31"/>
                </a:cubicBezTo>
                <a:cubicBezTo>
                  <a:pt x="8870" y="41"/>
                  <a:pt x="8877" y="52"/>
                  <a:pt x="8883" y="65"/>
                </a:cubicBezTo>
                <a:cubicBezTo>
                  <a:pt x="8888" y="78"/>
                  <a:pt x="8891" y="91"/>
                  <a:pt x="8891" y="105"/>
                </a:cubicBezTo>
                <a:lnTo>
                  <a:pt x="8891" y="6245"/>
                </a:lnTo>
                <a:cubicBezTo>
                  <a:pt x="8891" y="6259"/>
                  <a:pt x="8888" y="6272"/>
                  <a:pt x="8883" y="6285"/>
                </a:cubicBezTo>
                <a:cubicBezTo>
                  <a:pt x="8877" y="6298"/>
                  <a:pt x="8870" y="6310"/>
                  <a:pt x="8860" y="6320"/>
                </a:cubicBezTo>
                <a:cubicBezTo>
                  <a:pt x="8850" y="6330"/>
                  <a:pt x="8838" y="6337"/>
                  <a:pt x="8825" y="6343"/>
                </a:cubicBezTo>
                <a:cubicBezTo>
                  <a:pt x="8813" y="6348"/>
                  <a:pt x="8799" y="6351"/>
                  <a:pt x="8785" y="6351"/>
                </a:cubicBezTo>
                <a:lnTo>
                  <a:pt x="106" y="6351"/>
                </a:lnTo>
                <a:cubicBezTo>
                  <a:pt x="92" y="6351"/>
                  <a:pt x="78" y="6348"/>
                  <a:pt x="65" y="6343"/>
                </a:cubicBezTo>
                <a:cubicBezTo>
                  <a:pt x="52" y="6337"/>
                  <a:pt x="41" y="6330"/>
                  <a:pt x="31" y="6320"/>
                </a:cubicBezTo>
                <a:cubicBezTo>
                  <a:pt x="21" y="6310"/>
                  <a:pt x="13" y="6298"/>
                  <a:pt x="8" y="6285"/>
                </a:cubicBezTo>
                <a:cubicBezTo>
                  <a:pt x="3" y="6272"/>
                  <a:pt x="0" y="6259"/>
                  <a:pt x="0" y="6245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752480" y="4725000"/>
            <a:ext cx="11559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KỸ NĂNG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257440" y="5219640"/>
            <a:ext cx="3200760" cy="2286360"/>
          </a:xfrm>
          <a:custGeom>
            <a:avLst/>
            <a:gdLst/>
            <a:ahLst/>
            <a:rect l="0" t="0" r="r" b="b"/>
            <a:pathLst>
              <a:path w="8891" h="6351">
                <a:moveTo>
                  <a:pt x="0" y="6245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8786" y="0"/>
                </a:lnTo>
                <a:cubicBezTo>
                  <a:pt x="8800" y="0"/>
                  <a:pt x="8813" y="2"/>
                  <a:pt x="8826" y="8"/>
                </a:cubicBezTo>
                <a:cubicBezTo>
                  <a:pt x="8839" y="13"/>
                  <a:pt x="8851" y="21"/>
                  <a:pt x="8861" y="31"/>
                </a:cubicBezTo>
                <a:cubicBezTo>
                  <a:pt x="8870" y="41"/>
                  <a:pt x="8878" y="52"/>
                  <a:pt x="8883" y="65"/>
                </a:cubicBezTo>
                <a:cubicBezTo>
                  <a:pt x="8889" y="78"/>
                  <a:pt x="8891" y="91"/>
                  <a:pt x="8891" y="105"/>
                </a:cubicBezTo>
                <a:lnTo>
                  <a:pt x="8891" y="6245"/>
                </a:lnTo>
                <a:cubicBezTo>
                  <a:pt x="8891" y="6259"/>
                  <a:pt x="8889" y="6272"/>
                  <a:pt x="8883" y="6285"/>
                </a:cubicBezTo>
                <a:cubicBezTo>
                  <a:pt x="8878" y="6298"/>
                  <a:pt x="8870" y="6310"/>
                  <a:pt x="8861" y="6320"/>
                </a:cubicBezTo>
                <a:cubicBezTo>
                  <a:pt x="8851" y="6330"/>
                  <a:pt x="8839" y="6337"/>
                  <a:pt x="8826" y="6343"/>
                </a:cubicBezTo>
                <a:cubicBezTo>
                  <a:pt x="8813" y="6348"/>
                  <a:pt x="8800" y="6351"/>
                  <a:pt x="8786" y="6351"/>
                </a:cubicBezTo>
                <a:lnTo>
                  <a:pt x="106" y="6351"/>
                </a:lnTo>
                <a:cubicBezTo>
                  <a:pt x="92" y="6351"/>
                  <a:pt x="79" y="6348"/>
                  <a:pt x="66" y="6343"/>
                </a:cubicBezTo>
                <a:cubicBezTo>
                  <a:pt x="53" y="6337"/>
                  <a:pt x="41" y="6330"/>
                  <a:pt x="31" y="6320"/>
                </a:cubicBezTo>
                <a:cubicBezTo>
                  <a:pt x="22" y="6310"/>
                  <a:pt x="14" y="6298"/>
                  <a:pt x="9" y="6285"/>
                </a:cubicBezTo>
                <a:cubicBezTo>
                  <a:pt x="3" y="6272"/>
                  <a:pt x="0" y="6259"/>
                  <a:pt x="0" y="6245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942920" y="5427720"/>
            <a:ext cx="2522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Xây dựng &amp; triển khai nội dung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752480" y="8572320"/>
            <a:ext cx="3200760" cy="1619640"/>
          </a:xfrm>
          <a:custGeom>
            <a:avLst/>
            <a:gdLst/>
            <a:ahLst/>
            <a:rect l="0" t="0" r="r" b="b"/>
            <a:pathLst>
              <a:path w="8891" h="4499">
                <a:moveTo>
                  <a:pt x="0" y="4393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3"/>
                  <a:pt x="8825" y="8"/>
                </a:cubicBezTo>
                <a:cubicBezTo>
                  <a:pt x="8838" y="13"/>
                  <a:pt x="8850" y="21"/>
                  <a:pt x="8860" y="31"/>
                </a:cubicBezTo>
                <a:cubicBezTo>
                  <a:pt x="8870" y="41"/>
                  <a:pt x="8877" y="52"/>
                  <a:pt x="8883" y="65"/>
                </a:cubicBezTo>
                <a:cubicBezTo>
                  <a:pt x="8888" y="78"/>
                  <a:pt x="8891" y="92"/>
                  <a:pt x="8891" y="106"/>
                </a:cubicBezTo>
                <a:lnTo>
                  <a:pt x="8891" y="4393"/>
                </a:lnTo>
                <a:cubicBezTo>
                  <a:pt x="8891" y="4407"/>
                  <a:pt x="8888" y="4421"/>
                  <a:pt x="8883" y="4434"/>
                </a:cubicBezTo>
                <a:cubicBezTo>
                  <a:pt x="8877" y="4447"/>
                  <a:pt x="8870" y="4458"/>
                  <a:pt x="8860" y="4468"/>
                </a:cubicBezTo>
                <a:cubicBezTo>
                  <a:pt x="8850" y="4478"/>
                  <a:pt x="8838" y="4485"/>
                  <a:pt x="8825" y="4491"/>
                </a:cubicBezTo>
                <a:cubicBezTo>
                  <a:pt x="8813" y="4496"/>
                  <a:pt x="8799" y="4499"/>
                  <a:pt x="8785" y="4499"/>
                </a:cubicBezTo>
                <a:lnTo>
                  <a:pt x="106" y="4499"/>
                </a:lnTo>
                <a:cubicBezTo>
                  <a:pt x="92" y="4499"/>
                  <a:pt x="78" y="4496"/>
                  <a:pt x="65" y="4491"/>
                </a:cubicBezTo>
                <a:cubicBezTo>
                  <a:pt x="52" y="4485"/>
                  <a:pt x="41" y="4478"/>
                  <a:pt x="31" y="4468"/>
                </a:cubicBezTo>
                <a:cubicBezTo>
                  <a:pt x="21" y="4458"/>
                  <a:pt x="13" y="4447"/>
                  <a:pt x="8" y="4434"/>
                </a:cubicBezTo>
                <a:cubicBezTo>
                  <a:pt x="3" y="4421"/>
                  <a:pt x="0" y="4407"/>
                  <a:pt x="0" y="439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942920" y="1141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1" y="125"/>
                  <a:pt x="92" y="128"/>
                </a:cubicBezTo>
                <a:cubicBezTo>
                  <a:pt x="84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1"/>
                  <a:pt x="5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2"/>
                </a:cubicBezTo>
                <a:cubicBezTo>
                  <a:pt x="8" y="34"/>
                  <a:pt x="13" y="27"/>
                  <a:pt x="19" y="20"/>
                </a:cubicBezTo>
                <a:cubicBezTo>
                  <a:pt x="26" y="14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1" y="8"/>
                  <a:pt x="108" y="14"/>
                  <a:pt x="114" y="20"/>
                </a:cubicBezTo>
                <a:cubicBezTo>
                  <a:pt x="120" y="27"/>
                  <a:pt x="125" y="34"/>
                  <a:pt x="128" y="42"/>
                </a:cubicBezTo>
                <a:cubicBezTo>
                  <a:pt x="132" y="50"/>
                  <a:pt x="133" y="58"/>
                  <a:pt x="133" y="67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448240" y="5427720"/>
            <a:ext cx="1383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Content Strategy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2106720" y="18000"/>
            <a:ext cx="5924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Phối hợp sản xuất nội dung video, đề xuất tối ưu cấu trúc, giúp cải thiện thời lượng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2106720" y="265680"/>
            <a:ext cx="3027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xem trung bình và tăng hiệu suất tiếp cận.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939320" y="836640"/>
            <a:ext cx="5423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Nhân viên Truyền thông Nội bộ — Công ty Cổ phần Grand Nutrition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942920" y="1485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1" y="125"/>
                  <a:pt x="92" y="128"/>
                </a:cubicBezTo>
                <a:cubicBezTo>
                  <a:pt x="84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1"/>
                  <a:pt x="5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2"/>
                </a:cubicBezTo>
                <a:cubicBezTo>
                  <a:pt x="8" y="34"/>
                  <a:pt x="13" y="26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6"/>
                  <a:pt x="125" y="34"/>
                  <a:pt x="128" y="42"/>
                </a:cubicBezTo>
                <a:cubicBezTo>
                  <a:pt x="132" y="50"/>
                  <a:pt x="133" y="58"/>
                  <a:pt x="133" y="67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939320" y="1096200"/>
            <a:ext cx="901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1/2024 - 7/2024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942920" y="17906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2" y="83"/>
                  <a:pt x="128" y="91"/>
                </a:cubicBezTo>
                <a:cubicBezTo>
                  <a:pt x="125" y="99"/>
                  <a:pt x="120" y="106"/>
                  <a:pt x="114" y="114"/>
                </a:cubicBezTo>
                <a:cubicBezTo>
                  <a:pt x="108" y="120"/>
                  <a:pt x="101" y="125"/>
                  <a:pt x="92" y="128"/>
                </a:cubicBezTo>
                <a:cubicBezTo>
                  <a:pt x="84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6"/>
                  <a:pt x="8" y="99"/>
                  <a:pt x="5" y="91"/>
                </a:cubicBezTo>
                <a:cubicBezTo>
                  <a:pt x="2" y="83"/>
                  <a:pt x="0" y="75"/>
                  <a:pt x="0" y="66"/>
                </a:cubicBezTo>
                <a:cubicBezTo>
                  <a:pt x="0" y="57"/>
                  <a:pt x="2" y="49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4" y="1"/>
                  <a:pt x="92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2" y="49"/>
                  <a:pt x="133" y="57"/>
                  <a:pt x="133" y="66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2106720" y="1389600"/>
            <a:ext cx="4082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Xây dựng và triển khai các tuyến bài truyền thông nội bộ.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1723680" y="904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106720" y="1694520"/>
            <a:ext cx="4063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Hỗ trợ viết bài truyền thông và tổ chức 2+ sự kiện nội bộ.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939320" y="2265480"/>
            <a:ext cx="5014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Cộng tác viên Công đoàn — Công ty Bảo hiểm PJICO Hải Phòng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942920" y="29048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7"/>
                </a:moveTo>
                <a:cubicBezTo>
                  <a:pt x="133" y="76"/>
                  <a:pt x="132" y="85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1" y="125"/>
                  <a:pt x="92" y="129"/>
                </a:cubicBezTo>
                <a:cubicBezTo>
                  <a:pt x="84" y="132"/>
                  <a:pt x="75" y="134"/>
                  <a:pt x="66" y="134"/>
                </a:cubicBezTo>
                <a:cubicBezTo>
                  <a:pt x="57" y="134"/>
                  <a:pt x="49" y="132"/>
                  <a:pt x="41" y="129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2" y="85"/>
                  <a:pt x="0" y="76"/>
                  <a:pt x="0" y="67"/>
                </a:cubicBezTo>
                <a:cubicBezTo>
                  <a:pt x="0" y="59"/>
                  <a:pt x="2" y="50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6" y="13"/>
                  <a:pt x="33" y="9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1" y="9"/>
                  <a:pt x="108" y="13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2" y="50"/>
                  <a:pt x="133" y="59"/>
                  <a:pt x="133" y="67"/>
                </a:cubicBezTo>
                <a:close/>
              </a:path>
            </a:pathLst>
          </a:custGeom>
          <a:noFill/>
          <a:ln w="9360">
            <a:solidFill>
              <a:srgbClr val="c8102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939320" y="2525040"/>
            <a:ext cx="901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3/2023 - 1/2024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723680" y="2333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938240" y="5743080"/>
            <a:ext cx="2829240" cy="495720"/>
          </a:xfrm>
          <a:custGeom>
            <a:avLst/>
            <a:gdLst/>
            <a:ahLst/>
            <a:rect l="0" t="0" r="r" b="b"/>
            <a:pathLst>
              <a:path w="7859" h="1377">
                <a:moveTo>
                  <a:pt x="31" y="1275"/>
                </a:moveTo>
                <a:lnTo>
                  <a:pt x="0" y="375"/>
                </a:lnTo>
                <a:cubicBezTo>
                  <a:pt x="-1" y="361"/>
                  <a:pt x="2" y="347"/>
                  <a:pt x="7" y="334"/>
                </a:cubicBezTo>
                <a:cubicBezTo>
                  <a:pt x="11" y="321"/>
                  <a:pt x="19" y="309"/>
                  <a:pt x="28" y="299"/>
                </a:cubicBezTo>
                <a:cubicBezTo>
                  <a:pt x="38" y="289"/>
                  <a:pt x="49" y="281"/>
                  <a:pt x="62" y="275"/>
                </a:cubicBezTo>
                <a:cubicBezTo>
                  <a:pt x="75" y="269"/>
                  <a:pt x="88" y="266"/>
                  <a:pt x="102" y="265"/>
                </a:cubicBezTo>
                <a:lnTo>
                  <a:pt x="7718" y="0"/>
                </a:lnTo>
                <a:cubicBezTo>
                  <a:pt x="7732" y="-1"/>
                  <a:pt x="7746" y="1"/>
                  <a:pt x="7759" y="6"/>
                </a:cubicBezTo>
                <a:cubicBezTo>
                  <a:pt x="7772" y="11"/>
                  <a:pt x="7784" y="18"/>
                  <a:pt x="7794" y="28"/>
                </a:cubicBezTo>
                <a:cubicBezTo>
                  <a:pt x="7804" y="37"/>
                  <a:pt x="7812" y="49"/>
                  <a:pt x="7818" y="61"/>
                </a:cubicBezTo>
                <a:cubicBezTo>
                  <a:pt x="7824" y="74"/>
                  <a:pt x="7827" y="88"/>
                  <a:pt x="7828" y="102"/>
                </a:cubicBezTo>
                <a:lnTo>
                  <a:pt x="7859" y="1001"/>
                </a:lnTo>
                <a:cubicBezTo>
                  <a:pt x="7860" y="1015"/>
                  <a:pt x="7857" y="1028"/>
                  <a:pt x="7853" y="1041"/>
                </a:cubicBezTo>
                <a:cubicBezTo>
                  <a:pt x="7848" y="1055"/>
                  <a:pt x="7840" y="1066"/>
                  <a:pt x="7831" y="1077"/>
                </a:cubicBezTo>
                <a:cubicBezTo>
                  <a:pt x="7821" y="1087"/>
                  <a:pt x="7810" y="1095"/>
                  <a:pt x="7797" y="1101"/>
                </a:cubicBezTo>
                <a:cubicBezTo>
                  <a:pt x="7785" y="1106"/>
                  <a:pt x="7771" y="1110"/>
                  <a:pt x="7757" y="1110"/>
                </a:cubicBezTo>
                <a:lnTo>
                  <a:pt x="141" y="1377"/>
                </a:lnTo>
                <a:cubicBezTo>
                  <a:pt x="127" y="1378"/>
                  <a:pt x="113" y="1375"/>
                  <a:pt x="100" y="1370"/>
                </a:cubicBezTo>
                <a:cubicBezTo>
                  <a:pt x="87" y="1365"/>
                  <a:pt x="75" y="1358"/>
                  <a:pt x="65" y="1349"/>
                </a:cubicBezTo>
                <a:cubicBezTo>
                  <a:pt x="55" y="1339"/>
                  <a:pt x="47" y="1328"/>
                  <a:pt x="41" y="1315"/>
                </a:cubicBezTo>
                <a:cubicBezTo>
                  <a:pt x="35" y="1302"/>
                  <a:pt x="32" y="1289"/>
                  <a:pt x="31" y="1275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106720" y="2808720"/>
            <a:ext cx="3865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Hỗ trợ viết bài truyền thông qua email và kênh nội bộ.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 rot="21480000">
            <a:off x="2035080" y="5811480"/>
            <a:ext cx="2558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NGHIÊN CỨU SẢN PHẨM / THỊ TRƯỜNG /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940760" y="6240960"/>
            <a:ext cx="2147760" cy="310320"/>
          </a:xfrm>
          <a:custGeom>
            <a:avLst/>
            <a:gdLst/>
            <a:ahLst/>
            <a:rect l="0" t="0" r="r" b="b"/>
            <a:pathLst>
              <a:path w="5966" h="862">
                <a:moveTo>
                  <a:pt x="16" y="760"/>
                </a:moveTo>
                <a:lnTo>
                  <a:pt x="0" y="310"/>
                </a:lnTo>
                <a:cubicBezTo>
                  <a:pt x="0" y="296"/>
                  <a:pt x="2" y="282"/>
                  <a:pt x="7" y="269"/>
                </a:cubicBezTo>
                <a:cubicBezTo>
                  <a:pt x="12" y="256"/>
                  <a:pt x="19" y="244"/>
                  <a:pt x="28" y="234"/>
                </a:cubicBezTo>
                <a:cubicBezTo>
                  <a:pt x="38" y="223"/>
                  <a:pt x="49" y="215"/>
                  <a:pt x="62" y="210"/>
                </a:cubicBezTo>
                <a:cubicBezTo>
                  <a:pt x="75" y="204"/>
                  <a:pt x="88" y="201"/>
                  <a:pt x="102" y="200"/>
                </a:cubicBezTo>
                <a:lnTo>
                  <a:pt x="5841" y="0"/>
                </a:lnTo>
                <a:cubicBezTo>
                  <a:pt x="5855" y="-1"/>
                  <a:pt x="5869" y="1"/>
                  <a:pt x="5882" y="6"/>
                </a:cubicBezTo>
                <a:cubicBezTo>
                  <a:pt x="5895" y="11"/>
                  <a:pt x="5907" y="19"/>
                  <a:pt x="5917" y="28"/>
                </a:cubicBezTo>
                <a:cubicBezTo>
                  <a:pt x="5927" y="38"/>
                  <a:pt x="5935" y="49"/>
                  <a:pt x="5941" y="62"/>
                </a:cubicBezTo>
                <a:cubicBezTo>
                  <a:pt x="5947" y="74"/>
                  <a:pt x="5950" y="88"/>
                  <a:pt x="5951" y="102"/>
                </a:cubicBezTo>
                <a:lnTo>
                  <a:pt x="5966" y="552"/>
                </a:lnTo>
                <a:cubicBezTo>
                  <a:pt x="5967" y="566"/>
                  <a:pt x="5965" y="580"/>
                  <a:pt x="5960" y="593"/>
                </a:cubicBezTo>
                <a:cubicBezTo>
                  <a:pt x="5955" y="606"/>
                  <a:pt x="5947" y="618"/>
                  <a:pt x="5938" y="628"/>
                </a:cubicBezTo>
                <a:cubicBezTo>
                  <a:pt x="5928" y="638"/>
                  <a:pt x="5917" y="646"/>
                  <a:pt x="5904" y="652"/>
                </a:cubicBezTo>
                <a:cubicBezTo>
                  <a:pt x="5892" y="658"/>
                  <a:pt x="5878" y="661"/>
                  <a:pt x="5864" y="662"/>
                </a:cubicBezTo>
                <a:lnTo>
                  <a:pt x="125" y="862"/>
                </a:lnTo>
                <a:cubicBezTo>
                  <a:pt x="111" y="863"/>
                  <a:pt x="98" y="860"/>
                  <a:pt x="84" y="856"/>
                </a:cubicBezTo>
                <a:cubicBezTo>
                  <a:pt x="71" y="851"/>
                  <a:pt x="60" y="843"/>
                  <a:pt x="49" y="834"/>
                </a:cubicBezTo>
                <a:cubicBezTo>
                  <a:pt x="39" y="824"/>
                  <a:pt x="31" y="813"/>
                  <a:pt x="25" y="800"/>
                </a:cubicBezTo>
                <a:cubicBezTo>
                  <a:pt x="19" y="787"/>
                  <a:pt x="16" y="774"/>
                  <a:pt x="16" y="760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 rot="21480000">
            <a:off x="2041560" y="6008760"/>
            <a:ext cx="549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ĐỐI THỦ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940760" y="6579000"/>
            <a:ext cx="1871640" cy="300960"/>
          </a:xfrm>
          <a:custGeom>
            <a:avLst/>
            <a:gdLst/>
            <a:ahLst/>
            <a:rect l="0" t="0" r="r" b="b"/>
            <a:pathLst>
              <a:path w="5199" h="836">
                <a:moveTo>
                  <a:pt x="16" y="733"/>
                </a:moveTo>
                <a:lnTo>
                  <a:pt x="0" y="283"/>
                </a:lnTo>
                <a:cubicBezTo>
                  <a:pt x="-1" y="269"/>
                  <a:pt x="2" y="255"/>
                  <a:pt x="6" y="242"/>
                </a:cubicBezTo>
                <a:cubicBezTo>
                  <a:pt x="11" y="229"/>
                  <a:pt x="19" y="217"/>
                  <a:pt x="28" y="207"/>
                </a:cubicBezTo>
                <a:cubicBezTo>
                  <a:pt x="38" y="197"/>
                  <a:pt x="49" y="189"/>
                  <a:pt x="62" y="183"/>
                </a:cubicBezTo>
                <a:cubicBezTo>
                  <a:pt x="74" y="177"/>
                  <a:pt x="88" y="174"/>
                  <a:pt x="102" y="174"/>
                </a:cubicBezTo>
                <a:lnTo>
                  <a:pt x="5074" y="0"/>
                </a:lnTo>
                <a:cubicBezTo>
                  <a:pt x="5088" y="-1"/>
                  <a:pt x="5102" y="2"/>
                  <a:pt x="5115" y="7"/>
                </a:cubicBezTo>
                <a:cubicBezTo>
                  <a:pt x="5128" y="11"/>
                  <a:pt x="5140" y="19"/>
                  <a:pt x="5150" y="28"/>
                </a:cubicBezTo>
                <a:cubicBezTo>
                  <a:pt x="5160" y="38"/>
                  <a:pt x="5168" y="49"/>
                  <a:pt x="5174" y="62"/>
                </a:cubicBezTo>
                <a:cubicBezTo>
                  <a:pt x="5180" y="75"/>
                  <a:pt x="5183" y="88"/>
                  <a:pt x="5183" y="102"/>
                </a:cubicBezTo>
                <a:lnTo>
                  <a:pt x="5199" y="552"/>
                </a:lnTo>
                <a:cubicBezTo>
                  <a:pt x="5200" y="567"/>
                  <a:pt x="5197" y="580"/>
                  <a:pt x="5193" y="593"/>
                </a:cubicBezTo>
                <a:cubicBezTo>
                  <a:pt x="5188" y="606"/>
                  <a:pt x="5180" y="618"/>
                  <a:pt x="5171" y="628"/>
                </a:cubicBezTo>
                <a:cubicBezTo>
                  <a:pt x="5161" y="639"/>
                  <a:pt x="5150" y="647"/>
                  <a:pt x="5137" y="652"/>
                </a:cubicBezTo>
                <a:cubicBezTo>
                  <a:pt x="5125" y="658"/>
                  <a:pt x="5111" y="661"/>
                  <a:pt x="5097" y="662"/>
                </a:cubicBezTo>
                <a:lnTo>
                  <a:pt x="125" y="836"/>
                </a:lnTo>
                <a:cubicBezTo>
                  <a:pt x="111" y="836"/>
                  <a:pt x="97" y="834"/>
                  <a:pt x="84" y="829"/>
                </a:cubicBezTo>
                <a:cubicBezTo>
                  <a:pt x="71" y="824"/>
                  <a:pt x="59" y="817"/>
                  <a:pt x="49" y="807"/>
                </a:cubicBezTo>
                <a:cubicBezTo>
                  <a:pt x="39" y="798"/>
                  <a:pt x="31" y="786"/>
                  <a:pt x="25" y="774"/>
                </a:cubicBezTo>
                <a:cubicBezTo>
                  <a:pt x="19" y="761"/>
                  <a:pt x="16" y="748"/>
                  <a:pt x="16" y="733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 rot="21480000">
            <a:off x="2037600" y="6293520"/>
            <a:ext cx="2106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NGHIÊN CỨU HÀNH VI &amp; INSIGHT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938240" y="6876720"/>
            <a:ext cx="2829240" cy="496080"/>
          </a:xfrm>
          <a:custGeom>
            <a:avLst/>
            <a:gdLst/>
            <a:ahLst/>
            <a:rect l="0" t="0" r="r" b="b"/>
            <a:pathLst>
              <a:path w="7859" h="1378">
                <a:moveTo>
                  <a:pt x="31" y="1276"/>
                </a:moveTo>
                <a:lnTo>
                  <a:pt x="0" y="375"/>
                </a:lnTo>
                <a:cubicBezTo>
                  <a:pt x="-1" y="361"/>
                  <a:pt x="2" y="348"/>
                  <a:pt x="7" y="335"/>
                </a:cubicBezTo>
                <a:cubicBezTo>
                  <a:pt x="11" y="322"/>
                  <a:pt x="19" y="310"/>
                  <a:pt x="28" y="300"/>
                </a:cubicBezTo>
                <a:cubicBezTo>
                  <a:pt x="38" y="289"/>
                  <a:pt x="49" y="281"/>
                  <a:pt x="62" y="275"/>
                </a:cubicBezTo>
                <a:cubicBezTo>
                  <a:pt x="75" y="270"/>
                  <a:pt x="88" y="267"/>
                  <a:pt x="102" y="266"/>
                </a:cubicBezTo>
                <a:lnTo>
                  <a:pt x="7718" y="0"/>
                </a:lnTo>
                <a:cubicBezTo>
                  <a:pt x="7732" y="0"/>
                  <a:pt x="7746" y="2"/>
                  <a:pt x="7759" y="7"/>
                </a:cubicBezTo>
                <a:cubicBezTo>
                  <a:pt x="7772" y="12"/>
                  <a:pt x="7784" y="19"/>
                  <a:pt x="7794" y="28"/>
                </a:cubicBezTo>
                <a:cubicBezTo>
                  <a:pt x="7804" y="38"/>
                  <a:pt x="7812" y="49"/>
                  <a:pt x="7818" y="62"/>
                </a:cubicBezTo>
                <a:cubicBezTo>
                  <a:pt x="7824" y="75"/>
                  <a:pt x="7827" y="88"/>
                  <a:pt x="7828" y="102"/>
                </a:cubicBezTo>
                <a:lnTo>
                  <a:pt x="7859" y="1002"/>
                </a:lnTo>
                <a:cubicBezTo>
                  <a:pt x="7860" y="1016"/>
                  <a:pt x="7857" y="1030"/>
                  <a:pt x="7853" y="1043"/>
                </a:cubicBezTo>
                <a:cubicBezTo>
                  <a:pt x="7848" y="1056"/>
                  <a:pt x="7840" y="1068"/>
                  <a:pt x="7831" y="1078"/>
                </a:cubicBezTo>
                <a:cubicBezTo>
                  <a:pt x="7821" y="1088"/>
                  <a:pt x="7810" y="1096"/>
                  <a:pt x="7797" y="1102"/>
                </a:cubicBezTo>
                <a:cubicBezTo>
                  <a:pt x="7785" y="1108"/>
                  <a:pt x="7771" y="1111"/>
                  <a:pt x="7757" y="1112"/>
                </a:cubicBezTo>
                <a:lnTo>
                  <a:pt x="141" y="1378"/>
                </a:lnTo>
                <a:cubicBezTo>
                  <a:pt x="127" y="1378"/>
                  <a:pt x="113" y="1376"/>
                  <a:pt x="100" y="1371"/>
                </a:cubicBezTo>
                <a:cubicBezTo>
                  <a:pt x="87" y="1366"/>
                  <a:pt x="75" y="1359"/>
                  <a:pt x="65" y="1349"/>
                </a:cubicBezTo>
                <a:cubicBezTo>
                  <a:pt x="55" y="1340"/>
                  <a:pt x="47" y="1328"/>
                  <a:pt x="41" y="1316"/>
                </a:cubicBezTo>
                <a:cubicBezTo>
                  <a:pt x="35" y="1303"/>
                  <a:pt x="32" y="1290"/>
                  <a:pt x="31" y="1276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 rot="21480000">
            <a:off x="2037960" y="6627600"/>
            <a:ext cx="1782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LÊN Ý TƯỞNG ĐA NỀN TẢNG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 rot="21480000">
            <a:off x="2035080" y="6944760"/>
            <a:ext cx="2586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PHÂN LOẠI CONTENT THEO MỤC TIÊU VÀ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5445720" y="5779440"/>
            <a:ext cx="1843560" cy="299880"/>
          </a:xfrm>
          <a:custGeom>
            <a:avLst/>
            <a:gdLst/>
            <a:ahLst/>
            <a:rect l="0" t="0" r="r" b="b"/>
            <a:pathLst>
              <a:path w="5121" h="833">
                <a:moveTo>
                  <a:pt x="16" y="731"/>
                </a:moveTo>
                <a:lnTo>
                  <a:pt x="0" y="281"/>
                </a:lnTo>
                <a:cubicBezTo>
                  <a:pt x="0" y="267"/>
                  <a:pt x="2" y="254"/>
                  <a:pt x="7" y="240"/>
                </a:cubicBezTo>
                <a:cubicBezTo>
                  <a:pt x="12" y="227"/>
                  <a:pt x="19" y="216"/>
                  <a:pt x="29" y="205"/>
                </a:cubicBezTo>
                <a:cubicBezTo>
                  <a:pt x="38" y="195"/>
                  <a:pt x="50" y="187"/>
                  <a:pt x="62" y="181"/>
                </a:cubicBezTo>
                <a:cubicBezTo>
                  <a:pt x="75" y="175"/>
                  <a:pt x="89" y="172"/>
                  <a:pt x="103" y="172"/>
                </a:cubicBezTo>
                <a:lnTo>
                  <a:pt x="4995" y="0"/>
                </a:lnTo>
                <a:cubicBezTo>
                  <a:pt x="5009" y="-1"/>
                  <a:pt x="5023" y="2"/>
                  <a:pt x="5036" y="6"/>
                </a:cubicBezTo>
                <a:cubicBezTo>
                  <a:pt x="5049" y="11"/>
                  <a:pt x="5061" y="19"/>
                  <a:pt x="5071" y="28"/>
                </a:cubicBezTo>
                <a:cubicBezTo>
                  <a:pt x="5081" y="38"/>
                  <a:pt x="5090" y="49"/>
                  <a:pt x="5095" y="62"/>
                </a:cubicBezTo>
                <a:cubicBezTo>
                  <a:pt x="5101" y="74"/>
                  <a:pt x="5104" y="88"/>
                  <a:pt x="5105" y="102"/>
                </a:cubicBezTo>
                <a:lnTo>
                  <a:pt x="5121" y="552"/>
                </a:lnTo>
                <a:cubicBezTo>
                  <a:pt x="5121" y="566"/>
                  <a:pt x="5119" y="580"/>
                  <a:pt x="5114" y="593"/>
                </a:cubicBezTo>
                <a:cubicBezTo>
                  <a:pt x="5109" y="606"/>
                  <a:pt x="5102" y="618"/>
                  <a:pt x="5092" y="628"/>
                </a:cubicBezTo>
                <a:cubicBezTo>
                  <a:pt x="5083" y="639"/>
                  <a:pt x="5071" y="647"/>
                  <a:pt x="5059" y="652"/>
                </a:cubicBezTo>
                <a:cubicBezTo>
                  <a:pt x="5046" y="658"/>
                  <a:pt x="5032" y="661"/>
                  <a:pt x="5018" y="662"/>
                </a:cubicBezTo>
                <a:lnTo>
                  <a:pt x="126" y="833"/>
                </a:lnTo>
                <a:cubicBezTo>
                  <a:pt x="112" y="833"/>
                  <a:pt x="98" y="831"/>
                  <a:pt x="85" y="826"/>
                </a:cubicBezTo>
                <a:cubicBezTo>
                  <a:pt x="72" y="821"/>
                  <a:pt x="60" y="814"/>
                  <a:pt x="50" y="804"/>
                </a:cubicBezTo>
                <a:cubicBezTo>
                  <a:pt x="39" y="795"/>
                  <a:pt x="31" y="784"/>
                  <a:pt x="26" y="771"/>
                </a:cubicBezTo>
                <a:cubicBezTo>
                  <a:pt x="20" y="758"/>
                  <a:pt x="17" y="745"/>
                  <a:pt x="16" y="731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 rot="21480000">
            <a:off x="2041200" y="7121520"/>
            <a:ext cx="1712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HÀNH TRÌNH KHÁCH HÀNG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446080" y="6099840"/>
            <a:ext cx="2023920" cy="306360"/>
          </a:xfrm>
          <a:custGeom>
            <a:avLst/>
            <a:gdLst/>
            <a:ahLst/>
            <a:rect l="0" t="0" r="r" b="b"/>
            <a:pathLst>
              <a:path w="5622" h="851">
                <a:moveTo>
                  <a:pt x="15" y="749"/>
                </a:moveTo>
                <a:lnTo>
                  <a:pt x="0" y="298"/>
                </a:lnTo>
                <a:cubicBezTo>
                  <a:pt x="-1" y="284"/>
                  <a:pt x="1" y="271"/>
                  <a:pt x="6" y="258"/>
                </a:cubicBezTo>
                <a:cubicBezTo>
                  <a:pt x="11" y="244"/>
                  <a:pt x="18" y="233"/>
                  <a:pt x="28" y="222"/>
                </a:cubicBezTo>
                <a:cubicBezTo>
                  <a:pt x="38" y="212"/>
                  <a:pt x="49" y="204"/>
                  <a:pt x="61" y="198"/>
                </a:cubicBezTo>
                <a:cubicBezTo>
                  <a:pt x="74" y="192"/>
                  <a:pt x="88" y="189"/>
                  <a:pt x="102" y="189"/>
                </a:cubicBezTo>
                <a:lnTo>
                  <a:pt x="5497" y="0"/>
                </a:lnTo>
                <a:cubicBezTo>
                  <a:pt x="5511" y="0"/>
                  <a:pt x="5525" y="2"/>
                  <a:pt x="5538" y="7"/>
                </a:cubicBezTo>
                <a:cubicBezTo>
                  <a:pt x="5551" y="12"/>
                  <a:pt x="5563" y="19"/>
                  <a:pt x="5573" y="29"/>
                </a:cubicBezTo>
                <a:cubicBezTo>
                  <a:pt x="5583" y="38"/>
                  <a:pt x="5591" y="50"/>
                  <a:pt x="5597" y="62"/>
                </a:cubicBezTo>
                <a:cubicBezTo>
                  <a:pt x="5603" y="75"/>
                  <a:pt x="5606" y="89"/>
                  <a:pt x="5606" y="103"/>
                </a:cubicBezTo>
                <a:lnTo>
                  <a:pt x="5622" y="553"/>
                </a:lnTo>
                <a:cubicBezTo>
                  <a:pt x="5623" y="567"/>
                  <a:pt x="5620" y="581"/>
                  <a:pt x="5615" y="594"/>
                </a:cubicBezTo>
                <a:cubicBezTo>
                  <a:pt x="5611" y="607"/>
                  <a:pt x="5603" y="619"/>
                  <a:pt x="5594" y="629"/>
                </a:cubicBezTo>
                <a:cubicBezTo>
                  <a:pt x="5584" y="639"/>
                  <a:pt x="5573" y="647"/>
                  <a:pt x="5560" y="653"/>
                </a:cubicBezTo>
                <a:cubicBezTo>
                  <a:pt x="5547" y="659"/>
                  <a:pt x="5534" y="662"/>
                  <a:pt x="5520" y="663"/>
                </a:cubicBezTo>
                <a:lnTo>
                  <a:pt x="125" y="851"/>
                </a:lnTo>
                <a:cubicBezTo>
                  <a:pt x="111" y="851"/>
                  <a:pt x="97" y="849"/>
                  <a:pt x="84" y="844"/>
                </a:cubicBezTo>
                <a:cubicBezTo>
                  <a:pt x="71" y="839"/>
                  <a:pt x="59" y="832"/>
                  <a:pt x="49" y="823"/>
                </a:cubicBezTo>
                <a:cubicBezTo>
                  <a:pt x="39" y="813"/>
                  <a:pt x="31" y="802"/>
                  <a:pt x="25" y="789"/>
                </a:cubicBezTo>
                <a:cubicBezTo>
                  <a:pt x="19" y="776"/>
                  <a:pt x="16" y="763"/>
                  <a:pt x="15" y="749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 rot="21480000">
            <a:off x="5543280" y="5826600"/>
            <a:ext cx="1796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NGHIÊN CỨU &amp; CHIẾN LƯỢC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445720" y="6450120"/>
            <a:ext cx="1072080" cy="272880"/>
          </a:xfrm>
          <a:custGeom>
            <a:avLst/>
            <a:gdLst/>
            <a:ahLst/>
            <a:rect l="0" t="0" r="r" b="b"/>
            <a:pathLst>
              <a:path w="2978" h="758">
                <a:moveTo>
                  <a:pt x="16" y="656"/>
                </a:moveTo>
                <a:lnTo>
                  <a:pt x="0" y="205"/>
                </a:lnTo>
                <a:cubicBezTo>
                  <a:pt x="-1" y="191"/>
                  <a:pt x="2" y="178"/>
                  <a:pt x="6" y="165"/>
                </a:cubicBezTo>
                <a:cubicBezTo>
                  <a:pt x="11" y="152"/>
                  <a:pt x="19" y="140"/>
                  <a:pt x="28" y="130"/>
                </a:cubicBezTo>
                <a:cubicBezTo>
                  <a:pt x="38" y="119"/>
                  <a:pt x="49" y="111"/>
                  <a:pt x="62" y="105"/>
                </a:cubicBezTo>
                <a:cubicBezTo>
                  <a:pt x="74" y="100"/>
                  <a:pt x="88" y="96"/>
                  <a:pt x="102" y="96"/>
                </a:cubicBezTo>
                <a:lnTo>
                  <a:pt x="2853" y="0"/>
                </a:lnTo>
                <a:cubicBezTo>
                  <a:pt x="2867" y="-1"/>
                  <a:pt x="2880" y="2"/>
                  <a:pt x="2894" y="7"/>
                </a:cubicBezTo>
                <a:cubicBezTo>
                  <a:pt x="2907" y="12"/>
                  <a:pt x="2918" y="19"/>
                  <a:pt x="2929" y="28"/>
                </a:cubicBezTo>
                <a:cubicBezTo>
                  <a:pt x="2939" y="38"/>
                  <a:pt x="2947" y="49"/>
                  <a:pt x="2953" y="62"/>
                </a:cubicBezTo>
                <a:cubicBezTo>
                  <a:pt x="2959" y="75"/>
                  <a:pt x="2962" y="88"/>
                  <a:pt x="2962" y="102"/>
                </a:cubicBezTo>
                <a:lnTo>
                  <a:pt x="2978" y="552"/>
                </a:lnTo>
                <a:cubicBezTo>
                  <a:pt x="2979" y="566"/>
                  <a:pt x="2976" y="579"/>
                  <a:pt x="2971" y="592"/>
                </a:cubicBezTo>
                <a:cubicBezTo>
                  <a:pt x="2966" y="605"/>
                  <a:pt x="2959" y="617"/>
                  <a:pt x="2950" y="627"/>
                </a:cubicBezTo>
                <a:cubicBezTo>
                  <a:pt x="2940" y="639"/>
                  <a:pt x="2929" y="647"/>
                  <a:pt x="2916" y="653"/>
                </a:cubicBezTo>
                <a:cubicBezTo>
                  <a:pt x="2903" y="658"/>
                  <a:pt x="2890" y="662"/>
                  <a:pt x="2876" y="662"/>
                </a:cubicBezTo>
                <a:lnTo>
                  <a:pt x="125" y="758"/>
                </a:lnTo>
                <a:cubicBezTo>
                  <a:pt x="111" y="759"/>
                  <a:pt x="97" y="756"/>
                  <a:pt x="84" y="751"/>
                </a:cubicBezTo>
                <a:cubicBezTo>
                  <a:pt x="71" y="746"/>
                  <a:pt x="59" y="739"/>
                  <a:pt x="49" y="730"/>
                </a:cubicBezTo>
                <a:cubicBezTo>
                  <a:pt x="39" y="720"/>
                  <a:pt x="31" y="709"/>
                  <a:pt x="25" y="696"/>
                </a:cubicBezTo>
                <a:cubicBezTo>
                  <a:pt x="19" y="683"/>
                  <a:pt x="16" y="670"/>
                  <a:pt x="16" y="656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 rot="21480000">
            <a:off x="5543280" y="6151680"/>
            <a:ext cx="1920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SCRIPTWRITING ĐA NỀN TẢNG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6588720" y="6444720"/>
            <a:ext cx="1376640" cy="283680"/>
          </a:xfrm>
          <a:custGeom>
            <a:avLst/>
            <a:gdLst/>
            <a:ahLst/>
            <a:rect l="0" t="0" r="r" b="b"/>
            <a:pathLst>
              <a:path w="3824" h="788">
                <a:moveTo>
                  <a:pt x="16" y="685"/>
                </a:moveTo>
                <a:lnTo>
                  <a:pt x="0" y="235"/>
                </a:lnTo>
                <a:cubicBezTo>
                  <a:pt x="0" y="221"/>
                  <a:pt x="2" y="207"/>
                  <a:pt x="7" y="194"/>
                </a:cubicBezTo>
                <a:cubicBezTo>
                  <a:pt x="12" y="181"/>
                  <a:pt x="19" y="169"/>
                  <a:pt x="28" y="159"/>
                </a:cubicBezTo>
                <a:cubicBezTo>
                  <a:pt x="38" y="149"/>
                  <a:pt x="49" y="141"/>
                  <a:pt x="62" y="135"/>
                </a:cubicBezTo>
                <a:cubicBezTo>
                  <a:pt x="75" y="129"/>
                  <a:pt x="88" y="126"/>
                  <a:pt x="102" y="125"/>
                </a:cubicBezTo>
                <a:lnTo>
                  <a:pt x="3699" y="0"/>
                </a:lnTo>
                <a:cubicBezTo>
                  <a:pt x="3713" y="-1"/>
                  <a:pt x="3727" y="2"/>
                  <a:pt x="3740" y="7"/>
                </a:cubicBezTo>
                <a:cubicBezTo>
                  <a:pt x="3753" y="11"/>
                  <a:pt x="3765" y="19"/>
                  <a:pt x="3775" y="28"/>
                </a:cubicBezTo>
                <a:cubicBezTo>
                  <a:pt x="3785" y="38"/>
                  <a:pt x="3793" y="49"/>
                  <a:pt x="3799" y="62"/>
                </a:cubicBezTo>
                <a:cubicBezTo>
                  <a:pt x="3805" y="75"/>
                  <a:pt x="3808" y="88"/>
                  <a:pt x="3809" y="102"/>
                </a:cubicBezTo>
                <a:lnTo>
                  <a:pt x="3824" y="552"/>
                </a:lnTo>
                <a:cubicBezTo>
                  <a:pt x="3825" y="566"/>
                  <a:pt x="3823" y="580"/>
                  <a:pt x="3818" y="593"/>
                </a:cubicBezTo>
                <a:cubicBezTo>
                  <a:pt x="3813" y="606"/>
                  <a:pt x="3806" y="618"/>
                  <a:pt x="3796" y="628"/>
                </a:cubicBezTo>
                <a:cubicBezTo>
                  <a:pt x="3787" y="639"/>
                  <a:pt x="3775" y="647"/>
                  <a:pt x="3763" y="652"/>
                </a:cubicBezTo>
                <a:cubicBezTo>
                  <a:pt x="3750" y="658"/>
                  <a:pt x="3736" y="661"/>
                  <a:pt x="3722" y="662"/>
                </a:cubicBezTo>
                <a:lnTo>
                  <a:pt x="125" y="788"/>
                </a:lnTo>
                <a:cubicBezTo>
                  <a:pt x="111" y="788"/>
                  <a:pt x="98" y="786"/>
                  <a:pt x="84" y="781"/>
                </a:cubicBezTo>
                <a:cubicBezTo>
                  <a:pt x="71" y="776"/>
                  <a:pt x="60" y="769"/>
                  <a:pt x="49" y="759"/>
                </a:cubicBezTo>
                <a:cubicBezTo>
                  <a:pt x="39" y="750"/>
                  <a:pt x="31" y="738"/>
                  <a:pt x="25" y="726"/>
                </a:cubicBezTo>
                <a:cubicBezTo>
                  <a:pt x="19" y="713"/>
                  <a:pt x="16" y="699"/>
                  <a:pt x="16" y="685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 rot="21480000">
            <a:off x="5542920" y="6485760"/>
            <a:ext cx="936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STORYTELLING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8724960" y="5165640"/>
            <a:ext cx="3276360" cy="2403720"/>
          </a:xfrm>
          <a:custGeom>
            <a:avLst/>
            <a:gdLst/>
            <a:ahLst/>
            <a:rect l="0" t="0" r="r" b="b"/>
            <a:pathLst>
              <a:path w="9101" h="6677">
                <a:moveTo>
                  <a:pt x="216" y="6575"/>
                </a:moveTo>
                <a:lnTo>
                  <a:pt x="0" y="413"/>
                </a:lnTo>
                <a:cubicBezTo>
                  <a:pt x="0" y="398"/>
                  <a:pt x="2" y="385"/>
                  <a:pt x="7" y="372"/>
                </a:cubicBezTo>
                <a:cubicBezTo>
                  <a:pt x="12" y="359"/>
                  <a:pt x="19" y="347"/>
                  <a:pt x="29" y="337"/>
                </a:cubicBezTo>
                <a:cubicBezTo>
                  <a:pt x="38" y="326"/>
                  <a:pt x="49" y="318"/>
                  <a:pt x="62" y="313"/>
                </a:cubicBezTo>
                <a:cubicBezTo>
                  <a:pt x="75" y="307"/>
                  <a:pt x="88" y="304"/>
                  <a:pt x="102" y="303"/>
                </a:cubicBezTo>
                <a:lnTo>
                  <a:pt x="8777" y="0"/>
                </a:lnTo>
                <a:cubicBezTo>
                  <a:pt x="8791" y="0"/>
                  <a:pt x="8804" y="2"/>
                  <a:pt x="8817" y="7"/>
                </a:cubicBezTo>
                <a:cubicBezTo>
                  <a:pt x="8830" y="12"/>
                  <a:pt x="8842" y="19"/>
                  <a:pt x="8852" y="29"/>
                </a:cubicBezTo>
                <a:cubicBezTo>
                  <a:pt x="8863" y="38"/>
                  <a:pt x="8871" y="49"/>
                  <a:pt x="8876" y="62"/>
                </a:cubicBezTo>
                <a:cubicBezTo>
                  <a:pt x="8882" y="75"/>
                  <a:pt x="8885" y="88"/>
                  <a:pt x="8886" y="102"/>
                </a:cubicBezTo>
                <a:lnTo>
                  <a:pt x="9101" y="6264"/>
                </a:lnTo>
                <a:cubicBezTo>
                  <a:pt x="9102" y="6278"/>
                  <a:pt x="9099" y="6292"/>
                  <a:pt x="9094" y="6305"/>
                </a:cubicBezTo>
                <a:cubicBezTo>
                  <a:pt x="9090" y="6318"/>
                  <a:pt x="9082" y="6330"/>
                  <a:pt x="9073" y="6340"/>
                </a:cubicBezTo>
                <a:cubicBezTo>
                  <a:pt x="9063" y="6350"/>
                  <a:pt x="9052" y="6358"/>
                  <a:pt x="9039" y="6364"/>
                </a:cubicBezTo>
                <a:cubicBezTo>
                  <a:pt x="9026" y="6370"/>
                  <a:pt x="9013" y="6373"/>
                  <a:pt x="8999" y="6374"/>
                </a:cubicBezTo>
                <a:lnTo>
                  <a:pt x="325" y="6677"/>
                </a:lnTo>
                <a:cubicBezTo>
                  <a:pt x="311" y="6677"/>
                  <a:pt x="297" y="6675"/>
                  <a:pt x="284" y="6670"/>
                </a:cubicBezTo>
                <a:cubicBezTo>
                  <a:pt x="271" y="6665"/>
                  <a:pt x="259" y="6658"/>
                  <a:pt x="249" y="6648"/>
                </a:cubicBezTo>
                <a:cubicBezTo>
                  <a:pt x="239" y="6639"/>
                  <a:pt x="231" y="6628"/>
                  <a:pt x="225" y="6615"/>
                </a:cubicBezTo>
                <a:cubicBezTo>
                  <a:pt x="219" y="6602"/>
                  <a:pt x="216" y="6589"/>
                  <a:pt x="216" y="6575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 rot="21480000">
            <a:off x="6685920" y="6484320"/>
            <a:ext cx="1299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VIDEO PRODUCTION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 rot="21480000">
            <a:off x="8924400" y="5431680"/>
            <a:ext cx="2602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Phối hợp sản xuất &amp; tư duy hình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8944560" y="6007320"/>
            <a:ext cx="2330640" cy="395280"/>
          </a:xfrm>
          <a:custGeom>
            <a:avLst/>
            <a:gdLst/>
            <a:ahLst/>
            <a:rect l="0" t="0" r="r" b="b"/>
            <a:pathLst>
              <a:path w="6474" h="1098">
                <a:moveTo>
                  <a:pt x="32" y="998"/>
                </a:moveTo>
                <a:lnTo>
                  <a:pt x="0" y="550"/>
                </a:lnTo>
                <a:cubicBezTo>
                  <a:pt x="-1" y="536"/>
                  <a:pt x="1" y="522"/>
                  <a:pt x="6" y="509"/>
                </a:cubicBezTo>
                <a:cubicBezTo>
                  <a:pt x="10" y="495"/>
                  <a:pt x="17" y="483"/>
                  <a:pt x="26" y="473"/>
                </a:cubicBezTo>
                <a:cubicBezTo>
                  <a:pt x="35" y="462"/>
                  <a:pt x="46" y="454"/>
                  <a:pt x="59" y="448"/>
                </a:cubicBezTo>
                <a:cubicBezTo>
                  <a:pt x="71" y="441"/>
                  <a:pt x="85" y="438"/>
                  <a:pt x="99" y="437"/>
                </a:cubicBezTo>
                <a:lnTo>
                  <a:pt x="6329" y="0"/>
                </a:lnTo>
                <a:cubicBezTo>
                  <a:pt x="6343" y="-1"/>
                  <a:pt x="6356" y="1"/>
                  <a:pt x="6370" y="5"/>
                </a:cubicBezTo>
                <a:cubicBezTo>
                  <a:pt x="6383" y="10"/>
                  <a:pt x="6395" y="17"/>
                  <a:pt x="6405" y="26"/>
                </a:cubicBezTo>
                <a:cubicBezTo>
                  <a:pt x="6416" y="35"/>
                  <a:pt x="6424" y="46"/>
                  <a:pt x="6431" y="59"/>
                </a:cubicBezTo>
                <a:cubicBezTo>
                  <a:pt x="6437" y="71"/>
                  <a:pt x="6441" y="84"/>
                  <a:pt x="6442" y="98"/>
                </a:cubicBezTo>
                <a:lnTo>
                  <a:pt x="6473" y="548"/>
                </a:lnTo>
                <a:cubicBezTo>
                  <a:pt x="6474" y="562"/>
                  <a:pt x="6472" y="576"/>
                  <a:pt x="6468" y="589"/>
                </a:cubicBezTo>
                <a:cubicBezTo>
                  <a:pt x="6463" y="602"/>
                  <a:pt x="6456" y="614"/>
                  <a:pt x="6447" y="625"/>
                </a:cubicBezTo>
                <a:cubicBezTo>
                  <a:pt x="6438" y="635"/>
                  <a:pt x="6427" y="644"/>
                  <a:pt x="6415" y="650"/>
                </a:cubicBezTo>
                <a:cubicBezTo>
                  <a:pt x="6402" y="656"/>
                  <a:pt x="6389" y="660"/>
                  <a:pt x="6375" y="661"/>
                </a:cubicBezTo>
                <a:lnTo>
                  <a:pt x="145" y="1097"/>
                </a:lnTo>
                <a:cubicBezTo>
                  <a:pt x="131" y="1098"/>
                  <a:pt x="117" y="1096"/>
                  <a:pt x="104" y="1091"/>
                </a:cubicBezTo>
                <a:cubicBezTo>
                  <a:pt x="91" y="1087"/>
                  <a:pt x="79" y="1080"/>
                  <a:pt x="68" y="1071"/>
                </a:cubicBezTo>
                <a:cubicBezTo>
                  <a:pt x="57" y="1062"/>
                  <a:pt x="49" y="1051"/>
                  <a:pt x="43" y="1038"/>
                </a:cubicBezTo>
                <a:cubicBezTo>
                  <a:pt x="36" y="1026"/>
                  <a:pt x="33" y="1012"/>
                  <a:pt x="32" y="998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 rot="21480000">
            <a:off x="8934480" y="5738040"/>
            <a:ext cx="309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ảnh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8955000" y="6412680"/>
            <a:ext cx="952920" cy="298800"/>
          </a:xfrm>
          <a:custGeom>
            <a:avLst/>
            <a:gdLst/>
            <a:ahLst/>
            <a:rect l="0" t="0" r="r" b="b"/>
            <a:pathLst>
              <a:path w="2647" h="830">
                <a:moveTo>
                  <a:pt x="32" y="730"/>
                </a:moveTo>
                <a:lnTo>
                  <a:pt x="0" y="281"/>
                </a:lnTo>
                <a:cubicBezTo>
                  <a:pt x="-1" y="267"/>
                  <a:pt x="1" y="254"/>
                  <a:pt x="5" y="240"/>
                </a:cubicBezTo>
                <a:cubicBezTo>
                  <a:pt x="10" y="227"/>
                  <a:pt x="17" y="215"/>
                  <a:pt x="26" y="204"/>
                </a:cubicBezTo>
                <a:cubicBezTo>
                  <a:pt x="35" y="194"/>
                  <a:pt x="46" y="185"/>
                  <a:pt x="59" y="179"/>
                </a:cubicBezTo>
                <a:cubicBezTo>
                  <a:pt x="71" y="173"/>
                  <a:pt x="84" y="169"/>
                  <a:pt x="98" y="168"/>
                </a:cubicBezTo>
                <a:lnTo>
                  <a:pt x="2501" y="0"/>
                </a:lnTo>
                <a:cubicBezTo>
                  <a:pt x="2515" y="-1"/>
                  <a:pt x="2529" y="1"/>
                  <a:pt x="2542" y="5"/>
                </a:cubicBezTo>
                <a:cubicBezTo>
                  <a:pt x="2556" y="10"/>
                  <a:pt x="2568" y="17"/>
                  <a:pt x="2578" y="26"/>
                </a:cubicBezTo>
                <a:cubicBezTo>
                  <a:pt x="2589" y="35"/>
                  <a:pt x="2597" y="46"/>
                  <a:pt x="2603" y="59"/>
                </a:cubicBezTo>
                <a:cubicBezTo>
                  <a:pt x="2610" y="71"/>
                  <a:pt x="2613" y="84"/>
                  <a:pt x="2614" y="98"/>
                </a:cubicBezTo>
                <a:lnTo>
                  <a:pt x="2646" y="547"/>
                </a:lnTo>
                <a:cubicBezTo>
                  <a:pt x="2647" y="561"/>
                  <a:pt x="2645" y="575"/>
                  <a:pt x="2640" y="588"/>
                </a:cubicBezTo>
                <a:cubicBezTo>
                  <a:pt x="2636" y="601"/>
                  <a:pt x="2629" y="613"/>
                  <a:pt x="2620" y="624"/>
                </a:cubicBezTo>
                <a:cubicBezTo>
                  <a:pt x="2611" y="635"/>
                  <a:pt x="2600" y="643"/>
                  <a:pt x="2587" y="649"/>
                </a:cubicBezTo>
                <a:cubicBezTo>
                  <a:pt x="2575" y="656"/>
                  <a:pt x="2561" y="659"/>
                  <a:pt x="2547" y="660"/>
                </a:cubicBezTo>
                <a:lnTo>
                  <a:pt x="145" y="829"/>
                </a:lnTo>
                <a:cubicBezTo>
                  <a:pt x="131" y="830"/>
                  <a:pt x="117" y="828"/>
                  <a:pt x="104" y="824"/>
                </a:cubicBezTo>
                <a:cubicBezTo>
                  <a:pt x="90" y="819"/>
                  <a:pt x="78" y="812"/>
                  <a:pt x="68" y="802"/>
                </a:cubicBezTo>
                <a:cubicBezTo>
                  <a:pt x="57" y="793"/>
                  <a:pt x="49" y="782"/>
                  <a:pt x="43" y="770"/>
                </a:cubicBezTo>
                <a:cubicBezTo>
                  <a:pt x="36" y="757"/>
                  <a:pt x="33" y="744"/>
                  <a:pt x="32" y="730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 rot="21360000">
            <a:off x="9041760" y="6100200"/>
            <a:ext cx="2273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LÀM VIỆC CÙNG DESIGNER / EDITOR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967600" y="6689520"/>
            <a:ext cx="2026440" cy="373680"/>
          </a:xfrm>
          <a:custGeom>
            <a:avLst/>
            <a:gdLst/>
            <a:ahLst/>
            <a:rect l="0" t="0" r="r" b="b"/>
            <a:pathLst>
              <a:path w="5629" h="1038">
                <a:moveTo>
                  <a:pt x="32" y="939"/>
                </a:moveTo>
                <a:lnTo>
                  <a:pt x="0" y="489"/>
                </a:lnTo>
                <a:cubicBezTo>
                  <a:pt x="-1" y="475"/>
                  <a:pt x="1" y="461"/>
                  <a:pt x="6" y="448"/>
                </a:cubicBezTo>
                <a:cubicBezTo>
                  <a:pt x="10" y="435"/>
                  <a:pt x="17" y="423"/>
                  <a:pt x="26" y="412"/>
                </a:cubicBezTo>
                <a:cubicBezTo>
                  <a:pt x="35" y="402"/>
                  <a:pt x="46" y="393"/>
                  <a:pt x="59" y="387"/>
                </a:cubicBezTo>
                <a:cubicBezTo>
                  <a:pt x="71" y="381"/>
                  <a:pt x="85" y="377"/>
                  <a:pt x="99" y="376"/>
                </a:cubicBezTo>
                <a:lnTo>
                  <a:pt x="5484" y="0"/>
                </a:lnTo>
                <a:cubicBezTo>
                  <a:pt x="5498" y="-1"/>
                  <a:pt x="5512" y="0"/>
                  <a:pt x="5525" y="5"/>
                </a:cubicBezTo>
                <a:cubicBezTo>
                  <a:pt x="5538" y="9"/>
                  <a:pt x="5550" y="16"/>
                  <a:pt x="5561" y="25"/>
                </a:cubicBezTo>
                <a:cubicBezTo>
                  <a:pt x="5571" y="34"/>
                  <a:pt x="5580" y="45"/>
                  <a:pt x="5586" y="58"/>
                </a:cubicBezTo>
                <a:cubicBezTo>
                  <a:pt x="5592" y="70"/>
                  <a:pt x="5596" y="84"/>
                  <a:pt x="5597" y="98"/>
                </a:cubicBezTo>
                <a:lnTo>
                  <a:pt x="5628" y="546"/>
                </a:lnTo>
                <a:cubicBezTo>
                  <a:pt x="5629" y="560"/>
                  <a:pt x="5627" y="574"/>
                  <a:pt x="5623" y="588"/>
                </a:cubicBezTo>
                <a:cubicBezTo>
                  <a:pt x="5619" y="602"/>
                  <a:pt x="5612" y="614"/>
                  <a:pt x="5603" y="624"/>
                </a:cubicBezTo>
                <a:cubicBezTo>
                  <a:pt x="5593" y="635"/>
                  <a:pt x="5582" y="643"/>
                  <a:pt x="5570" y="650"/>
                </a:cubicBezTo>
                <a:cubicBezTo>
                  <a:pt x="5557" y="656"/>
                  <a:pt x="5544" y="659"/>
                  <a:pt x="5530" y="660"/>
                </a:cubicBezTo>
                <a:lnTo>
                  <a:pt x="145" y="1037"/>
                </a:lnTo>
                <a:cubicBezTo>
                  <a:pt x="131" y="1038"/>
                  <a:pt x="117" y="1036"/>
                  <a:pt x="104" y="1032"/>
                </a:cubicBezTo>
                <a:cubicBezTo>
                  <a:pt x="90" y="1027"/>
                  <a:pt x="78" y="1020"/>
                  <a:pt x="68" y="1011"/>
                </a:cubicBezTo>
                <a:cubicBezTo>
                  <a:pt x="57" y="1002"/>
                  <a:pt x="49" y="991"/>
                  <a:pt x="43" y="979"/>
                </a:cubicBezTo>
                <a:cubicBezTo>
                  <a:pt x="36" y="966"/>
                  <a:pt x="33" y="953"/>
                  <a:pt x="32" y="939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 rot="21360000">
            <a:off x="9054000" y="6459480"/>
            <a:ext cx="828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NẮM BỐ CỤC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 rot="21360000">
            <a:off x="9065160" y="6770880"/>
            <a:ext cx="1989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TƯ DUY HÌNH ẢNH CHO SOCIAL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5047920"/>
            <a:ext cx="13716000" cy="648360"/>
          </a:xfrm>
          <a:custGeom>
            <a:avLst/>
            <a:gdLst/>
            <a:ahLst/>
            <a:rect l="0" t="0" r="r" b="b"/>
            <a:pathLst>
              <a:path w="38100" h="1801">
                <a:moveTo>
                  <a:pt x="0" y="0"/>
                </a:moveTo>
                <a:lnTo>
                  <a:pt x="38100" y="0"/>
                </a:lnTo>
                <a:lnTo>
                  <a:pt x="38100" y="27"/>
                </a:lnTo>
                <a:lnTo>
                  <a:pt x="0" y="27"/>
                </a:lnTo>
                <a:lnTo>
                  <a:pt x="0" y="0"/>
                </a:lnTo>
                <a:moveTo>
                  <a:pt x="0" y="1774"/>
                </a:moveTo>
                <a:lnTo>
                  <a:pt x="38100" y="1774"/>
                </a:lnTo>
                <a:lnTo>
                  <a:pt x="38100" y="1801"/>
                </a:lnTo>
                <a:lnTo>
                  <a:pt x="0" y="1801"/>
                </a:lnTo>
                <a:lnTo>
                  <a:pt x="0" y="1774"/>
                </a:lnTo>
                <a:close/>
              </a:path>
            </a:pathLst>
          </a:custGeom>
          <a:solidFill>
            <a:srgbClr val="8b1a1a">
              <a:alpha val="2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752480" y="0"/>
            <a:ext cx="3200760" cy="1619280"/>
          </a:xfrm>
          <a:custGeom>
            <a:avLst/>
            <a:gdLst/>
            <a:ahLst/>
            <a:rect l="0" t="0" r="r" b="b"/>
            <a:pathLst>
              <a:path w="8891" h="4498">
                <a:moveTo>
                  <a:pt x="0" y="4393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0"/>
                  <a:pt x="31" y="30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2"/>
                  <a:pt x="8825" y="8"/>
                </a:cubicBezTo>
                <a:cubicBezTo>
                  <a:pt x="8838" y="13"/>
                  <a:pt x="8850" y="21"/>
                  <a:pt x="8860" y="30"/>
                </a:cubicBezTo>
                <a:cubicBezTo>
                  <a:pt x="8870" y="40"/>
                  <a:pt x="8877" y="52"/>
                  <a:pt x="8883" y="65"/>
                </a:cubicBezTo>
                <a:cubicBezTo>
                  <a:pt x="8888" y="78"/>
                  <a:pt x="8891" y="91"/>
                  <a:pt x="8891" y="105"/>
                </a:cubicBezTo>
                <a:lnTo>
                  <a:pt x="8891" y="4393"/>
                </a:lnTo>
                <a:cubicBezTo>
                  <a:pt x="8891" y="4407"/>
                  <a:pt x="8888" y="4420"/>
                  <a:pt x="8883" y="4433"/>
                </a:cubicBezTo>
                <a:cubicBezTo>
                  <a:pt x="8877" y="4446"/>
                  <a:pt x="8870" y="4457"/>
                  <a:pt x="8860" y="4467"/>
                </a:cubicBezTo>
                <a:cubicBezTo>
                  <a:pt x="8850" y="4477"/>
                  <a:pt x="8838" y="4485"/>
                  <a:pt x="8825" y="4490"/>
                </a:cubicBezTo>
                <a:cubicBezTo>
                  <a:pt x="8813" y="4496"/>
                  <a:pt x="8799" y="4498"/>
                  <a:pt x="8785" y="4498"/>
                </a:cubicBezTo>
                <a:lnTo>
                  <a:pt x="106" y="4498"/>
                </a:lnTo>
                <a:cubicBezTo>
                  <a:pt x="92" y="4498"/>
                  <a:pt x="78" y="4496"/>
                  <a:pt x="65" y="4490"/>
                </a:cubicBezTo>
                <a:cubicBezTo>
                  <a:pt x="52" y="4485"/>
                  <a:pt x="41" y="4477"/>
                  <a:pt x="31" y="4467"/>
                </a:cubicBezTo>
                <a:cubicBezTo>
                  <a:pt x="21" y="4457"/>
                  <a:pt x="13" y="4446"/>
                  <a:pt x="8" y="4433"/>
                </a:cubicBezTo>
                <a:cubicBezTo>
                  <a:pt x="3" y="4420"/>
                  <a:pt x="0" y="4407"/>
                  <a:pt x="0" y="439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942920" y="208080"/>
            <a:ext cx="2841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Tổ chức sự kiện &amp; truyền thông nội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942920" y="474480"/>
            <a:ext cx="201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bộ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752480" y="2685960"/>
            <a:ext cx="10211040" cy="9720"/>
          </a:xfrm>
          <a:custGeom>
            <a:avLst/>
            <a:gdLst/>
            <a:ahLst/>
            <a:rect l="0" t="0" r="r" b="b"/>
            <a:pathLst>
              <a:path w="28364" h="27">
                <a:moveTo>
                  <a:pt x="0" y="0"/>
                </a:moveTo>
                <a:lnTo>
                  <a:pt x="28364" y="0"/>
                </a:lnTo>
                <a:lnTo>
                  <a:pt x="283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8b1a1a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752480" y="1877040"/>
            <a:ext cx="14821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NGÔN NGỮ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752480" y="2380320"/>
            <a:ext cx="844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Tiếng Pháp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752480" y="3105000"/>
            <a:ext cx="10211040" cy="9720"/>
          </a:xfrm>
          <a:custGeom>
            <a:avLst/>
            <a:gdLst/>
            <a:ahLst/>
            <a:rect l="0" t="0" r="r" b="b"/>
            <a:pathLst>
              <a:path w="28364" h="27">
                <a:moveTo>
                  <a:pt x="0" y="0"/>
                </a:moveTo>
                <a:lnTo>
                  <a:pt x="28364" y="0"/>
                </a:lnTo>
                <a:lnTo>
                  <a:pt x="283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8b1a1a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3276720" y="2380320"/>
            <a:ext cx="819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Thành thạo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752480" y="2790000"/>
            <a:ext cx="765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Tiếng Anh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752480" y="3514680"/>
            <a:ext cx="10211040" cy="9720"/>
          </a:xfrm>
          <a:custGeom>
            <a:avLst/>
            <a:gdLst/>
            <a:ahLst/>
            <a:rect l="0" t="0" r="r" b="b"/>
            <a:pathLst>
              <a:path w="28364" h="27">
                <a:moveTo>
                  <a:pt x="0" y="0"/>
                </a:moveTo>
                <a:lnTo>
                  <a:pt x="28364" y="0"/>
                </a:lnTo>
                <a:lnTo>
                  <a:pt x="283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8b1a1a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3276720" y="2790000"/>
            <a:ext cx="2369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Tốt (đọc &amp; viết tài liệu marketing)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752480" y="3209040"/>
            <a:ext cx="915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Tiếng Trung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3276720" y="3209040"/>
            <a:ext cx="1162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Giao tiếp cơ bản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752480" y="7173000"/>
            <a:ext cx="30074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HỌC VẤN &amp; CHỨNG CHỈ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905920" y="7799400"/>
            <a:ext cx="223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Đại học Ngoại thương (FTU)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940400" y="837000"/>
            <a:ext cx="1224720" cy="278280"/>
          </a:xfrm>
          <a:custGeom>
            <a:avLst/>
            <a:gdLst/>
            <a:ahLst/>
            <a:rect l="0" t="0" r="r" b="b"/>
            <a:pathLst>
              <a:path w="3402" h="773">
                <a:moveTo>
                  <a:pt x="16" y="671"/>
                </a:moveTo>
                <a:lnTo>
                  <a:pt x="0" y="221"/>
                </a:lnTo>
                <a:cubicBezTo>
                  <a:pt x="0" y="207"/>
                  <a:pt x="2" y="193"/>
                  <a:pt x="7" y="180"/>
                </a:cubicBezTo>
                <a:cubicBezTo>
                  <a:pt x="12" y="167"/>
                  <a:pt x="19" y="155"/>
                  <a:pt x="29" y="145"/>
                </a:cubicBezTo>
                <a:cubicBezTo>
                  <a:pt x="38" y="135"/>
                  <a:pt x="49" y="127"/>
                  <a:pt x="62" y="121"/>
                </a:cubicBezTo>
                <a:cubicBezTo>
                  <a:pt x="75" y="115"/>
                  <a:pt x="88" y="112"/>
                  <a:pt x="102" y="111"/>
                </a:cubicBezTo>
                <a:lnTo>
                  <a:pt x="3276" y="0"/>
                </a:lnTo>
                <a:cubicBezTo>
                  <a:pt x="3290" y="0"/>
                  <a:pt x="3304" y="2"/>
                  <a:pt x="3317" y="7"/>
                </a:cubicBezTo>
                <a:cubicBezTo>
                  <a:pt x="3330" y="12"/>
                  <a:pt x="3342" y="19"/>
                  <a:pt x="3352" y="29"/>
                </a:cubicBezTo>
                <a:cubicBezTo>
                  <a:pt x="3363" y="38"/>
                  <a:pt x="3371" y="50"/>
                  <a:pt x="3376" y="62"/>
                </a:cubicBezTo>
                <a:cubicBezTo>
                  <a:pt x="3382" y="75"/>
                  <a:pt x="3385" y="88"/>
                  <a:pt x="3386" y="103"/>
                </a:cubicBezTo>
                <a:lnTo>
                  <a:pt x="3402" y="553"/>
                </a:lnTo>
                <a:cubicBezTo>
                  <a:pt x="3402" y="567"/>
                  <a:pt x="3400" y="581"/>
                  <a:pt x="3395" y="594"/>
                </a:cubicBezTo>
                <a:cubicBezTo>
                  <a:pt x="3390" y="607"/>
                  <a:pt x="3383" y="619"/>
                  <a:pt x="3373" y="629"/>
                </a:cubicBezTo>
                <a:cubicBezTo>
                  <a:pt x="3364" y="639"/>
                  <a:pt x="3352" y="647"/>
                  <a:pt x="3340" y="653"/>
                </a:cubicBezTo>
                <a:cubicBezTo>
                  <a:pt x="3327" y="659"/>
                  <a:pt x="3314" y="662"/>
                  <a:pt x="3300" y="662"/>
                </a:cubicBezTo>
                <a:lnTo>
                  <a:pt x="125" y="773"/>
                </a:lnTo>
                <a:cubicBezTo>
                  <a:pt x="111" y="774"/>
                  <a:pt x="98" y="772"/>
                  <a:pt x="85" y="767"/>
                </a:cubicBezTo>
                <a:cubicBezTo>
                  <a:pt x="72" y="762"/>
                  <a:pt x="60" y="754"/>
                  <a:pt x="50" y="745"/>
                </a:cubicBezTo>
                <a:cubicBezTo>
                  <a:pt x="39" y="735"/>
                  <a:pt x="31" y="724"/>
                  <a:pt x="25" y="711"/>
                </a:cubicBezTo>
                <a:cubicBezTo>
                  <a:pt x="20" y="699"/>
                  <a:pt x="16" y="685"/>
                  <a:pt x="16" y="671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905920" y="8058960"/>
            <a:ext cx="2676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Tiếng Pháp thương mại — Tốt nghiệp loại Giỏi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3236040" y="838080"/>
            <a:ext cx="1176840" cy="276480"/>
          </a:xfrm>
          <a:custGeom>
            <a:avLst/>
            <a:gdLst/>
            <a:ahLst/>
            <a:rect l="0" t="0" r="r" b="b"/>
            <a:pathLst>
              <a:path w="3269" h="768">
                <a:moveTo>
                  <a:pt x="15" y="666"/>
                </a:moveTo>
                <a:lnTo>
                  <a:pt x="0" y="215"/>
                </a:lnTo>
                <a:cubicBezTo>
                  <a:pt x="-1" y="201"/>
                  <a:pt x="1" y="188"/>
                  <a:pt x="6" y="175"/>
                </a:cubicBezTo>
                <a:cubicBezTo>
                  <a:pt x="11" y="162"/>
                  <a:pt x="18" y="150"/>
                  <a:pt x="28" y="140"/>
                </a:cubicBezTo>
                <a:cubicBezTo>
                  <a:pt x="38" y="129"/>
                  <a:pt x="49" y="121"/>
                  <a:pt x="61" y="116"/>
                </a:cubicBezTo>
                <a:cubicBezTo>
                  <a:pt x="74" y="110"/>
                  <a:pt x="88" y="107"/>
                  <a:pt x="102" y="106"/>
                </a:cubicBezTo>
                <a:lnTo>
                  <a:pt x="3143" y="0"/>
                </a:lnTo>
                <a:cubicBezTo>
                  <a:pt x="3158" y="-1"/>
                  <a:pt x="3171" y="2"/>
                  <a:pt x="3184" y="6"/>
                </a:cubicBezTo>
                <a:cubicBezTo>
                  <a:pt x="3197" y="11"/>
                  <a:pt x="3209" y="19"/>
                  <a:pt x="3219" y="28"/>
                </a:cubicBezTo>
                <a:cubicBezTo>
                  <a:pt x="3230" y="38"/>
                  <a:pt x="3238" y="49"/>
                  <a:pt x="3243" y="62"/>
                </a:cubicBezTo>
                <a:cubicBezTo>
                  <a:pt x="3249" y="74"/>
                  <a:pt x="3252" y="88"/>
                  <a:pt x="3253" y="102"/>
                </a:cubicBezTo>
                <a:lnTo>
                  <a:pt x="3269" y="552"/>
                </a:lnTo>
                <a:cubicBezTo>
                  <a:pt x="3269" y="566"/>
                  <a:pt x="3267" y="580"/>
                  <a:pt x="3262" y="593"/>
                </a:cubicBezTo>
                <a:cubicBezTo>
                  <a:pt x="3257" y="606"/>
                  <a:pt x="3250" y="618"/>
                  <a:pt x="3240" y="628"/>
                </a:cubicBezTo>
                <a:cubicBezTo>
                  <a:pt x="3231" y="639"/>
                  <a:pt x="3220" y="647"/>
                  <a:pt x="3207" y="652"/>
                </a:cubicBezTo>
                <a:cubicBezTo>
                  <a:pt x="3194" y="658"/>
                  <a:pt x="3181" y="661"/>
                  <a:pt x="3167" y="662"/>
                </a:cubicBezTo>
                <a:lnTo>
                  <a:pt x="125" y="768"/>
                </a:lnTo>
                <a:cubicBezTo>
                  <a:pt x="111" y="769"/>
                  <a:pt x="97" y="766"/>
                  <a:pt x="84" y="761"/>
                </a:cubicBezTo>
                <a:cubicBezTo>
                  <a:pt x="71" y="757"/>
                  <a:pt x="59" y="749"/>
                  <a:pt x="49" y="740"/>
                </a:cubicBezTo>
                <a:cubicBezTo>
                  <a:pt x="39" y="730"/>
                  <a:pt x="31" y="719"/>
                  <a:pt x="25" y="706"/>
                </a:cubicBezTo>
                <a:cubicBezTo>
                  <a:pt x="19" y="693"/>
                  <a:pt x="16" y="680"/>
                  <a:pt x="15" y="666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 rot="21480000">
            <a:off x="2037600" y="875520"/>
            <a:ext cx="1076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SỰ KIỆN OFFLINE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940400" y="1171800"/>
            <a:ext cx="1157760" cy="275760"/>
          </a:xfrm>
          <a:custGeom>
            <a:avLst/>
            <a:gdLst/>
            <a:ahLst/>
            <a:rect l="0" t="0" r="r" b="b"/>
            <a:pathLst>
              <a:path w="3216" h="766">
                <a:moveTo>
                  <a:pt x="16" y="664"/>
                </a:moveTo>
                <a:lnTo>
                  <a:pt x="0" y="215"/>
                </a:lnTo>
                <a:cubicBezTo>
                  <a:pt x="0" y="201"/>
                  <a:pt x="2" y="186"/>
                  <a:pt x="7" y="173"/>
                </a:cubicBezTo>
                <a:cubicBezTo>
                  <a:pt x="12" y="160"/>
                  <a:pt x="19" y="148"/>
                  <a:pt x="29" y="138"/>
                </a:cubicBezTo>
                <a:cubicBezTo>
                  <a:pt x="38" y="128"/>
                  <a:pt x="49" y="120"/>
                  <a:pt x="62" y="114"/>
                </a:cubicBezTo>
                <a:cubicBezTo>
                  <a:pt x="75" y="108"/>
                  <a:pt x="88" y="105"/>
                  <a:pt x="102" y="104"/>
                </a:cubicBezTo>
                <a:lnTo>
                  <a:pt x="3091" y="0"/>
                </a:lnTo>
                <a:cubicBezTo>
                  <a:pt x="3105" y="0"/>
                  <a:pt x="3119" y="2"/>
                  <a:pt x="3132" y="7"/>
                </a:cubicBezTo>
                <a:cubicBezTo>
                  <a:pt x="3145" y="12"/>
                  <a:pt x="3157" y="19"/>
                  <a:pt x="3167" y="28"/>
                </a:cubicBezTo>
                <a:cubicBezTo>
                  <a:pt x="3177" y="38"/>
                  <a:pt x="3185" y="49"/>
                  <a:pt x="3191" y="62"/>
                </a:cubicBezTo>
                <a:cubicBezTo>
                  <a:pt x="3197" y="75"/>
                  <a:pt x="3200" y="88"/>
                  <a:pt x="3201" y="102"/>
                </a:cubicBezTo>
                <a:lnTo>
                  <a:pt x="3216" y="553"/>
                </a:lnTo>
                <a:cubicBezTo>
                  <a:pt x="3217" y="567"/>
                  <a:pt x="3215" y="580"/>
                  <a:pt x="3210" y="593"/>
                </a:cubicBezTo>
                <a:cubicBezTo>
                  <a:pt x="3205" y="607"/>
                  <a:pt x="3198" y="618"/>
                  <a:pt x="3188" y="628"/>
                </a:cubicBezTo>
                <a:cubicBezTo>
                  <a:pt x="3178" y="639"/>
                  <a:pt x="3167" y="647"/>
                  <a:pt x="3155" y="653"/>
                </a:cubicBezTo>
                <a:cubicBezTo>
                  <a:pt x="3142" y="658"/>
                  <a:pt x="3128" y="662"/>
                  <a:pt x="3114" y="662"/>
                </a:cubicBezTo>
                <a:lnTo>
                  <a:pt x="125" y="766"/>
                </a:lnTo>
                <a:cubicBezTo>
                  <a:pt x="111" y="767"/>
                  <a:pt x="98" y="765"/>
                  <a:pt x="85" y="760"/>
                </a:cubicBezTo>
                <a:cubicBezTo>
                  <a:pt x="71" y="755"/>
                  <a:pt x="60" y="748"/>
                  <a:pt x="50" y="738"/>
                </a:cubicBezTo>
                <a:cubicBezTo>
                  <a:pt x="39" y="728"/>
                  <a:pt x="31" y="717"/>
                  <a:pt x="25" y="705"/>
                </a:cubicBezTo>
                <a:cubicBezTo>
                  <a:pt x="20" y="692"/>
                  <a:pt x="16" y="678"/>
                  <a:pt x="16" y="664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 rot="21480000">
            <a:off x="3333240" y="875520"/>
            <a:ext cx="1040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SỰ KIỆN ONLINE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 rot="21480000">
            <a:off x="2037600" y="1208520"/>
            <a:ext cx="1033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BẢN TIN NỘI BỘ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24560" y="5197320"/>
            <a:ext cx="7977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CANVA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63880" y="5197320"/>
            <a:ext cx="92592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CAPCUT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2314440" y="5197320"/>
            <a:ext cx="226548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MICROSOFT OFFICE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677120" y="5197320"/>
            <a:ext cx="108720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CHATGPT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5955840" y="5197320"/>
            <a:ext cx="88452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GEMINI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048800" y="5197320"/>
            <a:ext cx="92880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CLAUDE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8187120" y="5197320"/>
            <a:ext cx="13143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LEONARDO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9666360" y="5197320"/>
            <a:ext cx="7977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CANVA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0705680" y="5197320"/>
            <a:ext cx="92592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CAPCUT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752480" y="7667640"/>
            <a:ext cx="1000080" cy="714960"/>
          </a:xfrm>
          <a:custGeom>
            <a:avLst/>
            <a:gdLst/>
            <a:ahLst/>
            <a:rect l="0" t="0" r="r" b="b"/>
            <a:pathLst>
              <a:path w="2778" h="1986">
                <a:moveTo>
                  <a:pt x="0" y="1041"/>
                </a:moveTo>
                <a:cubicBezTo>
                  <a:pt x="-1" y="1009"/>
                  <a:pt x="0" y="976"/>
                  <a:pt x="3" y="944"/>
                </a:cubicBezTo>
                <a:cubicBezTo>
                  <a:pt x="6" y="911"/>
                  <a:pt x="12" y="879"/>
                  <a:pt x="20" y="847"/>
                </a:cubicBezTo>
                <a:cubicBezTo>
                  <a:pt x="27" y="815"/>
                  <a:pt x="37" y="783"/>
                  <a:pt x="49" y="751"/>
                </a:cubicBezTo>
                <a:cubicBezTo>
                  <a:pt x="61" y="720"/>
                  <a:pt x="76" y="689"/>
                  <a:pt x="92" y="658"/>
                </a:cubicBezTo>
                <a:cubicBezTo>
                  <a:pt x="108" y="627"/>
                  <a:pt x="127" y="597"/>
                  <a:pt x="147" y="568"/>
                </a:cubicBezTo>
                <a:cubicBezTo>
                  <a:pt x="168" y="539"/>
                  <a:pt x="190" y="510"/>
                  <a:pt x="214" y="482"/>
                </a:cubicBezTo>
                <a:cubicBezTo>
                  <a:pt x="239" y="454"/>
                  <a:pt x="265" y="427"/>
                  <a:pt x="293" y="401"/>
                </a:cubicBezTo>
                <a:cubicBezTo>
                  <a:pt x="321" y="375"/>
                  <a:pt x="350" y="350"/>
                  <a:pt x="382" y="326"/>
                </a:cubicBezTo>
                <a:cubicBezTo>
                  <a:pt x="413" y="302"/>
                  <a:pt x="446" y="279"/>
                  <a:pt x="480" y="257"/>
                </a:cubicBezTo>
                <a:cubicBezTo>
                  <a:pt x="515" y="235"/>
                  <a:pt x="551" y="214"/>
                  <a:pt x="588" y="195"/>
                </a:cubicBezTo>
                <a:cubicBezTo>
                  <a:pt x="625" y="176"/>
                  <a:pt x="663" y="158"/>
                  <a:pt x="703" y="141"/>
                </a:cubicBezTo>
                <a:cubicBezTo>
                  <a:pt x="742" y="124"/>
                  <a:pt x="783" y="109"/>
                  <a:pt x="825" y="95"/>
                </a:cubicBezTo>
                <a:cubicBezTo>
                  <a:pt x="866" y="81"/>
                  <a:pt x="909" y="69"/>
                  <a:pt x="952" y="58"/>
                </a:cubicBezTo>
                <a:cubicBezTo>
                  <a:pt x="995" y="47"/>
                  <a:pt x="1039" y="37"/>
                  <a:pt x="1083" y="30"/>
                </a:cubicBezTo>
                <a:cubicBezTo>
                  <a:pt x="1127" y="22"/>
                  <a:pt x="1172" y="15"/>
                  <a:pt x="1217" y="11"/>
                </a:cubicBezTo>
                <a:cubicBezTo>
                  <a:pt x="1262" y="6"/>
                  <a:pt x="1308" y="3"/>
                  <a:pt x="1353" y="1"/>
                </a:cubicBezTo>
                <a:cubicBezTo>
                  <a:pt x="1399" y="0"/>
                  <a:pt x="1444" y="0"/>
                  <a:pt x="1489" y="1"/>
                </a:cubicBezTo>
                <a:cubicBezTo>
                  <a:pt x="1535" y="3"/>
                  <a:pt x="1580" y="6"/>
                  <a:pt x="1625" y="11"/>
                </a:cubicBezTo>
                <a:cubicBezTo>
                  <a:pt x="1670" y="15"/>
                  <a:pt x="1714" y="22"/>
                  <a:pt x="1758" y="30"/>
                </a:cubicBezTo>
                <a:cubicBezTo>
                  <a:pt x="1802" y="38"/>
                  <a:pt x="1845" y="47"/>
                  <a:pt x="1887" y="58"/>
                </a:cubicBezTo>
                <a:cubicBezTo>
                  <a:pt x="1930" y="69"/>
                  <a:pt x="1971" y="81"/>
                  <a:pt x="2012" y="95"/>
                </a:cubicBezTo>
                <a:cubicBezTo>
                  <a:pt x="2052" y="109"/>
                  <a:pt x="2093" y="125"/>
                  <a:pt x="2131" y="141"/>
                </a:cubicBezTo>
                <a:cubicBezTo>
                  <a:pt x="2170" y="158"/>
                  <a:pt x="2207" y="176"/>
                  <a:pt x="2243" y="195"/>
                </a:cubicBezTo>
                <a:cubicBezTo>
                  <a:pt x="2279" y="215"/>
                  <a:pt x="2313" y="235"/>
                  <a:pt x="2346" y="257"/>
                </a:cubicBezTo>
                <a:cubicBezTo>
                  <a:pt x="2379" y="279"/>
                  <a:pt x="2410" y="302"/>
                  <a:pt x="2440" y="326"/>
                </a:cubicBezTo>
                <a:cubicBezTo>
                  <a:pt x="2470" y="350"/>
                  <a:pt x="2498" y="375"/>
                  <a:pt x="2524" y="401"/>
                </a:cubicBezTo>
                <a:cubicBezTo>
                  <a:pt x="2550" y="428"/>
                  <a:pt x="2574" y="455"/>
                  <a:pt x="2597" y="482"/>
                </a:cubicBezTo>
                <a:cubicBezTo>
                  <a:pt x="2619" y="510"/>
                  <a:pt x="2640" y="539"/>
                  <a:pt x="2658" y="568"/>
                </a:cubicBezTo>
                <a:cubicBezTo>
                  <a:pt x="2677" y="598"/>
                  <a:pt x="2693" y="628"/>
                  <a:pt x="2707" y="658"/>
                </a:cubicBezTo>
                <a:cubicBezTo>
                  <a:pt x="2722" y="689"/>
                  <a:pt x="2734" y="720"/>
                  <a:pt x="2744" y="752"/>
                </a:cubicBezTo>
                <a:cubicBezTo>
                  <a:pt x="2754" y="783"/>
                  <a:pt x="2761" y="815"/>
                  <a:pt x="2767" y="847"/>
                </a:cubicBezTo>
                <a:cubicBezTo>
                  <a:pt x="2773" y="879"/>
                  <a:pt x="2776" y="912"/>
                  <a:pt x="2777" y="944"/>
                </a:cubicBezTo>
                <a:cubicBezTo>
                  <a:pt x="2778" y="977"/>
                  <a:pt x="2777" y="1009"/>
                  <a:pt x="2774" y="1042"/>
                </a:cubicBezTo>
                <a:cubicBezTo>
                  <a:pt x="2770" y="1074"/>
                  <a:pt x="2765" y="1107"/>
                  <a:pt x="2757" y="1139"/>
                </a:cubicBezTo>
                <a:cubicBezTo>
                  <a:pt x="2749" y="1171"/>
                  <a:pt x="2739" y="1203"/>
                  <a:pt x="2727" y="1234"/>
                </a:cubicBezTo>
                <a:cubicBezTo>
                  <a:pt x="2715" y="1266"/>
                  <a:pt x="2701" y="1297"/>
                  <a:pt x="2685" y="1327"/>
                </a:cubicBezTo>
                <a:cubicBezTo>
                  <a:pt x="2668" y="1358"/>
                  <a:pt x="2650" y="1388"/>
                  <a:pt x="2629" y="1417"/>
                </a:cubicBezTo>
                <a:cubicBezTo>
                  <a:pt x="2609" y="1447"/>
                  <a:pt x="2587" y="1475"/>
                  <a:pt x="2562" y="1503"/>
                </a:cubicBezTo>
                <a:cubicBezTo>
                  <a:pt x="2538" y="1532"/>
                  <a:pt x="2512" y="1559"/>
                  <a:pt x="2484" y="1585"/>
                </a:cubicBezTo>
                <a:cubicBezTo>
                  <a:pt x="2456" y="1611"/>
                  <a:pt x="2426" y="1637"/>
                  <a:pt x="2395" y="1661"/>
                </a:cubicBezTo>
                <a:cubicBezTo>
                  <a:pt x="2364" y="1685"/>
                  <a:pt x="2331" y="1708"/>
                  <a:pt x="2296" y="1729"/>
                </a:cubicBezTo>
                <a:cubicBezTo>
                  <a:pt x="2262" y="1751"/>
                  <a:pt x="2226" y="1772"/>
                  <a:pt x="2189" y="1791"/>
                </a:cubicBezTo>
                <a:cubicBezTo>
                  <a:pt x="2152" y="1811"/>
                  <a:pt x="2113" y="1829"/>
                  <a:pt x="2073" y="1845"/>
                </a:cubicBezTo>
                <a:cubicBezTo>
                  <a:pt x="2033" y="1862"/>
                  <a:pt x="1993" y="1877"/>
                  <a:pt x="1951" y="1891"/>
                </a:cubicBezTo>
                <a:cubicBezTo>
                  <a:pt x="1910" y="1905"/>
                  <a:pt x="1867" y="1918"/>
                  <a:pt x="1824" y="1928"/>
                </a:cubicBezTo>
                <a:cubicBezTo>
                  <a:pt x="1781" y="1939"/>
                  <a:pt x="1737" y="1949"/>
                  <a:pt x="1693" y="1957"/>
                </a:cubicBezTo>
                <a:cubicBezTo>
                  <a:pt x="1648" y="1965"/>
                  <a:pt x="1604" y="1971"/>
                  <a:pt x="1558" y="1976"/>
                </a:cubicBezTo>
                <a:cubicBezTo>
                  <a:pt x="1513" y="1981"/>
                  <a:pt x="1468" y="1984"/>
                  <a:pt x="1423" y="1985"/>
                </a:cubicBezTo>
                <a:cubicBezTo>
                  <a:pt x="1377" y="1987"/>
                  <a:pt x="1332" y="1987"/>
                  <a:pt x="1286" y="1985"/>
                </a:cubicBezTo>
                <a:cubicBezTo>
                  <a:pt x="1241" y="1984"/>
                  <a:pt x="1196" y="1980"/>
                  <a:pt x="1151" y="1976"/>
                </a:cubicBezTo>
                <a:cubicBezTo>
                  <a:pt x="1106" y="1971"/>
                  <a:pt x="1062" y="1965"/>
                  <a:pt x="1018" y="1957"/>
                </a:cubicBezTo>
                <a:cubicBezTo>
                  <a:pt x="974" y="1949"/>
                  <a:pt x="931" y="1939"/>
                  <a:pt x="889" y="1928"/>
                </a:cubicBezTo>
                <a:cubicBezTo>
                  <a:pt x="846" y="1917"/>
                  <a:pt x="805" y="1905"/>
                  <a:pt x="764" y="1891"/>
                </a:cubicBezTo>
                <a:cubicBezTo>
                  <a:pt x="723" y="1877"/>
                  <a:pt x="684" y="1862"/>
                  <a:pt x="645" y="1845"/>
                </a:cubicBezTo>
                <a:cubicBezTo>
                  <a:pt x="607" y="1828"/>
                  <a:pt x="570" y="1810"/>
                  <a:pt x="534" y="1791"/>
                </a:cubicBezTo>
                <a:cubicBezTo>
                  <a:pt x="498" y="1772"/>
                  <a:pt x="464" y="1751"/>
                  <a:pt x="431" y="1729"/>
                </a:cubicBezTo>
                <a:cubicBezTo>
                  <a:pt x="398" y="1707"/>
                  <a:pt x="366" y="1684"/>
                  <a:pt x="337" y="1660"/>
                </a:cubicBezTo>
                <a:cubicBezTo>
                  <a:pt x="307" y="1636"/>
                  <a:pt x="279" y="1611"/>
                  <a:pt x="253" y="1585"/>
                </a:cubicBezTo>
                <a:cubicBezTo>
                  <a:pt x="227" y="1559"/>
                  <a:pt x="202" y="1532"/>
                  <a:pt x="180" y="1503"/>
                </a:cubicBezTo>
                <a:cubicBezTo>
                  <a:pt x="157" y="1475"/>
                  <a:pt x="137" y="1446"/>
                  <a:pt x="119" y="1417"/>
                </a:cubicBezTo>
                <a:cubicBezTo>
                  <a:pt x="100" y="1388"/>
                  <a:pt x="84" y="1358"/>
                  <a:pt x="69" y="1327"/>
                </a:cubicBezTo>
                <a:cubicBezTo>
                  <a:pt x="55" y="1296"/>
                  <a:pt x="43" y="1265"/>
                  <a:pt x="33" y="1234"/>
                </a:cubicBezTo>
                <a:cubicBezTo>
                  <a:pt x="23" y="1202"/>
                  <a:pt x="15" y="1170"/>
                  <a:pt x="10" y="1138"/>
                </a:cubicBezTo>
                <a:cubicBezTo>
                  <a:pt x="4" y="1106"/>
                  <a:pt x="1" y="1074"/>
                  <a:pt x="0" y="1041"/>
                </a:cubicBezTo>
                <a:moveTo>
                  <a:pt x="53" y="1039"/>
                </a:moveTo>
                <a:cubicBezTo>
                  <a:pt x="51" y="1008"/>
                  <a:pt x="53" y="978"/>
                  <a:pt x="56" y="947"/>
                </a:cubicBezTo>
                <a:cubicBezTo>
                  <a:pt x="59" y="916"/>
                  <a:pt x="64" y="886"/>
                  <a:pt x="72" y="855"/>
                </a:cubicBezTo>
                <a:cubicBezTo>
                  <a:pt x="79" y="825"/>
                  <a:pt x="89" y="795"/>
                  <a:pt x="101" y="765"/>
                </a:cubicBezTo>
                <a:cubicBezTo>
                  <a:pt x="112" y="735"/>
                  <a:pt x="126" y="705"/>
                  <a:pt x="142" y="676"/>
                </a:cubicBezTo>
                <a:cubicBezTo>
                  <a:pt x="157" y="647"/>
                  <a:pt x="175" y="619"/>
                  <a:pt x="195" y="591"/>
                </a:cubicBezTo>
                <a:cubicBezTo>
                  <a:pt x="214" y="563"/>
                  <a:pt x="236" y="536"/>
                  <a:pt x="259" y="510"/>
                </a:cubicBezTo>
                <a:cubicBezTo>
                  <a:pt x="283" y="483"/>
                  <a:pt x="308" y="458"/>
                  <a:pt x="335" y="433"/>
                </a:cubicBezTo>
                <a:cubicBezTo>
                  <a:pt x="362" y="408"/>
                  <a:pt x="390" y="385"/>
                  <a:pt x="420" y="362"/>
                </a:cubicBezTo>
                <a:cubicBezTo>
                  <a:pt x="451" y="339"/>
                  <a:pt x="482" y="317"/>
                  <a:pt x="515" y="297"/>
                </a:cubicBezTo>
                <a:cubicBezTo>
                  <a:pt x="549" y="276"/>
                  <a:pt x="583" y="256"/>
                  <a:pt x="619" y="238"/>
                </a:cubicBezTo>
                <a:cubicBezTo>
                  <a:pt x="655" y="220"/>
                  <a:pt x="691" y="203"/>
                  <a:pt x="729" y="187"/>
                </a:cubicBezTo>
                <a:cubicBezTo>
                  <a:pt x="768" y="171"/>
                  <a:pt x="807" y="156"/>
                  <a:pt x="847" y="143"/>
                </a:cubicBezTo>
                <a:cubicBezTo>
                  <a:pt x="887" y="130"/>
                  <a:pt x="927" y="118"/>
                  <a:pt x="969" y="108"/>
                </a:cubicBezTo>
                <a:cubicBezTo>
                  <a:pt x="1010" y="98"/>
                  <a:pt x="1053" y="89"/>
                  <a:pt x="1095" y="81"/>
                </a:cubicBezTo>
                <a:cubicBezTo>
                  <a:pt x="1138" y="74"/>
                  <a:pt x="1181" y="68"/>
                  <a:pt x="1224" y="63"/>
                </a:cubicBezTo>
                <a:cubicBezTo>
                  <a:pt x="1268" y="59"/>
                  <a:pt x="1311" y="56"/>
                  <a:pt x="1355" y="54"/>
                </a:cubicBezTo>
                <a:cubicBezTo>
                  <a:pt x="1399" y="52"/>
                  <a:pt x="1443" y="52"/>
                  <a:pt x="1486" y="54"/>
                </a:cubicBezTo>
                <a:cubicBezTo>
                  <a:pt x="1530" y="55"/>
                  <a:pt x="1573" y="58"/>
                  <a:pt x="1616" y="63"/>
                </a:cubicBezTo>
                <a:cubicBezTo>
                  <a:pt x="1659" y="67"/>
                  <a:pt x="1702" y="73"/>
                  <a:pt x="1744" y="81"/>
                </a:cubicBezTo>
                <a:cubicBezTo>
                  <a:pt x="1786" y="88"/>
                  <a:pt x="1828" y="97"/>
                  <a:pt x="1869" y="108"/>
                </a:cubicBezTo>
                <a:cubicBezTo>
                  <a:pt x="1909" y="118"/>
                  <a:pt x="1949" y="130"/>
                  <a:pt x="1988" y="143"/>
                </a:cubicBezTo>
                <a:cubicBezTo>
                  <a:pt x="2028" y="156"/>
                  <a:pt x="2066" y="170"/>
                  <a:pt x="2103" y="186"/>
                </a:cubicBezTo>
                <a:cubicBezTo>
                  <a:pt x="2140" y="202"/>
                  <a:pt x="2176" y="219"/>
                  <a:pt x="2211" y="237"/>
                </a:cubicBezTo>
                <a:cubicBezTo>
                  <a:pt x="2245" y="256"/>
                  <a:pt x="2278" y="275"/>
                  <a:pt x="2310" y="296"/>
                </a:cubicBezTo>
                <a:cubicBezTo>
                  <a:pt x="2342" y="317"/>
                  <a:pt x="2372" y="338"/>
                  <a:pt x="2400" y="361"/>
                </a:cubicBezTo>
                <a:cubicBezTo>
                  <a:pt x="2429" y="384"/>
                  <a:pt x="2456" y="408"/>
                  <a:pt x="2481" y="432"/>
                </a:cubicBezTo>
                <a:cubicBezTo>
                  <a:pt x="2506" y="457"/>
                  <a:pt x="2530" y="483"/>
                  <a:pt x="2551" y="509"/>
                </a:cubicBezTo>
                <a:cubicBezTo>
                  <a:pt x="2573" y="535"/>
                  <a:pt x="2592" y="562"/>
                  <a:pt x="2610" y="590"/>
                </a:cubicBezTo>
                <a:cubicBezTo>
                  <a:pt x="2628" y="618"/>
                  <a:pt x="2643" y="647"/>
                  <a:pt x="2657" y="675"/>
                </a:cubicBezTo>
                <a:cubicBezTo>
                  <a:pt x="2671" y="704"/>
                  <a:pt x="2683" y="734"/>
                  <a:pt x="2692" y="764"/>
                </a:cubicBezTo>
                <a:cubicBezTo>
                  <a:pt x="2702" y="794"/>
                  <a:pt x="2709" y="824"/>
                  <a:pt x="2715" y="854"/>
                </a:cubicBezTo>
                <a:cubicBezTo>
                  <a:pt x="2720" y="885"/>
                  <a:pt x="2723" y="915"/>
                  <a:pt x="2724" y="946"/>
                </a:cubicBezTo>
                <a:cubicBezTo>
                  <a:pt x="2725" y="977"/>
                  <a:pt x="2724" y="1008"/>
                  <a:pt x="2721" y="1038"/>
                </a:cubicBezTo>
                <a:cubicBezTo>
                  <a:pt x="2718" y="1069"/>
                  <a:pt x="2712" y="1100"/>
                  <a:pt x="2705" y="1130"/>
                </a:cubicBezTo>
                <a:cubicBezTo>
                  <a:pt x="2697" y="1161"/>
                  <a:pt x="2688" y="1191"/>
                  <a:pt x="2676" y="1221"/>
                </a:cubicBezTo>
                <a:cubicBezTo>
                  <a:pt x="2665" y="1250"/>
                  <a:pt x="2651" y="1280"/>
                  <a:pt x="2635" y="1309"/>
                </a:cubicBezTo>
                <a:cubicBezTo>
                  <a:pt x="2619" y="1338"/>
                  <a:pt x="2602" y="1366"/>
                  <a:pt x="2582" y="1394"/>
                </a:cubicBezTo>
                <a:cubicBezTo>
                  <a:pt x="2562" y="1422"/>
                  <a:pt x="2541" y="1449"/>
                  <a:pt x="2517" y="1475"/>
                </a:cubicBezTo>
                <a:cubicBezTo>
                  <a:pt x="2494" y="1502"/>
                  <a:pt x="2469" y="1528"/>
                  <a:pt x="2442" y="1553"/>
                </a:cubicBezTo>
                <a:cubicBezTo>
                  <a:pt x="2415" y="1578"/>
                  <a:pt x="2386" y="1602"/>
                  <a:pt x="2356" y="1625"/>
                </a:cubicBezTo>
                <a:cubicBezTo>
                  <a:pt x="2326" y="1647"/>
                  <a:pt x="2294" y="1669"/>
                  <a:pt x="2261" y="1690"/>
                </a:cubicBezTo>
                <a:cubicBezTo>
                  <a:pt x="2228" y="1710"/>
                  <a:pt x="2194" y="1730"/>
                  <a:pt x="2158" y="1748"/>
                </a:cubicBezTo>
                <a:cubicBezTo>
                  <a:pt x="2122" y="1767"/>
                  <a:pt x="2085" y="1784"/>
                  <a:pt x="2046" y="1800"/>
                </a:cubicBezTo>
                <a:cubicBezTo>
                  <a:pt x="2008" y="1815"/>
                  <a:pt x="1969" y="1830"/>
                  <a:pt x="1929" y="1843"/>
                </a:cubicBezTo>
                <a:cubicBezTo>
                  <a:pt x="1889" y="1856"/>
                  <a:pt x="1848" y="1868"/>
                  <a:pt x="1807" y="1878"/>
                </a:cubicBezTo>
                <a:cubicBezTo>
                  <a:pt x="1765" y="1889"/>
                  <a:pt x="1723" y="1898"/>
                  <a:pt x="1681" y="1905"/>
                </a:cubicBezTo>
                <a:cubicBezTo>
                  <a:pt x="1638" y="1913"/>
                  <a:pt x="1595" y="1919"/>
                  <a:pt x="1551" y="1923"/>
                </a:cubicBezTo>
                <a:cubicBezTo>
                  <a:pt x="1508" y="1928"/>
                  <a:pt x="1464" y="1931"/>
                  <a:pt x="1421" y="1932"/>
                </a:cubicBezTo>
                <a:cubicBezTo>
                  <a:pt x="1377" y="1934"/>
                  <a:pt x="1333" y="1934"/>
                  <a:pt x="1290" y="1932"/>
                </a:cubicBezTo>
                <a:cubicBezTo>
                  <a:pt x="1246" y="1931"/>
                  <a:pt x="1203" y="1928"/>
                  <a:pt x="1160" y="1923"/>
                </a:cubicBezTo>
                <a:cubicBezTo>
                  <a:pt x="1116" y="1919"/>
                  <a:pt x="1074" y="1913"/>
                  <a:pt x="1032" y="1906"/>
                </a:cubicBezTo>
                <a:cubicBezTo>
                  <a:pt x="989" y="1898"/>
                  <a:pt x="948" y="1889"/>
                  <a:pt x="907" y="1879"/>
                </a:cubicBezTo>
                <a:cubicBezTo>
                  <a:pt x="866" y="1868"/>
                  <a:pt x="826" y="1857"/>
                  <a:pt x="787" y="1844"/>
                </a:cubicBezTo>
                <a:cubicBezTo>
                  <a:pt x="748" y="1830"/>
                  <a:pt x="710" y="1816"/>
                  <a:pt x="673" y="1800"/>
                </a:cubicBezTo>
                <a:cubicBezTo>
                  <a:pt x="636" y="1784"/>
                  <a:pt x="601" y="1767"/>
                  <a:pt x="566" y="1749"/>
                </a:cubicBezTo>
                <a:cubicBezTo>
                  <a:pt x="532" y="1731"/>
                  <a:pt x="499" y="1711"/>
                  <a:pt x="467" y="1690"/>
                </a:cubicBezTo>
                <a:cubicBezTo>
                  <a:pt x="435" y="1670"/>
                  <a:pt x="405" y="1648"/>
                  <a:pt x="376" y="1625"/>
                </a:cubicBezTo>
                <a:cubicBezTo>
                  <a:pt x="348" y="1602"/>
                  <a:pt x="321" y="1579"/>
                  <a:pt x="296" y="1554"/>
                </a:cubicBezTo>
                <a:cubicBezTo>
                  <a:pt x="271" y="1529"/>
                  <a:pt x="247" y="1503"/>
                  <a:pt x="226" y="1476"/>
                </a:cubicBezTo>
                <a:cubicBezTo>
                  <a:pt x="204" y="1450"/>
                  <a:pt x="184" y="1423"/>
                  <a:pt x="167" y="1395"/>
                </a:cubicBezTo>
                <a:cubicBezTo>
                  <a:pt x="149" y="1367"/>
                  <a:pt x="133" y="1339"/>
                  <a:pt x="120" y="1310"/>
                </a:cubicBezTo>
                <a:cubicBezTo>
                  <a:pt x="106" y="1281"/>
                  <a:pt x="94" y="1251"/>
                  <a:pt x="85" y="1222"/>
                </a:cubicBezTo>
                <a:cubicBezTo>
                  <a:pt x="75" y="1192"/>
                  <a:pt x="68" y="1162"/>
                  <a:pt x="62" y="1131"/>
                </a:cubicBezTo>
                <a:cubicBezTo>
                  <a:pt x="57" y="1101"/>
                  <a:pt x="54" y="1070"/>
                  <a:pt x="53" y="1039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856240" y="5197320"/>
            <a:ext cx="21297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2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MICROSOFT OFFIC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 rot="21480000">
            <a:off x="1895040" y="7935840"/>
            <a:ext cx="668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2020 - 2024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0"/>
            <a:ext cx="13716000" cy="2400480"/>
          </a:xfrm>
          <a:custGeom>
            <a:avLst/>
            <a:gdLst/>
            <a:ahLst/>
            <a:rect l="0" t="0" r="r" b="b"/>
            <a:pathLst>
              <a:path w="38100" h="6668">
                <a:moveTo>
                  <a:pt x="0" y="0"/>
                </a:moveTo>
                <a:lnTo>
                  <a:pt x="38100" y="0"/>
                </a:lnTo>
                <a:lnTo>
                  <a:pt x="38100" y="6668"/>
                </a:lnTo>
                <a:lnTo>
                  <a:pt x="0" y="6668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2487240" y="17280"/>
            <a:ext cx="1578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Content Social Viral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2487240" y="277200"/>
            <a:ext cx="811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Nghề Content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2487240" y="674640"/>
            <a:ext cx="2696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Content Performance chuyên sâu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2487240" y="943920"/>
            <a:ext cx="1278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Gigan Training Center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477880" y="1341360"/>
            <a:ext cx="1814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Marketing Foundation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752480" y="28440"/>
            <a:ext cx="581400" cy="420120"/>
          </a:xfrm>
          <a:custGeom>
            <a:avLst/>
            <a:gdLst/>
            <a:ahLst/>
            <a:rect l="0" t="0" r="r" b="b"/>
            <a:pathLst>
              <a:path w="1615" h="1167">
                <a:moveTo>
                  <a:pt x="1" y="618"/>
                </a:moveTo>
                <a:lnTo>
                  <a:pt x="0" y="606"/>
                </a:lnTo>
                <a:cubicBezTo>
                  <a:pt x="0" y="588"/>
                  <a:pt x="0" y="569"/>
                  <a:pt x="2" y="550"/>
                </a:cubicBezTo>
                <a:cubicBezTo>
                  <a:pt x="4" y="531"/>
                  <a:pt x="7" y="512"/>
                  <a:pt x="12" y="492"/>
                </a:cubicBezTo>
                <a:cubicBezTo>
                  <a:pt x="16" y="474"/>
                  <a:pt x="22" y="455"/>
                  <a:pt x="29" y="437"/>
                </a:cubicBezTo>
                <a:cubicBezTo>
                  <a:pt x="36" y="419"/>
                  <a:pt x="44" y="401"/>
                  <a:pt x="54" y="383"/>
                </a:cubicBezTo>
                <a:cubicBezTo>
                  <a:pt x="63" y="365"/>
                  <a:pt x="74" y="348"/>
                  <a:pt x="86" y="331"/>
                </a:cubicBezTo>
                <a:cubicBezTo>
                  <a:pt x="98" y="313"/>
                  <a:pt x="111" y="297"/>
                  <a:pt x="125" y="281"/>
                </a:cubicBezTo>
                <a:cubicBezTo>
                  <a:pt x="139" y="264"/>
                  <a:pt x="154" y="249"/>
                  <a:pt x="171" y="234"/>
                </a:cubicBezTo>
                <a:cubicBezTo>
                  <a:pt x="187" y="218"/>
                  <a:pt x="204" y="204"/>
                  <a:pt x="222" y="190"/>
                </a:cubicBezTo>
                <a:cubicBezTo>
                  <a:pt x="240" y="176"/>
                  <a:pt x="260" y="163"/>
                  <a:pt x="280" y="150"/>
                </a:cubicBezTo>
                <a:cubicBezTo>
                  <a:pt x="300" y="137"/>
                  <a:pt x="320" y="125"/>
                  <a:pt x="342" y="114"/>
                </a:cubicBezTo>
                <a:cubicBezTo>
                  <a:pt x="364" y="103"/>
                  <a:pt x="386" y="92"/>
                  <a:pt x="409" y="83"/>
                </a:cubicBezTo>
                <a:cubicBezTo>
                  <a:pt x="432" y="73"/>
                  <a:pt x="455" y="64"/>
                  <a:pt x="480" y="56"/>
                </a:cubicBezTo>
                <a:cubicBezTo>
                  <a:pt x="504" y="48"/>
                  <a:pt x="528" y="41"/>
                  <a:pt x="553" y="34"/>
                </a:cubicBezTo>
                <a:cubicBezTo>
                  <a:pt x="579" y="28"/>
                  <a:pt x="604" y="22"/>
                  <a:pt x="630" y="18"/>
                </a:cubicBezTo>
                <a:cubicBezTo>
                  <a:pt x="655" y="13"/>
                  <a:pt x="681" y="10"/>
                  <a:pt x="708" y="7"/>
                </a:cubicBezTo>
                <a:cubicBezTo>
                  <a:pt x="734" y="4"/>
                  <a:pt x="760" y="2"/>
                  <a:pt x="788" y="1"/>
                </a:cubicBezTo>
                <a:cubicBezTo>
                  <a:pt x="814" y="0"/>
                  <a:pt x="840" y="0"/>
                  <a:pt x="867" y="1"/>
                </a:cubicBezTo>
                <a:cubicBezTo>
                  <a:pt x="893" y="2"/>
                  <a:pt x="919" y="4"/>
                  <a:pt x="945" y="7"/>
                </a:cubicBezTo>
                <a:cubicBezTo>
                  <a:pt x="971" y="10"/>
                  <a:pt x="997" y="13"/>
                  <a:pt x="1023" y="18"/>
                </a:cubicBezTo>
                <a:cubicBezTo>
                  <a:pt x="1048" y="22"/>
                  <a:pt x="1073" y="28"/>
                  <a:pt x="1098" y="34"/>
                </a:cubicBezTo>
                <a:cubicBezTo>
                  <a:pt x="1122" y="41"/>
                  <a:pt x="1147" y="48"/>
                  <a:pt x="1170" y="56"/>
                </a:cubicBezTo>
                <a:cubicBezTo>
                  <a:pt x="1194" y="64"/>
                  <a:pt x="1217" y="73"/>
                  <a:pt x="1239" y="83"/>
                </a:cubicBezTo>
                <a:cubicBezTo>
                  <a:pt x="1261" y="92"/>
                  <a:pt x="1283" y="103"/>
                  <a:pt x="1304" y="114"/>
                </a:cubicBezTo>
                <a:cubicBezTo>
                  <a:pt x="1325" y="125"/>
                  <a:pt x="1345" y="137"/>
                  <a:pt x="1364" y="150"/>
                </a:cubicBezTo>
                <a:cubicBezTo>
                  <a:pt x="1383" y="163"/>
                  <a:pt x="1401" y="176"/>
                  <a:pt x="1418" y="190"/>
                </a:cubicBezTo>
                <a:cubicBezTo>
                  <a:pt x="1436" y="204"/>
                  <a:pt x="1452" y="219"/>
                  <a:pt x="1467" y="234"/>
                </a:cubicBezTo>
                <a:cubicBezTo>
                  <a:pt x="1482" y="249"/>
                  <a:pt x="1497" y="265"/>
                  <a:pt x="1510" y="281"/>
                </a:cubicBezTo>
                <a:cubicBezTo>
                  <a:pt x="1523" y="297"/>
                  <a:pt x="1534" y="314"/>
                  <a:pt x="1545" y="331"/>
                </a:cubicBezTo>
                <a:cubicBezTo>
                  <a:pt x="1556" y="348"/>
                  <a:pt x="1565" y="365"/>
                  <a:pt x="1574" y="383"/>
                </a:cubicBezTo>
                <a:cubicBezTo>
                  <a:pt x="1582" y="401"/>
                  <a:pt x="1589" y="419"/>
                  <a:pt x="1595" y="437"/>
                </a:cubicBezTo>
                <a:cubicBezTo>
                  <a:pt x="1601" y="456"/>
                  <a:pt x="1605" y="474"/>
                  <a:pt x="1608" y="493"/>
                </a:cubicBezTo>
                <a:cubicBezTo>
                  <a:pt x="1612" y="512"/>
                  <a:pt x="1614" y="531"/>
                  <a:pt x="1614" y="550"/>
                </a:cubicBezTo>
                <a:lnTo>
                  <a:pt x="1615" y="562"/>
                </a:lnTo>
                <a:cubicBezTo>
                  <a:pt x="1615" y="580"/>
                  <a:pt x="1615" y="599"/>
                  <a:pt x="1613" y="618"/>
                </a:cubicBezTo>
                <a:cubicBezTo>
                  <a:pt x="1611" y="637"/>
                  <a:pt x="1608" y="656"/>
                  <a:pt x="1603" y="675"/>
                </a:cubicBezTo>
                <a:cubicBezTo>
                  <a:pt x="1599" y="693"/>
                  <a:pt x="1593" y="712"/>
                  <a:pt x="1586" y="730"/>
                </a:cubicBezTo>
                <a:cubicBezTo>
                  <a:pt x="1579" y="748"/>
                  <a:pt x="1570" y="766"/>
                  <a:pt x="1561" y="784"/>
                </a:cubicBezTo>
                <a:cubicBezTo>
                  <a:pt x="1551" y="802"/>
                  <a:pt x="1541" y="819"/>
                  <a:pt x="1529" y="836"/>
                </a:cubicBezTo>
                <a:cubicBezTo>
                  <a:pt x="1517" y="854"/>
                  <a:pt x="1504" y="870"/>
                  <a:pt x="1490" y="886"/>
                </a:cubicBezTo>
                <a:cubicBezTo>
                  <a:pt x="1476" y="903"/>
                  <a:pt x="1461" y="918"/>
                  <a:pt x="1444" y="933"/>
                </a:cubicBezTo>
                <a:cubicBezTo>
                  <a:pt x="1428" y="949"/>
                  <a:pt x="1411" y="963"/>
                  <a:pt x="1393" y="977"/>
                </a:cubicBezTo>
                <a:cubicBezTo>
                  <a:pt x="1374" y="991"/>
                  <a:pt x="1355" y="1004"/>
                  <a:pt x="1335" y="1017"/>
                </a:cubicBezTo>
                <a:cubicBezTo>
                  <a:pt x="1315" y="1030"/>
                  <a:pt x="1295" y="1042"/>
                  <a:pt x="1273" y="1053"/>
                </a:cubicBezTo>
                <a:cubicBezTo>
                  <a:pt x="1251" y="1064"/>
                  <a:pt x="1229" y="1075"/>
                  <a:pt x="1206" y="1084"/>
                </a:cubicBezTo>
                <a:cubicBezTo>
                  <a:pt x="1183" y="1094"/>
                  <a:pt x="1160" y="1103"/>
                  <a:pt x="1135" y="1111"/>
                </a:cubicBezTo>
                <a:cubicBezTo>
                  <a:pt x="1111" y="1119"/>
                  <a:pt x="1087" y="1126"/>
                  <a:pt x="1062" y="1133"/>
                </a:cubicBezTo>
                <a:cubicBezTo>
                  <a:pt x="1036" y="1139"/>
                  <a:pt x="1011" y="1145"/>
                  <a:pt x="985" y="1149"/>
                </a:cubicBezTo>
                <a:cubicBezTo>
                  <a:pt x="959" y="1154"/>
                  <a:pt x="933" y="1157"/>
                  <a:pt x="907" y="1160"/>
                </a:cubicBezTo>
                <a:cubicBezTo>
                  <a:pt x="881" y="1163"/>
                  <a:pt x="855" y="1165"/>
                  <a:pt x="828" y="1166"/>
                </a:cubicBezTo>
                <a:cubicBezTo>
                  <a:pt x="802" y="1167"/>
                  <a:pt x="774" y="1167"/>
                  <a:pt x="748" y="1166"/>
                </a:cubicBezTo>
                <a:cubicBezTo>
                  <a:pt x="722" y="1165"/>
                  <a:pt x="696" y="1163"/>
                  <a:pt x="670" y="1160"/>
                </a:cubicBezTo>
                <a:cubicBezTo>
                  <a:pt x="644" y="1157"/>
                  <a:pt x="618" y="1154"/>
                  <a:pt x="592" y="1149"/>
                </a:cubicBezTo>
                <a:cubicBezTo>
                  <a:pt x="567" y="1145"/>
                  <a:pt x="542" y="1139"/>
                  <a:pt x="517" y="1133"/>
                </a:cubicBezTo>
                <a:cubicBezTo>
                  <a:pt x="492" y="1126"/>
                  <a:pt x="468" y="1119"/>
                  <a:pt x="445" y="1111"/>
                </a:cubicBezTo>
                <a:cubicBezTo>
                  <a:pt x="421" y="1103"/>
                  <a:pt x="398" y="1094"/>
                  <a:pt x="376" y="1084"/>
                </a:cubicBezTo>
                <a:cubicBezTo>
                  <a:pt x="354" y="1075"/>
                  <a:pt x="332" y="1064"/>
                  <a:pt x="311" y="1053"/>
                </a:cubicBezTo>
                <a:cubicBezTo>
                  <a:pt x="290" y="1042"/>
                  <a:pt x="270" y="1030"/>
                  <a:pt x="251" y="1017"/>
                </a:cubicBezTo>
                <a:cubicBezTo>
                  <a:pt x="232" y="1004"/>
                  <a:pt x="214" y="991"/>
                  <a:pt x="197" y="977"/>
                </a:cubicBezTo>
                <a:cubicBezTo>
                  <a:pt x="179" y="963"/>
                  <a:pt x="163" y="948"/>
                  <a:pt x="148" y="933"/>
                </a:cubicBezTo>
                <a:cubicBezTo>
                  <a:pt x="133" y="918"/>
                  <a:pt x="118" y="902"/>
                  <a:pt x="105" y="886"/>
                </a:cubicBezTo>
                <a:cubicBezTo>
                  <a:pt x="92" y="870"/>
                  <a:pt x="80" y="853"/>
                  <a:pt x="70" y="836"/>
                </a:cubicBezTo>
                <a:cubicBezTo>
                  <a:pt x="59" y="819"/>
                  <a:pt x="50" y="802"/>
                  <a:pt x="41" y="784"/>
                </a:cubicBezTo>
                <a:cubicBezTo>
                  <a:pt x="33" y="766"/>
                  <a:pt x="26" y="748"/>
                  <a:pt x="20" y="730"/>
                </a:cubicBezTo>
                <a:cubicBezTo>
                  <a:pt x="14" y="711"/>
                  <a:pt x="10" y="693"/>
                  <a:pt x="7" y="674"/>
                </a:cubicBezTo>
                <a:cubicBezTo>
                  <a:pt x="3" y="656"/>
                  <a:pt x="1" y="637"/>
                  <a:pt x="1" y="618"/>
                </a:cubicBezTo>
                <a:moveTo>
                  <a:pt x="54" y="616"/>
                </a:moveTo>
                <a:lnTo>
                  <a:pt x="53" y="605"/>
                </a:lnTo>
                <a:cubicBezTo>
                  <a:pt x="53" y="587"/>
                  <a:pt x="53" y="570"/>
                  <a:pt x="55" y="553"/>
                </a:cubicBezTo>
                <a:cubicBezTo>
                  <a:pt x="57" y="536"/>
                  <a:pt x="60" y="519"/>
                  <a:pt x="64" y="501"/>
                </a:cubicBezTo>
                <a:cubicBezTo>
                  <a:pt x="68" y="484"/>
                  <a:pt x="74" y="467"/>
                  <a:pt x="80" y="451"/>
                </a:cubicBezTo>
                <a:cubicBezTo>
                  <a:pt x="87" y="434"/>
                  <a:pt x="95" y="418"/>
                  <a:pt x="104" y="401"/>
                </a:cubicBezTo>
                <a:cubicBezTo>
                  <a:pt x="112" y="385"/>
                  <a:pt x="122" y="369"/>
                  <a:pt x="134" y="354"/>
                </a:cubicBezTo>
                <a:cubicBezTo>
                  <a:pt x="145" y="338"/>
                  <a:pt x="157" y="323"/>
                  <a:pt x="170" y="309"/>
                </a:cubicBezTo>
                <a:cubicBezTo>
                  <a:pt x="183" y="294"/>
                  <a:pt x="197" y="280"/>
                  <a:pt x="213" y="266"/>
                </a:cubicBezTo>
                <a:cubicBezTo>
                  <a:pt x="228" y="252"/>
                  <a:pt x="244" y="239"/>
                  <a:pt x="261" y="226"/>
                </a:cubicBezTo>
                <a:cubicBezTo>
                  <a:pt x="278" y="213"/>
                  <a:pt x="296" y="201"/>
                  <a:pt x="315" y="190"/>
                </a:cubicBezTo>
                <a:cubicBezTo>
                  <a:pt x="333" y="178"/>
                  <a:pt x="353" y="167"/>
                  <a:pt x="373" y="157"/>
                </a:cubicBezTo>
                <a:cubicBezTo>
                  <a:pt x="393" y="147"/>
                  <a:pt x="414" y="137"/>
                  <a:pt x="435" y="128"/>
                </a:cubicBezTo>
                <a:cubicBezTo>
                  <a:pt x="457" y="119"/>
                  <a:pt x="479" y="111"/>
                  <a:pt x="502" y="104"/>
                </a:cubicBezTo>
                <a:cubicBezTo>
                  <a:pt x="524" y="97"/>
                  <a:pt x="547" y="90"/>
                  <a:pt x="571" y="84"/>
                </a:cubicBezTo>
                <a:cubicBezTo>
                  <a:pt x="594" y="79"/>
                  <a:pt x="618" y="74"/>
                  <a:pt x="642" y="69"/>
                </a:cubicBezTo>
                <a:cubicBezTo>
                  <a:pt x="666" y="65"/>
                  <a:pt x="690" y="62"/>
                  <a:pt x="715" y="59"/>
                </a:cubicBezTo>
                <a:cubicBezTo>
                  <a:pt x="739" y="57"/>
                  <a:pt x="764" y="55"/>
                  <a:pt x="790" y="54"/>
                </a:cubicBezTo>
                <a:cubicBezTo>
                  <a:pt x="814" y="53"/>
                  <a:pt x="839" y="53"/>
                  <a:pt x="863" y="54"/>
                </a:cubicBezTo>
                <a:cubicBezTo>
                  <a:pt x="888" y="55"/>
                  <a:pt x="913" y="57"/>
                  <a:pt x="937" y="59"/>
                </a:cubicBezTo>
                <a:cubicBezTo>
                  <a:pt x="961" y="62"/>
                  <a:pt x="985" y="65"/>
                  <a:pt x="1009" y="69"/>
                </a:cubicBezTo>
                <a:cubicBezTo>
                  <a:pt x="1033" y="73"/>
                  <a:pt x="1056" y="78"/>
                  <a:pt x="1079" y="84"/>
                </a:cubicBezTo>
                <a:cubicBezTo>
                  <a:pt x="1102" y="90"/>
                  <a:pt x="1125" y="96"/>
                  <a:pt x="1147" y="104"/>
                </a:cubicBezTo>
                <a:cubicBezTo>
                  <a:pt x="1169" y="111"/>
                  <a:pt x="1190" y="119"/>
                  <a:pt x="1211" y="128"/>
                </a:cubicBezTo>
                <a:cubicBezTo>
                  <a:pt x="1232" y="136"/>
                  <a:pt x="1252" y="146"/>
                  <a:pt x="1272" y="156"/>
                </a:cubicBezTo>
                <a:cubicBezTo>
                  <a:pt x="1291" y="166"/>
                  <a:pt x="1310" y="177"/>
                  <a:pt x="1328" y="189"/>
                </a:cubicBezTo>
                <a:cubicBezTo>
                  <a:pt x="1346" y="200"/>
                  <a:pt x="1363" y="212"/>
                  <a:pt x="1379" y="225"/>
                </a:cubicBezTo>
                <a:cubicBezTo>
                  <a:pt x="1395" y="238"/>
                  <a:pt x="1410" y="251"/>
                  <a:pt x="1424" y="265"/>
                </a:cubicBezTo>
                <a:cubicBezTo>
                  <a:pt x="1438" y="279"/>
                  <a:pt x="1452" y="293"/>
                  <a:pt x="1464" y="307"/>
                </a:cubicBezTo>
                <a:cubicBezTo>
                  <a:pt x="1476" y="322"/>
                  <a:pt x="1487" y="337"/>
                  <a:pt x="1497" y="353"/>
                </a:cubicBezTo>
                <a:cubicBezTo>
                  <a:pt x="1507" y="368"/>
                  <a:pt x="1516" y="384"/>
                  <a:pt x="1524" y="400"/>
                </a:cubicBezTo>
                <a:cubicBezTo>
                  <a:pt x="1531" y="416"/>
                  <a:pt x="1538" y="433"/>
                  <a:pt x="1543" y="449"/>
                </a:cubicBezTo>
                <a:cubicBezTo>
                  <a:pt x="1549" y="466"/>
                  <a:pt x="1553" y="483"/>
                  <a:pt x="1556" y="500"/>
                </a:cubicBezTo>
                <a:cubicBezTo>
                  <a:pt x="1559" y="518"/>
                  <a:pt x="1561" y="535"/>
                  <a:pt x="1561" y="552"/>
                </a:cubicBezTo>
                <a:lnTo>
                  <a:pt x="1562" y="563"/>
                </a:lnTo>
                <a:cubicBezTo>
                  <a:pt x="1562" y="581"/>
                  <a:pt x="1562" y="598"/>
                  <a:pt x="1560" y="615"/>
                </a:cubicBezTo>
                <a:cubicBezTo>
                  <a:pt x="1558" y="632"/>
                  <a:pt x="1555" y="649"/>
                  <a:pt x="1551" y="666"/>
                </a:cubicBezTo>
                <a:cubicBezTo>
                  <a:pt x="1547" y="683"/>
                  <a:pt x="1541" y="700"/>
                  <a:pt x="1535" y="716"/>
                </a:cubicBezTo>
                <a:cubicBezTo>
                  <a:pt x="1528" y="733"/>
                  <a:pt x="1520" y="749"/>
                  <a:pt x="1511" y="766"/>
                </a:cubicBezTo>
                <a:cubicBezTo>
                  <a:pt x="1503" y="782"/>
                  <a:pt x="1493" y="798"/>
                  <a:pt x="1481" y="813"/>
                </a:cubicBezTo>
                <a:cubicBezTo>
                  <a:pt x="1470" y="829"/>
                  <a:pt x="1458" y="844"/>
                  <a:pt x="1445" y="859"/>
                </a:cubicBezTo>
                <a:cubicBezTo>
                  <a:pt x="1432" y="873"/>
                  <a:pt x="1418" y="887"/>
                  <a:pt x="1402" y="901"/>
                </a:cubicBezTo>
                <a:cubicBezTo>
                  <a:pt x="1387" y="915"/>
                  <a:pt x="1371" y="928"/>
                  <a:pt x="1354" y="941"/>
                </a:cubicBezTo>
                <a:cubicBezTo>
                  <a:pt x="1337" y="954"/>
                  <a:pt x="1319" y="966"/>
                  <a:pt x="1300" y="977"/>
                </a:cubicBezTo>
                <a:cubicBezTo>
                  <a:pt x="1282" y="989"/>
                  <a:pt x="1262" y="1000"/>
                  <a:pt x="1242" y="1010"/>
                </a:cubicBezTo>
                <a:cubicBezTo>
                  <a:pt x="1222" y="1020"/>
                  <a:pt x="1201" y="1030"/>
                  <a:pt x="1180" y="1039"/>
                </a:cubicBezTo>
                <a:cubicBezTo>
                  <a:pt x="1158" y="1048"/>
                  <a:pt x="1136" y="1056"/>
                  <a:pt x="1113" y="1063"/>
                </a:cubicBezTo>
                <a:cubicBezTo>
                  <a:pt x="1091" y="1070"/>
                  <a:pt x="1068" y="1077"/>
                  <a:pt x="1044" y="1083"/>
                </a:cubicBezTo>
                <a:cubicBezTo>
                  <a:pt x="1021" y="1088"/>
                  <a:pt x="997" y="1093"/>
                  <a:pt x="973" y="1098"/>
                </a:cubicBezTo>
                <a:cubicBezTo>
                  <a:pt x="949" y="1102"/>
                  <a:pt x="925" y="1105"/>
                  <a:pt x="900" y="1108"/>
                </a:cubicBezTo>
                <a:cubicBezTo>
                  <a:pt x="876" y="1110"/>
                  <a:pt x="851" y="1112"/>
                  <a:pt x="826" y="1113"/>
                </a:cubicBezTo>
                <a:cubicBezTo>
                  <a:pt x="802" y="1114"/>
                  <a:pt x="776" y="1114"/>
                  <a:pt x="751" y="1113"/>
                </a:cubicBezTo>
                <a:cubicBezTo>
                  <a:pt x="727" y="1112"/>
                  <a:pt x="702" y="1110"/>
                  <a:pt x="678" y="1108"/>
                </a:cubicBezTo>
                <a:cubicBezTo>
                  <a:pt x="654" y="1105"/>
                  <a:pt x="630" y="1102"/>
                  <a:pt x="606" y="1098"/>
                </a:cubicBezTo>
                <a:cubicBezTo>
                  <a:pt x="582" y="1094"/>
                  <a:pt x="559" y="1089"/>
                  <a:pt x="536" y="1083"/>
                </a:cubicBezTo>
                <a:cubicBezTo>
                  <a:pt x="513" y="1077"/>
                  <a:pt x="490" y="1071"/>
                  <a:pt x="468" y="1063"/>
                </a:cubicBezTo>
                <a:cubicBezTo>
                  <a:pt x="446" y="1056"/>
                  <a:pt x="425" y="1048"/>
                  <a:pt x="404" y="1039"/>
                </a:cubicBezTo>
                <a:cubicBezTo>
                  <a:pt x="383" y="1031"/>
                  <a:pt x="363" y="1021"/>
                  <a:pt x="343" y="1011"/>
                </a:cubicBezTo>
                <a:cubicBezTo>
                  <a:pt x="324" y="1001"/>
                  <a:pt x="305" y="990"/>
                  <a:pt x="287" y="978"/>
                </a:cubicBezTo>
                <a:cubicBezTo>
                  <a:pt x="269" y="967"/>
                  <a:pt x="252" y="955"/>
                  <a:pt x="236" y="942"/>
                </a:cubicBezTo>
                <a:cubicBezTo>
                  <a:pt x="220" y="929"/>
                  <a:pt x="205" y="916"/>
                  <a:pt x="191" y="902"/>
                </a:cubicBezTo>
                <a:cubicBezTo>
                  <a:pt x="177" y="889"/>
                  <a:pt x="163" y="874"/>
                  <a:pt x="151" y="860"/>
                </a:cubicBezTo>
                <a:cubicBezTo>
                  <a:pt x="139" y="845"/>
                  <a:pt x="128" y="830"/>
                  <a:pt x="118" y="814"/>
                </a:cubicBezTo>
                <a:cubicBezTo>
                  <a:pt x="108" y="799"/>
                  <a:pt x="99" y="783"/>
                  <a:pt x="91" y="767"/>
                </a:cubicBezTo>
                <a:cubicBezTo>
                  <a:pt x="84" y="751"/>
                  <a:pt x="77" y="734"/>
                  <a:pt x="72" y="718"/>
                </a:cubicBezTo>
                <a:cubicBezTo>
                  <a:pt x="66" y="701"/>
                  <a:pt x="62" y="684"/>
                  <a:pt x="59" y="667"/>
                </a:cubicBezTo>
                <a:cubicBezTo>
                  <a:pt x="56" y="650"/>
                  <a:pt x="54" y="633"/>
                  <a:pt x="54" y="616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477880" y="1601280"/>
            <a:ext cx="152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University of Pennsylvania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752480" y="685800"/>
            <a:ext cx="581400" cy="419760"/>
          </a:xfrm>
          <a:custGeom>
            <a:avLst/>
            <a:gdLst/>
            <a:ahLst/>
            <a:rect l="0" t="0" r="r" b="b"/>
            <a:pathLst>
              <a:path w="1615" h="1166">
                <a:moveTo>
                  <a:pt x="1" y="617"/>
                </a:moveTo>
                <a:lnTo>
                  <a:pt x="0" y="605"/>
                </a:lnTo>
                <a:cubicBezTo>
                  <a:pt x="0" y="586"/>
                  <a:pt x="0" y="567"/>
                  <a:pt x="2" y="548"/>
                </a:cubicBezTo>
                <a:cubicBezTo>
                  <a:pt x="4" y="530"/>
                  <a:pt x="7" y="511"/>
                  <a:pt x="12" y="492"/>
                </a:cubicBezTo>
                <a:cubicBezTo>
                  <a:pt x="16" y="473"/>
                  <a:pt x="22" y="455"/>
                  <a:pt x="29" y="437"/>
                </a:cubicBezTo>
                <a:cubicBezTo>
                  <a:pt x="36" y="418"/>
                  <a:pt x="44" y="400"/>
                  <a:pt x="54" y="382"/>
                </a:cubicBezTo>
                <a:cubicBezTo>
                  <a:pt x="63" y="365"/>
                  <a:pt x="74" y="347"/>
                  <a:pt x="86" y="330"/>
                </a:cubicBezTo>
                <a:cubicBezTo>
                  <a:pt x="98" y="313"/>
                  <a:pt x="111" y="296"/>
                  <a:pt x="125" y="280"/>
                </a:cubicBezTo>
                <a:cubicBezTo>
                  <a:pt x="139" y="264"/>
                  <a:pt x="154" y="248"/>
                  <a:pt x="171" y="233"/>
                </a:cubicBezTo>
                <a:cubicBezTo>
                  <a:pt x="187" y="218"/>
                  <a:pt x="204" y="203"/>
                  <a:pt x="222" y="190"/>
                </a:cubicBezTo>
                <a:cubicBezTo>
                  <a:pt x="240" y="176"/>
                  <a:pt x="260" y="162"/>
                  <a:pt x="280" y="150"/>
                </a:cubicBezTo>
                <a:cubicBezTo>
                  <a:pt x="300" y="137"/>
                  <a:pt x="320" y="125"/>
                  <a:pt x="342" y="114"/>
                </a:cubicBezTo>
                <a:cubicBezTo>
                  <a:pt x="364" y="102"/>
                  <a:pt x="386" y="92"/>
                  <a:pt x="409" y="82"/>
                </a:cubicBezTo>
                <a:cubicBezTo>
                  <a:pt x="432" y="72"/>
                  <a:pt x="455" y="64"/>
                  <a:pt x="480" y="56"/>
                </a:cubicBezTo>
                <a:cubicBezTo>
                  <a:pt x="504" y="47"/>
                  <a:pt x="528" y="40"/>
                  <a:pt x="553" y="34"/>
                </a:cubicBezTo>
                <a:cubicBezTo>
                  <a:pt x="579" y="28"/>
                  <a:pt x="604" y="22"/>
                  <a:pt x="630" y="17"/>
                </a:cubicBezTo>
                <a:cubicBezTo>
                  <a:pt x="655" y="13"/>
                  <a:pt x="681" y="9"/>
                  <a:pt x="708" y="6"/>
                </a:cubicBezTo>
                <a:cubicBezTo>
                  <a:pt x="734" y="4"/>
                  <a:pt x="760" y="2"/>
                  <a:pt x="788" y="1"/>
                </a:cubicBezTo>
                <a:cubicBezTo>
                  <a:pt x="814" y="0"/>
                  <a:pt x="840" y="0"/>
                  <a:pt x="867" y="1"/>
                </a:cubicBezTo>
                <a:cubicBezTo>
                  <a:pt x="893" y="2"/>
                  <a:pt x="919" y="4"/>
                  <a:pt x="945" y="6"/>
                </a:cubicBezTo>
                <a:cubicBezTo>
                  <a:pt x="971" y="9"/>
                  <a:pt x="997" y="13"/>
                  <a:pt x="1023" y="18"/>
                </a:cubicBezTo>
                <a:cubicBezTo>
                  <a:pt x="1048" y="22"/>
                  <a:pt x="1073" y="28"/>
                  <a:pt x="1098" y="34"/>
                </a:cubicBezTo>
                <a:cubicBezTo>
                  <a:pt x="1122" y="40"/>
                  <a:pt x="1147" y="48"/>
                  <a:pt x="1170" y="56"/>
                </a:cubicBezTo>
                <a:cubicBezTo>
                  <a:pt x="1194" y="64"/>
                  <a:pt x="1217" y="73"/>
                  <a:pt x="1239" y="82"/>
                </a:cubicBezTo>
                <a:cubicBezTo>
                  <a:pt x="1261" y="92"/>
                  <a:pt x="1283" y="103"/>
                  <a:pt x="1304" y="114"/>
                </a:cubicBezTo>
                <a:cubicBezTo>
                  <a:pt x="1325" y="125"/>
                  <a:pt x="1345" y="137"/>
                  <a:pt x="1364" y="150"/>
                </a:cubicBezTo>
                <a:cubicBezTo>
                  <a:pt x="1383" y="162"/>
                  <a:pt x="1401" y="176"/>
                  <a:pt x="1418" y="190"/>
                </a:cubicBezTo>
                <a:cubicBezTo>
                  <a:pt x="1436" y="204"/>
                  <a:pt x="1452" y="218"/>
                  <a:pt x="1467" y="233"/>
                </a:cubicBezTo>
                <a:cubicBezTo>
                  <a:pt x="1482" y="249"/>
                  <a:pt x="1497" y="264"/>
                  <a:pt x="1510" y="281"/>
                </a:cubicBezTo>
                <a:cubicBezTo>
                  <a:pt x="1523" y="297"/>
                  <a:pt x="1534" y="313"/>
                  <a:pt x="1545" y="330"/>
                </a:cubicBezTo>
                <a:cubicBezTo>
                  <a:pt x="1556" y="347"/>
                  <a:pt x="1565" y="365"/>
                  <a:pt x="1574" y="383"/>
                </a:cubicBezTo>
                <a:cubicBezTo>
                  <a:pt x="1582" y="400"/>
                  <a:pt x="1589" y="419"/>
                  <a:pt x="1595" y="437"/>
                </a:cubicBezTo>
                <a:cubicBezTo>
                  <a:pt x="1601" y="455"/>
                  <a:pt x="1605" y="474"/>
                  <a:pt x="1608" y="492"/>
                </a:cubicBezTo>
                <a:cubicBezTo>
                  <a:pt x="1612" y="511"/>
                  <a:pt x="1614" y="530"/>
                  <a:pt x="1614" y="549"/>
                </a:cubicBezTo>
                <a:lnTo>
                  <a:pt x="1615" y="560"/>
                </a:lnTo>
                <a:cubicBezTo>
                  <a:pt x="1615" y="579"/>
                  <a:pt x="1615" y="598"/>
                  <a:pt x="1613" y="617"/>
                </a:cubicBezTo>
                <a:cubicBezTo>
                  <a:pt x="1611" y="636"/>
                  <a:pt x="1608" y="654"/>
                  <a:pt x="1603" y="673"/>
                </a:cubicBezTo>
                <a:cubicBezTo>
                  <a:pt x="1599" y="692"/>
                  <a:pt x="1593" y="710"/>
                  <a:pt x="1586" y="729"/>
                </a:cubicBezTo>
                <a:cubicBezTo>
                  <a:pt x="1579" y="747"/>
                  <a:pt x="1570" y="765"/>
                  <a:pt x="1561" y="783"/>
                </a:cubicBezTo>
                <a:cubicBezTo>
                  <a:pt x="1551" y="801"/>
                  <a:pt x="1541" y="818"/>
                  <a:pt x="1529" y="835"/>
                </a:cubicBezTo>
                <a:cubicBezTo>
                  <a:pt x="1517" y="852"/>
                  <a:pt x="1504" y="869"/>
                  <a:pt x="1490" y="885"/>
                </a:cubicBezTo>
                <a:cubicBezTo>
                  <a:pt x="1476" y="901"/>
                  <a:pt x="1461" y="917"/>
                  <a:pt x="1444" y="932"/>
                </a:cubicBezTo>
                <a:cubicBezTo>
                  <a:pt x="1428" y="947"/>
                  <a:pt x="1411" y="962"/>
                  <a:pt x="1393" y="976"/>
                </a:cubicBezTo>
                <a:cubicBezTo>
                  <a:pt x="1374" y="990"/>
                  <a:pt x="1355" y="1003"/>
                  <a:pt x="1335" y="1017"/>
                </a:cubicBezTo>
                <a:cubicBezTo>
                  <a:pt x="1315" y="1029"/>
                  <a:pt x="1295" y="1041"/>
                  <a:pt x="1273" y="1053"/>
                </a:cubicBezTo>
                <a:cubicBezTo>
                  <a:pt x="1251" y="1064"/>
                  <a:pt x="1229" y="1074"/>
                  <a:pt x="1206" y="1084"/>
                </a:cubicBezTo>
                <a:cubicBezTo>
                  <a:pt x="1183" y="1094"/>
                  <a:pt x="1160" y="1103"/>
                  <a:pt x="1135" y="1111"/>
                </a:cubicBezTo>
                <a:cubicBezTo>
                  <a:pt x="1111" y="1119"/>
                  <a:pt x="1087" y="1126"/>
                  <a:pt x="1062" y="1132"/>
                </a:cubicBezTo>
                <a:cubicBezTo>
                  <a:pt x="1036" y="1139"/>
                  <a:pt x="1011" y="1144"/>
                  <a:pt x="985" y="1149"/>
                </a:cubicBezTo>
                <a:cubicBezTo>
                  <a:pt x="959" y="1153"/>
                  <a:pt x="933" y="1157"/>
                  <a:pt x="907" y="1160"/>
                </a:cubicBezTo>
                <a:cubicBezTo>
                  <a:pt x="881" y="1163"/>
                  <a:pt x="855" y="1164"/>
                  <a:pt x="828" y="1165"/>
                </a:cubicBezTo>
                <a:cubicBezTo>
                  <a:pt x="802" y="1166"/>
                  <a:pt x="774" y="1166"/>
                  <a:pt x="748" y="1165"/>
                </a:cubicBezTo>
                <a:cubicBezTo>
                  <a:pt x="722" y="1164"/>
                  <a:pt x="696" y="1163"/>
                  <a:pt x="670" y="1160"/>
                </a:cubicBezTo>
                <a:cubicBezTo>
                  <a:pt x="644" y="1157"/>
                  <a:pt x="618" y="1153"/>
                  <a:pt x="592" y="1149"/>
                </a:cubicBezTo>
                <a:cubicBezTo>
                  <a:pt x="567" y="1144"/>
                  <a:pt x="542" y="1139"/>
                  <a:pt x="517" y="1132"/>
                </a:cubicBezTo>
                <a:cubicBezTo>
                  <a:pt x="492" y="1126"/>
                  <a:pt x="468" y="1119"/>
                  <a:pt x="445" y="1111"/>
                </a:cubicBezTo>
                <a:cubicBezTo>
                  <a:pt x="421" y="1103"/>
                  <a:pt x="398" y="1094"/>
                  <a:pt x="376" y="1084"/>
                </a:cubicBezTo>
                <a:cubicBezTo>
                  <a:pt x="354" y="1074"/>
                  <a:pt x="332" y="1064"/>
                  <a:pt x="311" y="1052"/>
                </a:cubicBezTo>
                <a:cubicBezTo>
                  <a:pt x="290" y="1041"/>
                  <a:pt x="270" y="1029"/>
                  <a:pt x="251" y="1017"/>
                </a:cubicBezTo>
                <a:cubicBezTo>
                  <a:pt x="232" y="1003"/>
                  <a:pt x="214" y="990"/>
                  <a:pt x="197" y="976"/>
                </a:cubicBezTo>
                <a:cubicBezTo>
                  <a:pt x="179" y="962"/>
                  <a:pt x="163" y="947"/>
                  <a:pt x="148" y="932"/>
                </a:cubicBezTo>
                <a:cubicBezTo>
                  <a:pt x="133" y="917"/>
                  <a:pt x="118" y="901"/>
                  <a:pt x="105" y="885"/>
                </a:cubicBezTo>
                <a:cubicBezTo>
                  <a:pt x="92" y="869"/>
                  <a:pt x="80" y="852"/>
                  <a:pt x="70" y="835"/>
                </a:cubicBezTo>
                <a:cubicBezTo>
                  <a:pt x="59" y="818"/>
                  <a:pt x="50" y="800"/>
                  <a:pt x="41" y="783"/>
                </a:cubicBezTo>
                <a:cubicBezTo>
                  <a:pt x="33" y="765"/>
                  <a:pt x="26" y="747"/>
                  <a:pt x="20" y="728"/>
                </a:cubicBezTo>
                <a:cubicBezTo>
                  <a:pt x="14" y="710"/>
                  <a:pt x="10" y="692"/>
                  <a:pt x="7" y="673"/>
                </a:cubicBezTo>
                <a:cubicBezTo>
                  <a:pt x="3" y="654"/>
                  <a:pt x="1" y="635"/>
                  <a:pt x="1" y="617"/>
                </a:cubicBezTo>
                <a:moveTo>
                  <a:pt x="54" y="615"/>
                </a:moveTo>
                <a:lnTo>
                  <a:pt x="53" y="603"/>
                </a:lnTo>
                <a:cubicBezTo>
                  <a:pt x="53" y="586"/>
                  <a:pt x="53" y="569"/>
                  <a:pt x="55" y="552"/>
                </a:cubicBezTo>
                <a:cubicBezTo>
                  <a:pt x="57" y="535"/>
                  <a:pt x="60" y="518"/>
                  <a:pt x="64" y="501"/>
                </a:cubicBezTo>
                <a:cubicBezTo>
                  <a:pt x="68" y="484"/>
                  <a:pt x="74" y="467"/>
                  <a:pt x="80" y="450"/>
                </a:cubicBezTo>
                <a:cubicBezTo>
                  <a:pt x="87" y="434"/>
                  <a:pt x="95" y="417"/>
                  <a:pt x="104" y="401"/>
                </a:cubicBezTo>
                <a:cubicBezTo>
                  <a:pt x="112" y="385"/>
                  <a:pt x="122" y="369"/>
                  <a:pt x="134" y="353"/>
                </a:cubicBezTo>
                <a:cubicBezTo>
                  <a:pt x="145" y="338"/>
                  <a:pt x="157" y="323"/>
                  <a:pt x="170" y="308"/>
                </a:cubicBezTo>
                <a:cubicBezTo>
                  <a:pt x="183" y="293"/>
                  <a:pt x="197" y="279"/>
                  <a:pt x="213" y="265"/>
                </a:cubicBezTo>
                <a:cubicBezTo>
                  <a:pt x="228" y="252"/>
                  <a:pt x="244" y="238"/>
                  <a:pt x="261" y="226"/>
                </a:cubicBezTo>
                <a:cubicBezTo>
                  <a:pt x="278" y="213"/>
                  <a:pt x="296" y="201"/>
                  <a:pt x="315" y="189"/>
                </a:cubicBezTo>
                <a:cubicBezTo>
                  <a:pt x="333" y="178"/>
                  <a:pt x="353" y="167"/>
                  <a:pt x="373" y="157"/>
                </a:cubicBezTo>
                <a:cubicBezTo>
                  <a:pt x="393" y="146"/>
                  <a:pt x="414" y="137"/>
                  <a:pt x="435" y="128"/>
                </a:cubicBezTo>
                <a:cubicBezTo>
                  <a:pt x="457" y="119"/>
                  <a:pt x="479" y="111"/>
                  <a:pt x="502" y="104"/>
                </a:cubicBezTo>
                <a:cubicBezTo>
                  <a:pt x="524" y="96"/>
                  <a:pt x="547" y="90"/>
                  <a:pt x="571" y="84"/>
                </a:cubicBezTo>
                <a:cubicBezTo>
                  <a:pt x="594" y="78"/>
                  <a:pt x="618" y="73"/>
                  <a:pt x="642" y="69"/>
                </a:cubicBezTo>
                <a:cubicBezTo>
                  <a:pt x="666" y="65"/>
                  <a:pt x="690" y="61"/>
                  <a:pt x="715" y="59"/>
                </a:cubicBezTo>
                <a:cubicBezTo>
                  <a:pt x="739" y="56"/>
                  <a:pt x="764" y="55"/>
                  <a:pt x="790" y="54"/>
                </a:cubicBezTo>
                <a:cubicBezTo>
                  <a:pt x="814" y="53"/>
                  <a:pt x="839" y="53"/>
                  <a:pt x="863" y="54"/>
                </a:cubicBezTo>
                <a:cubicBezTo>
                  <a:pt x="888" y="55"/>
                  <a:pt x="913" y="56"/>
                  <a:pt x="937" y="59"/>
                </a:cubicBezTo>
                <a:cubicBezTo>
                  <a:pt x="961" y="61"/>
                  <a:pt x="985" y="65"/>
                  <a:pt x="1009" y="69"/>
                </a:cubicBezTo>
                <a:cubicBezTo>
                  <a:pt x="1033" y="73"/>
                  <a:pt x="1056" y="78"/>
                  <a:pt x="1079" y="84"/>
                </a:cubicBezTo>
                <a:cubicBezTo>
                  <a:pt x="1102" y="89"/>
                  <a:pt x="1125" y="96"/>
                  <a:pt x="1147" y="103"/>
                </a:cubicBezTo>
                <a:cubicBezTo>
                  <a:pt x="1169" y="110"/>
                  <a:pt x="1190" y="119"/>
                  <a:pt x="1211" y="127"/>
                </a:cubicBezTo>
                <a:cubicBezTo>
                  <a:pt x="1232" y="136"/>
                  <a:pt x="1252" y="146"/>
                  <a:pt x="1272" y="156"/>
                </a:cubicBezTo>
                <a:cubicBezTo>
                  <a:pt x="1291" y="166"/>
                  <a:pt x="1310" y="177"/>
                  <a:pt x="1328" y="188"/>
                </a:cubicBezTo>
                <a:cubicBezTo>
                  <a:pt x="1346" y="200"/>
                  <a:pt x="1363" y="212"/>
                  <a:pt x="1379" y="225"/>
                </a:cubicBezTo>
                <a:cubicBezTo>
                  <a:pt x="1395" y="237"/>
                  <a:pt x="1410" y="251"/>
                  <a:pt x="1424" y="264"/>
                </a:cubicBezTo>
                <a:cubicBezTo>
                  <a:pt x="1438" y="278"/>
                  <a:pt x="1452" y="292"/>
                  <a:pt x="1464" y="307"/>
                </a:cubicBezTo>
                <a:cubicBezTo>
                  <a:pt x="1476" y="322"/>
                  <a:pt x="1487" y="337"/>
                  <a:pt x="1497" y="352"/>
                </a:cubicBezTo>
                <a:cubicBezTo>
                  <a:pt x="1507" y="368"/>
                  <a:pt x="1516" y="384"/>
                  <a:pt x="1524" y="400"/>
                </a:cubicBezTo>
                <a:cubicBezTo>
                  <a:pt x="1531" y="416"/>
                  <a:pt x="1538" y="432"/>
                  <a:pt x="1543" y="449"/>
                </a:cubicBezTo>
                <a:cubicBezTo>
                  <a:pt x="1549" y="466"/>
                  <a:pt x="1553" y="482"/>
                  <a:pt x="1556" y="499"/>
                </a:cubicBezTo>
                <a:cubicBezTo>
                  <a:pt x="1559" y="516"/>
                  <a:pt x="1561" y="533"/>
                  <a:pt x="1561" y="551"/>
                </a:cubicBezTo>
                <a:lnTo>
                  <a:pt x="1562" y="562"/>
                </a:lnTo>
                <a:cubicBezTo>
                  <a:pt x="1562" y="579"/>
                  <a:pt x="1562" y="596"/>
                  <a:pt x="1560" y="613"/>
                </a:cubicBezTo>
                <a:cubicBezTo>
                  <a:pt x="1558" y="631"/>
                  <a:pt x="1555" y="648"/>
                  <a:pt x="1551" y="665"/>
                </a:cubicBezTo>
                <a:cubicBezTo>
                  <a:pt x="1547" y="682"/>
                  <a:pt x="1541" y="698"/>
                  <a:pt x="1535" y="715"/>
                </a:cubicBezTo>
                <a:cubicBezTo>
                  <a:pt x="1528" y="732"/>
                  <a:pt x="1520" y="748"/>
                  <a:pt x="1511" y="764"/>
                </a:cubicBezTo>
                <a:cubicBezTo>
                  <a:pt x="1503" y="780"/>
                  <a:pt x="1493" y="796"/>
                  <a:pt x="1481" y="812"/>
                </a:cubicBezTo>
                <a:cubicBezTo>
                  <a:pt x="1470" y="827"/>
                  <a:pt x="1458" y="842"/>
                  <a:pt x="1445" y="857"/>
                </a:cubicBezTo>
                <a:cubicBezTo>
                  <a:pt x="1432" y="872"/>
                  <a:pt x="1418" y="886"/>
                  <a:pt x="1402" y="900"/>
                </a:cubicBezTo>
                <a:cubicBezTo>
                  <a:pt x="1387" y="914"/>
                  <a:pt x="1371" y="927"/>
                  <a:pt x="1354" y="940"/>
                </a:cubicBezTo>
                <a:cubicBezTo>
                  <a:pt x="1337" y="952"/>
                  <a:pt x="1319" y="965"/>
                  <a:pt x="1300" y="976"/>
                </a:cubicBezTo>
                <a:cubicBezTo>
                  <a:pt x="1282" y="988"/>
                  <a:pt x="1262" y="998"/>
                  <a:pt x="1242" y="1010"/>
                </a:cubicBezTo>
                <a:cubicBezTo>
                  <a:pt x="1222" y="1020"/>
                  <a:pt x="1201" y="1029"/>
                  <a:pt x="1180" y="1038"/>
                </a:cubicBezTo>
                <a:cubicBezTo>
                  <a:pt x="1158" y="1047"/>
                  <a:pt x="1136" y="1055"/>
                  <a:pt x="1113" y="1063"/>
                </a:cubicBezTo>
                <a:cubicBezTo>
                  <a:pt x="1091" y="1070"/>
                  <a:pt x="1068" y="1077"/>
                  <a:pt x="1044" y="1082"/>
                </a:cubicBezTo>
                <a:cubicBezTo>
                  <a:pt x="1021" y="1088"/>
                  <a:pt x="997" y="1093"/>
                  <a:pt x="973" y="1097"/>
                </a:cubicBezTo>
                <a:cubicBezTo>
                  <a:pt x="949" y="1101"/>
                  <a:pt x="925" y="1105"/>
                  <a:pt x="900" y="1107"/>
                </a:cubicBezTo>
                <a:cubicBezTo>
                  <a:pt x="876" y="1110"/>
                  <a:pt x="851" y="1112"/>
                  <a:pt x="826" y="1112"/>
                </a:cubicBezTo>
                <a:cubicBezTo>
                  <a:pt x="802" y="1113"/>
                  <a:pt x="776" y="1113"/>
                  <a:pt x="751" y="1113"/>
                </a:cubicBezTo>
                <a:cubicBezTo>
                  <a:pt x="727" y="1112"/>
                  <a:pt x="702" y="1110"/>
                  <a:pt x="678" y="1108"/>
                </a:cubicBezTo>
                <a:cubicBezTo>
                  <a:pt x="654" y="1105"/>
                  <a:pt x="630" y="1102"/>
                  <a:pt x="606" y="1098"/>
                </a:cubicBezTo>
                <a:cubicBezTo>
                  <a:pt x="582" y="1093"/>
                  <a:pt x="559" y="1088"/>
                  <a:pt x="536" y="1083"/>
                </a:cubicBezTo>
                <a:cubicBezTo>
                  <a:pt x="513" y="1077"/>
                  <a:pt x="490" y="1070"/>
                  <a:pt x="468" y="1063"/>
                </a:cubicBezTo>
                <a:cubicBezTo>
                  <a:pt x="446" y="1056"/>
                  <a:pt x="425" y="1048"/>
                  <a:pt x="404" y="1039"/>
                </a:cubicBezTo>
                <a:cubicBezTo>
                  <a:pt x="383" y="1030"/>
                  <a:pt x="363" y="1021"/>
                  <a:pt x="343" y="1010"/>
                </a:cubicBezTo>
                <a:cubicBezTo>
                  <a:pt x="324" y="999"/>
                  <a:pt x="305" y="988"/>
                  <a:pt x="287" y="977"/>
                </a:cubicBezTo>
                <a:cubicBezTo>
                  <a:pt x="269" y="965"/>
                  <a:pt x="252" y="953"/>
                  <a:pt x="236" y="941"/>
                </a:cubicBezTo>
                <a:cubicBezTo>
                  <a:pt x="220" y="928"/>
                  <a:pt x="205" y="915"/>
                  <a:pt x="191" y="901"/>
                </a:cubicBezTo>
                <a:cubicBezTo>
                  <a:pt x="177" y="887"/>
                  <a:pt x="163" y="873"/>
                  <a:pt x="151" y="858"/>
                </a:cubicBezTo>
                <a:cubicBezTo>
                  <a:pt x="139" y="843"/>
                  <a:pt x="128" y="828"/>
                  <a:pt x="118" y="813"/>
                </a:cubicBezTo>
                <a:cubicBezTo>
                  <a:pt x="108" y="797"/>
                  <a:pt x="99" y="782"/>
                  <a:pt x="91" y="765"/>
                </a:cubicBezTo>
                <a:cubicBezTo>
                  <a:pt x="84" y="749"/>
                  <a:pt x="77" y="733"/>
                  <a:pt x="72" y="716"/>
                </a:cubicBezTo>
                <a:cubicBezTo>
                  <a:pt x="66" y="700"/>
                  <a:pt x="62" y="683"/>
                  <a:pt x="59" y="666"/>
                </a:cubicBezTo>
                <a:cubicBezTo>
                  <a:pt x="56" y="649"/>
                  <a:pt x="54" y="632"/>
                  <a:pt x="54" y="615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 rot="21480000">
            <a:off x="1894680" y="144000"/>
            <a:ext cx="282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2026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752480" y="1352520"/>
            <a:ext cx="571680" cy="410400"/>
          </a:xfrm>
          <a:custGeom>
            <a:avLst/>
            <a:gdLst/>
            <a:ahLst/>
            <a:rect l="0" t="0" r="r" b="b"/>
            <a:pathLst>
              <a:path w="1588" h="1140">
                <a:moveTo>
                  <a:pt x="0" y="600"/>
                </a:moveTo>
                <a:lnTo>
                  <a:pt x="0" y="596"/>
                </a:lnTo>
                <a:cubicBezTo>
                  <a:pt x="0" y="578"/>
                  <a:pt x="0" y="559"/>
                  <a:pt x="2" y="541"/>
                </a:cubicBezTo>
                <a:cubicBezTo>
                  <a:pt x="4" y="522"/>
                  <a:pt x="7" y="504"/>
                  <a:pt x="12" y="485"/>
                </a:cubicBezTo>
                <a:cubicBezTo>
                  <a:pt x="16" y="467"/>
                  <a:pt x="22" y="449"/>
                  <a:pt x="29" y="431"/>
                </a:cubicBezTo>
                <a:cubicBezTo>
                  <a:pt x="36" y="413"/>
                  <a:pt x="44" y="395"/>
                  <a:pt x="53" y="377"/>
                </a:cubicBezTo>
                <a:cubicBezTo>
                  <a:pt x="62" y="360"/>
                  <a:pt x="73" y="343"/>
                  <a:pt x="85" y="326"/>
                </a:cubicBezTo>
                <a:cubicBezTo>
                  <a:pt x="96" y="309"/>
                  <a:pt x="109" y="293"/>
                  <a:pt x="123" y="277"/>
                </a:cubicBezTo>
                <a:cubicBezTo>
                  <a:pt x="137" y="261"/>
                  <a:pt x="152" y="245"/>
                  <a:pt x="168" y="231"/>
                </a:cubicBezTo>
                <a:cubicBezTo>
                  <a:pt x="184" y="215"/>
                  <a:pt x="201" y="200"/>
                  <a:pt x="219" y="187"/>
                </a:cubicBezTo>
                <a:cubicBezTo>
                  <a:pt x="237" y="173"/>
                  <a:pt x="255" y="160"/>
                  <a:pt x="275" y="147"/>
                </a:cubicBezTo>
                <a:cubicBezTo>
                  <a:pt x="295" y="135"/>
                  <a:pt x="315" y="123"/>
                  <a:pt x="336" y="112"/>
                </a:cubicBezTo>
                <a:cubicBezTo>
                  <a:pt x="358" y="101"/>
                  <a:pt x="380" y="90"/>
                  <a:pt x="402" y="81"/>
                </a:cubicBezTo>
                <a:cubicBezTo>
                  <a:pt x="425" y="71"/>
                  <a:pt x="448" y="63"/>
                  <a:pt x="472" y="55"/>
                </a:cubicBezTo>
                <a:cubicBezTo>
                  <a:pt x="495" y="47"/>
                  <a:pt x="520" y="40"/>
                  <a:pt x="544" y="33"/>
                </a:cubicBezTo>
                <a:cubicBezTo>
                  <a:pt x="569" y="27"/>
                  <a:pt x="594" y="22"/>
                  <a:pt x="619" y="17"/>
                </a:cubicBezTo>
                <a:cubicBezTo>
                  <a:pt x="645" y="13"/>
                  <a:pt x="670" y="9"/>
                  <a:pt x="697" y="6"/>
                </a:cubicBezTo>
                <a:cubicBezTo>
                  <a:pt x="723" y="4"/>
                  <a:pt x="749" y="2"/>
                  <a:pt x="775" y="1"/>
                </a:cubicBezTo>
                <a:cubicBezTo>
                  <a:pt x="801" y="0"/>
                  <a:pt x="827" y="0"/>
                  <a:pt x="853" y="1"/>
                </a:cubicBezTo>
                <a:cubicBezTo>
                  <a:pt x="879" y="2"/>
                  <a:pt x="904" y="4"/>
                  <a:pt x="930" y="6"/>
                </a:cubicBezTo>
                <a:cubicBezTo>
                  <a:pt x="955" y="9"/>
                  <a:pt x="981" y="13"/>
                  <a:pt x="1006" y="17"/>
                </a:cubicBezTo>
                <a:cubicBezTo>
                  <a:pt x="1031" y="22"/>
                  <a:pt x="1056" y="27"/>
                  <a:pt x="1080" y="34"/>
                </a:cubicBezTo>
                <a:cubicBezTo>
                  <a:pt x="1104" y="40"/>
                  <a:pt x="1128" y="47"/>
                  <a:pt x="1151" y="55"/>
                </a:cubicBezTo>
                <a:cubicBezTo>
                  <a:pt x="1174" y="63"/>
                  <a:pt x="1197" y="72"/>
                  <a:pt x="1219" y="81"/>
                </a:cubicBezTo>
                <a:cubicBezTo>
                  <a:pt x="1241" y="91"/>
                  <a:pt x="1262" y="101"/>
                  <a:pt x="1282" y="112"/>
                </a:cubicBezTo>
                <a:cubicBezTo>
                  <a:pt x="1303" y="123"/>
                  <a:pt x="1323" y="135"/>
                  <a:pt x="1341" y="147"/>
                </a:cubicBezTo>
                <a:cubicBezTo>
                  <a:pt x="1360" y="160"/>
                  <a:pt x="1378" y="173"/>
                  <a:pt x="1395" y="187"/>
                </a:cubicBezTo>
                <a:cubicBezTo>
                  <a:pt x="1412" y="200"/>
                  <a:pt x="1428" y="215"/>
                  <a:pt x="1443" y="231"/>
                </a:cubicBezTo>
                <a:cubicBezTo>
                  <a:pt x="1458" y="246"/>
                  <a:pt x="1472" y="261"/>
                  <a:pt x="1485" y="277"/>
                </a:cubicBezTo>
                <a:cubicBezTo>
                  <a:pt x="1498" y="293"/>
                  <a:pt x="1509" y="309"/>
                  <a:pt x="1520" y="326"/>
                </a:cubicBezTo>
                <a:cubicBezTo>
                  <a:pt x="1530" y="343"/>
                  <a:pt x="1540" y="360"/>
                  <a:pt x="1548" y="378"/>
                </a:cubicBezTo>
                <a:cubicBezTo>
                  <a:pt x="1556" y="395"/>
                  <a:pt x="1563" y="413"/>
                  <a:pt x="1569" y="431"/>
                </a:cubicBezTo>
                <a:cubicBezTo>
                  <a:pt x="1574" y="449"/>
                  <a:pt x="1579" y="467"/>
                  <a:pt x="1582" y="485"/>
                </a:cubicBezTo>
                <a:cubicBezTo>
                  <a:pt x="1585" y="504"/>
                  <a:pt x="1587" y="522"/>
                  <a:pt x="1588" y="541"/>
                </a:cubicBezTo>
                <a:lnTo>
                  <a:pt x="1588" y="545"/>
                </a:lnTo>
                <a:cubicBezTo>
                  <a:pt x="1589" y="563"/>
                  <a:pt x="1588" y="582"/>
                  <a:pt x="1586" y="600"/>
                </a:cubicBezTo>
                <a:cubicBezTo>
                  <a:pt x="1584" y="619"/>
                  <a:pt x="1581" y="637"/>
                  <a:pt x="1577" y="656"/>
                </a:cubicBezTo>
                <a:cubicBezTo>
                  <a:pt x="1572" y="674"/>
                  <a:pt x="1566" y="692"/>
                  <a:pt x="1560" y="710"/>
                </a:cubicBezTo>
                <a:cubicBezTo>
                  <a:pt x="1553" y="728"/>
                  <a:pt x="1544" y="746"/>
                  <a:pt x="1535" y="764"/>
                </a:cubicBezTo>
                <a:cubicBezTo>
                  <a:pt x="1526" y="781"/>
                  <a:pt x="1515" y="798"/>
                  <a:pt x="1504" y="815"/>
                </a:cubicBezTo>
                <a:cubicBezTo>
                  <a:pt x="1492" y="832"/>
                  <a:pt x="1479" y="848"/>
                  <a:pt x="1465" y="864"/>
                </a:cubicBezTo>
                <a:cubicBezTo>
                  <a:pt x="1451" y="880"/>
                  <a:pt x="1436" y="896"/>
                  <a:pt x="1420" y="910"/>
                </a:cubicBezTo>
                <a:cubicBezTo>
                  <a:pt x="1404" y="925"/>
                  <a:pt x="1388" y="940"/>
                  <a:pt x="1370" y="953"/>
                </a:cubicBezTo>
                <a:cubicBezTo>
                  <a:pt x="1352" y="967"/>
                  <a:pt x="1333" y="980"/>
                  <a:pt x="1313" y="993"/>
                </a:cubicBezTo>
                <a:cubicBezTo>
                  <a:pt x="1294" y="1005"/>
                  <a:pt x="1273" y="1017"/>
                  <a:pt x="1252" y="1028"/>
                </a:cubicBezTo>
                <a:cubicBezTo>
                  <a:pt x="1231" y="1039"/>
                  <a:pt x="1209" y="1050"/>
                  <a:pt x="1186" y="1059"/>
                </a:cubicBezTo>
                <a:cubicBezTo>
                  <a:pt x="1163" y="1069"/>
                  <a:pt x="1140" y="1077"/>
                  <a:pt x="1117" y="1085"/>
                </a:cubicBezTo>
                <a:cubicBezTo>
                  <a:pt x="1093" y="1093"/>
                  <a:pt x="1069" y="1100"/>
                  <a:pt x="1044" y="1107"/>
                </a:cubicBezTo>
                <a:cubicBezTo>
                  <a:pt x="1019" y="1113"/>
                  <a:pt x="994" y="1118"/>
                  <a:pt x="969" y="1123"/>
                </a:cubicBezTo>
                <a:cubicBezTo>
                  <a:pt x="943" y="1127"/>
                  <a:pt x="918" y="1131"/>
                  <a:pt x="892" y="1134"/>
                </a:cubicBezTo>
                <a:cubicBezTo>
                  <a:pt x="866" y="1136"/>
                  <a:pt x="840" y="1138"/>
                  <a:pt x="814" y="1139"/>
                </a:cubicBezTo>
                <a:cubicBezTo>
                  <a:pt x="788" y="1140"/>
                  <a:pt x="763" y="1140"/>
                  <a:pt x="737" y="1139"/>
                </a:cubicBezTo>
                <a:cubicBezTo>
                  <a:pt x="711" y="1138"/>
                  <a:pt x="684" y="1136"/>
                  <a:pt x="658" y="1134"/>
                </a:cubicBezTo>
                <a:cubicBezTo>
                  <a:pt x="633" y="1131"/>
                  <a:pt x="607" y="1127"/>
                  <a:pt x="582" y="1123"/>
                </a:cubicBezTo>
                <a:cubicBezTo>
                  <a:pt x="557" y="1118"/>
                  <a:pt x="533" y="1113"/>
                  <a:pt x="508" y="1106"/>
                </a:cubicBezTo>
                <a:cubicBezTo>
                  <a:pt x="484" y="1100"/>
                  <a:pt x="460" y="1093"/>
                  <a:pt x="437" y="1085"/>
                </a:cubicBezTo>
                <a:cubicBezTo>
                  <a:pt x="414" y="1077"/>
                  <a:pt x="391" y="1068"/>
                  <a:pt x="369" y="1059"/>
                </a:cubicBezTo>
                <a:cubicBezTo>
                  <a:pt x="347" y="1049"/>
                  <a:pt x="326" y="1039"/>
                  <a:pt x="306" y="1028"/>
                </a:cubicBezTo>
                <a:cubicBezTo>
                  <a:pt x="285" y="1017"/>
                  <a:pt x="266" y="1005"/>
                  <a:pt x="247" y="993"/>
                </a:cubicBezTo>
                <a:cubicBezTo>
                  <a:pt x="228" y="980"/>
                  <a:pt x="210" y="967"/>
                  <a:pt x="193" y="953"/>
                </a:cubicBezTo>
                <a:cubicBezTo>
                  <a:pt x="176" y="940"/>
                  <a:pt x="160" y="925"/>
                  <a:pt x="145" y="910"/>
                </a:cubicBezTo>
                <a:cubicBezTo>
                  <a:pt x="130" y="895"/>
                  <a:pt x="116" y="880"/>
                  <a:pt x="103" y="864"/>
                </a:cubicBezTo>
                <a:cubicBezTo>
                  <a:pt x="91" y="848"/>
                  <a:pt x="79" y="832"/>
                  <a:pt x="68" y="815"/>
                </a:cubicBezTo>
                <a:cubicBezTo>
                  <a:pt x="58" y="798"/>
                  <a:pt x="48" y="781"/>
                  <a:pt x="40" y="763"/>
                </a:cubicBezTo>
                <a:cubicBezTo>
                  <a:pt x="32" y="746"/>
                  <a:pt x="25" y="728"/>
                  <a:pt x="20" y="710"/>
                </a:cubicBezTo>
                <a:cubicBezTo>
                  <a:pt x="14" y="692"/>
                  <a:pt x="9" y="674"/>
                  <a:pt x="6" y="656"/>
                </a:cubicBezTo>
                <a:cubicBezTo>
                  <a:pt x="3" y="637"/>
                  <a:pt x="1" y="619"/>
                  <a:pt x="0" y="600"/>
                </a:cubicBezTo>
                <a:moveTo>
                  <a:pt x="53" y="598"/>
                </a:moveTo>
                <a:lnTo>
                  <a:pt x="53" y="594"/>
                </a:lnTo>
                <a:cubicBezTo>
                  <a:pt x="53" y="578"/>
                  <a:pt x="53" y="561"/>
                  <a:pt x="55" y="544"/>
                </a:cubicBezTo>
                <a:cubicBezTo>
                  <a:pt x="57" y="527"/>
                  <a:pt x="60" y="510"/>
                  <a:pt x="64" y="494"/>
                </a:cubicBezTo>
                <a:cubicBezTo>
                  <a:pt x="68" y="477"/>
                  <a:pt x="73" y="461"/>
                  <a:pt x="80" y="444"/>
                </a:cubicBezTo>
                <a:cubicBezTo>
                  <a:pt x="86" y="428"/>
                  <a:pt x="94" y="412"/>
                  <a:pt x="103" y="396"/>
                </a:cubicBezTo>
                <a:cubicBezTo>
                  <a:pt x="111" y="380"/>
                  <a:pt x="121" y="364"/>
                  <a:pt x="132" y="349"/>
                </a:cubicBezTo>
                <a:cubicBezTo>
                  <a:pt x="143" y="334"/>
                  <a:pt x="155" y="319"/>
                  <a:pt x="168" y="305"/>
                </a:cubicBezTo>
                <a:cubicBezTo>
                  <a:pt x="181" y="290"/>
                  <a:pt x="195" y="276"/>
                  <a:pt x="210" y="263"/>
                </a:cubicBezTo>
                <a:cubicBezTo>
                  <a:pt x="225" y="249"/>
                  <a:pt x="241" y="236"/>
                  <a:pt x="257" y="223"/>
                </a:cubicBezTo>
                <a:cubicBezTo>
                  <a:pt x="274" y="210"/>
                  <a:pt x="292" y="198"/>
                  <a:pt x="310" y="187"/>
                </a:cubicBezTo>
                <a:cubicBezTo>
                  <a:pt x="328" y="176"/>
                  <a:pt x="347" y="165"/>
                  <a:pt x="367" y="155"/>
                </a:cubicBezTo>
                <a:cubicBezTo>
                  <a:pt x="387" y="145"/>
                  <a:pt x="408" y="135"/>
                  <a:pt x="429" y="127"/>
                </a:cubicBezTo>
                <a:cubicBezTo>
                  <a:pt x="450" y="118"/>
                  <a:pt x="471" y="110"/>
                  <a:pt x="494" y="103"/>
                </a:cubicBezTo>
                <a:cubicBezTo>
                  <a:pt x="516" y="96"/>
                  <a:pt x="538" y="89"/>
                  <a:pt x="561" y="84"/>
                </a:cubicBezTo>
                <a:cubicBezTo>
                  <a:pt x="584" y="78"/>
                  <a:pt x="608" y="73"/>
                  <a:pt x="632" y="69"/>
                </a:cubicBezTo>
                <a:cubicBezTo>
                  <a:pt x="655" y="65"/>
                  <a:pt x="679" y="61"/>
                  <a:pt x="704" y="59"/>
                </a:cubicBezTo>
                <a:cubicBezTo>
                  <a:pt x="728" y="56"/>
                  <a:pt x="752" y="55"/>
                  <a:pt x="777" y="54"/>
                </a:cubicBezTo>
                <a:cubicBezTo>
                  <a:pt x="801" y="53"/>
                  <a:pt x="825" y="53"/>
                  <a:pt x="849" y="54"/>
                </a:cubicBezTo>
                <a:cubicBezTo>
                  <a:pt x="873" y="55"/>
                  <a:pt x="897" y="56"/>
                  <a:pt x="921" y="59"/>
                </a:cubicBezTo>
                <a:cubicBezTo>
                  <a:pt x="945" y="61"/>
                  <a:pt x="969" y="64"/>
                  <a:pt x="992" y="68"/>
                </a:cubicBezTo>
                <a:cubicBezTo>
                  <a:pt x="1016" y="73"/>
                  <a:pt x="1039" y="77"/>
                  <a:pt x="1061" y="83"/>
                </a:cubicBezTo>
                <a:cubicBezTo>
                  <a:pt x="1084" y="89"/>
                  <a:pt x="1106" y="95"/>
                  <a:pt x="1128" y="102"/>
                </a:cubicBezTo>
                <a:cubicBezTo>
                  <a:pt x="1149" y="110"/>
                  <a:pt x="1170" y="117"/>
                  <a:pt x="1191" y="126"/>
                </a:cubicBezTo>
                <a:cubicBezTo>
                  <a:pt x="1211" y="135"/>
                  <a:pt x="1231" y="144"/>
                  <a:pt x="1250" y="154"/>
                </a:cubicBezTo>
                <a:cubicBezTo>
                  <a:pt x="1269" y="164"/>
                  <a:pt x="1288" y="175"/>
                  <a:pt x="1305" y="186"/>
                </a:cubicBezTo>
                <a:cubicBezTo>
                  <a:pt x="1323" y="197"/>
                  <a:pt x="1340" y="209"/>
                  <a:pt x="1355" y="222"/>
                </a:cubicBezTo>
                <a:cubicBezTo>
                  <a:pt x="1371" y="235"/>
                  <a:pt x="1386" y="248"/>
                  <a:pt x="1400" y="262"/>
                </a:cubicBezTo>
                <a:cubicBezTo>
                  <a:pt x="1414" y="275"/>
                  <a:pt x="1427" y="289"/>
                  <a:pt x="1439" y="304"/>
                </a:cubicBezTo>
                <a:cubicBezTo>
                  <a:pt x="1451" y="318"/>
                  <a:pt x="1462" y="333"/>
                  <a:pt x="1472" y="348"/>
                </a:cubicBezTo>
                <a:cubicBezTo>
                  <a:pt x="1482" y="363"/>
                  <a:pt x="1490" y="379"/>
                  <a:pt x="1498" y="395"/>
                </a:cubicBezTo>
                <a:cubicBezTo>
                  <a:pt x="1505" y="411"/>
                  <a:pt x="1512" y="427"/>
                  <a:pt x="1517" y="443"/>
                </a:cubicBezTo>
                <a:cubicBezTo>
                  <a:pt x="1523" y="459"/>
                  <a:pt x="1527" y="476"/>
                  <a:pt x="1530" y="492"/>
                </a:cubicBezTo>
                <a:cubicBezTo>
                  <a:pt x="1533" y="509"/>
                  <a:pt x="1534" y="526"/>
                  <a:pt x="1535" y="543"/>
                </a:cubicBezTo>
                <a:lnTo>
                  <a:pt x="1535" y="547"/>
                </a:lnTo>
                <a:cubicBezTo>
                  <a:pt x="1536" y="563"/>
                  <a:pt x="1535" y="580"/>
                  <a:pt x="1533" y="597"/>
                </a:cubicBezTo>
                <a:cubicBezTo>
                  <a:pt x="1531" y="614"/>
                  <a:pt x="1528" y="631"/>
                  <a:pt x="1524" y="647"/>
                </a:cubicBezTo>
                <a:cubicBezTo>
                  <a:pt x="1520" y="664"/>
                  <a:pt x="1515" y="680"/>
                  <a:pt x="1508" y="697"/>
                </a:cubicBezTo>
                <a:cubicBezTo>
                  <a:pt x="1502" y="713"/>
                  <a:pt x="1494" y="729"/>
                  <a:pt x="1486" y="745"/>
                </a:cubicBezTo>
                <a:cubicBezTo>
                  <a:pt x="1477" y="761"/>
                  <a:pt x="1467" y="777"/>
                  <a:pt x="1456" y="792"/>
                </a:cubicBezTo>
                <a:cubicBezTo>
                  <a:pt x="1445" y="807"/>
                  <a:pt x="1433" y="822"/>
                  <a:pt x="1420" y="836"/>
                </a:cubicBezTo>
                <a:cubicBezTo>
                  <a:pt x="1407" y="851"/>
                  <a:pt x="1393" y="865"/>
                  <a:pt x="1378" y="878"/>
                </a:cubicBezTo>
                <a:cubicBezTo>
                  <a:pt x="1363" y="892"/>
                  <a:pt x="1348" y="905"/>
                  <a:pt x="1331" y="917"/>
                </a:cubicBezTo>
                <a:cubicBezTo>
                  <a:pt x="1314" y="930"/>
                  <a:pt x="1297" y="942"/>
                  <a:pt x="1278" y="953"/>
                </a:cubicBezTo>
                <a:cubicBezTo>
                  <a:pt x="1260" y="964"/>
                  <a:pt x="1241" y="975"/>
                  <a:pt x="1221" y="985"/>
                </a:cubicBezTo>
                <a:cubicBezTo>
                  <a:pt x="1201" y="995"/>
                  <a:pt x="1181" y="1005"/>
                  <a:pt x="1160" y="1013"/>
                </a:cubicBezTo>
                <a:cubicBezTo>
                  <a:pt x="1138" y="1022"/>
                  <a:pt x="1117" y="1030"/>
                  <a:pt x="1095" y="1037"/>
                </a:cubicBezTo>
                <a:cubicBezTo>
                  <a:pt x="1072" y="1044"/>
                  <a:pt x="1050" y="1051"/>
                  <a:pt x="1027" y="1057"/>
                </a:cubicBezTo>
                <a:cubicBezTo>
                  <a:pt x="1004" y="1062"/>
                  <a:pt x="980" y="1067"/>
                  <a:pt x="957" y="1071"/>
                </a:cubicBezTo>
                <a:cubicBezTo>
                  <a:pt x="933" y="1075"/>
                  <a:pt x="909" y="1079"/>
                  <a:pt x="885" y="1081"/>
                </a:cubicBezTo>
                <a:cubicBezTo>
                  <a:pt x="861" y="1084"/>
                  <a:pt x="837" y="1085"/>
                  <a:pt x="813" y="1086"/>
                </a:cubicBezTo>
                <a:cubicBezTo>
                  <a:pt x="788" y="1087"/>
                  <a:pt x="764" y="1087"/>
                  <a:pt x="740" y="1086"/>
                </a:cubicBezTo>
                <a:cubicBezTo>
                  <a:pt x="716" y="1085"/>
                  <a:pt x="692" y="1084"/>
                  <a:pt x="667" y="1081"/>
                </a:cubicBezTo>
                <a:cubicBezTo>
                  <a:pt x="643" y="1079"/>
                  <a:pt x="619" y="1076"/>
                  <a:pt x="596" y="1072"/>
                </a:cubicBezTo>
                <a:cubicBezTo>
                  <a:pt x="573" y="1067"/>
                  <a:pt x="550" y="1063"/>
                  <a:pt x="527" y="1057"/>
                </a:cubicBezTo>
                <a:cubicBezTo>
                  <a:pt x="504" y="1051"/>
                  <a:pt x="482" y="1045"/>
                  <a:pt x="460" y="1038"/>
                </a:cubicBezTo>
                <a:cubicBezTo>
                  <a:pt x="439" y="1030"/>
                  <a:pt x="418" y="1023"/>
                  <a:pt x="397" y="1014"/>
                </a:cubicBezTo>
                <a:cubicBezTo>
                  <a:pt x="377" y="1005"/>
                  <a:pt x="357" y="996"/>
                  <a:pt x="338" y="986"/>
                </a:cubicBezTo>
                <a:cubicBezTo>
                  <a:pt x="319" y="976"/>
                  <a:pt x="300" y="965"/>
                  <a:pt x="283" y="954"/>
                </a:cubicBezTo>
                <a:cubicBezTo>
                  <a:pt x="265" y="943"/>
                  <a:pt x="249" y="931"/>
                  <a:pt x="233" y="918"/>
                </a:cubicBezTo>
                <a:cubicBezTo>
                  <a:pt x="217" y="906"/>
                  <a:pt x="202" y="893"/>
                  <a:pt x="188" y="879"/>
                </a:cubicBezTo>
                <a:cubicBezTo>
                  <a:pt x="174" y="866"/>
                  <a:pt x="161" y="852"/>
                  <a:pt x="149" y="837"/>
                </a:cubicBezTo>
                <a:cubicBezTo>
                  <a:pt x="137" y="823"/>
                  <a:pt x="126" y="808"/>
                  <a:pt x="117" y="793"/>
                </a:cubicBezTo>
                <a:cubicBezTo>
                  <a:pt x="107" y="778"/>
                  <a:pt x="98" y="762"/>
                  <a:pt x="90" y="746"/>
                </a:cubicBezTo>
                <a:cubicBezTo>
                  <a:pt x="83" y="730"/>
                  <a:pt x="76" y="714"/>
                  <a:pt x="71" y="698"/>
                </a:cubicBezTo>
                <a:cubicBezTo>
                  <a:pt x="66" y="682"/>
                  <a:pt x="62" y="665"/>
                  <a:pt x="59" y="649"/>
                </a:cubicBezTo>
                <a:cubicBezTo>
                  <a:pt x="56" y="632"/>
                  <a:pt x="54" y="615"/>
                  <a:pt x="53" y="598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 rot="21480000">
            <a:off x="1894680" y="801360"/>
            <a:ext cx="282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2026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 rot="21480000">
            <a:off x="1895040" y="1467720"/>
            <a:ext cx="282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8b1a1a"/>
                </a:solidFill>
                <a:latin typeface="Protest Guerrilla"/>
                <a:ea typeface="Protest Guerrilla"/>
              </a:rPr>
              <a:t>2025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0"/>
            <a:ext cx="13716000" cy="343080"/>
          </a:xfrm>
          <a:custGeom>
            <a:avLst/>
            <a:gdLst/>
            <a:ahLst/>
            <a:rect l="0" t="0" r="r" b="b"/>
            <a:pathLst>
              <a:path w="38100" h="953">
                <a:moveTo>
                  <a:pt x="0" y="0"/>
                </a:moveTo>
                <a:lnTo>
                  <a:pt x="38100" y="0"/>
                </a:lnTo>
                <a:lnTo>
                  <a:pt x="38100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34200"/>
            <a:ext cx="11811240" cy="308880"/>
          </a:xfrm>
          <a:custGeom>
            <a:avLst/>
            <a:gdLst/>
            <a:ahLst/>
            <a:rect l="0" t="0" r="r" b="b"/>
            <a:pathLst>
              <a:path w="32809" h="858">
                <a:moveTo>
                  <a:pt x="0" y="858"/>
                </a:moveTo>
                <a:lnTo>
                  <a:pt x="0" y="238"/>
                </a:lnTo>
                <a:lnTo>
                  <a:pt x="1587" y="382"/>
                </a:lnTo>
                <a:lnTo>
                  <a:pt x="3016" y="95"/>
                </a:lnTo>
                <a:lnTo>
                  <a:pt x="4656" y="333"/>
                </a:lnTo>
                <a:lnTo>
                  <a:pt x="6191" y="0"/>
                </a:lnTo>
                <a:lnTo>
                  <a:pt x="7937" y="285"/>
                </a:lnTo>
                <a:lnTo>
                  <a:pt x="9366" y="95"/>
                </a:lnTo>
                <a:lnTo>
                  <a:pt x="10953" y="429"/>
                </a:lnTo>
                <a:lnTo>
                  <a:pt x="12435" y="47"/>
                </a:lnTo>
                <a:lnTo>
                  <a:pt x="14128" y="285"/>
                </a:lnTo>
                <a:lnTo>
                  <a:pt x="15663" y="143"/>
                </a:lnTo>
                <a:lnTo>
                  <a:pt x="17304" y="429"/>
                </a:lnTo>
                <a:lnTo>
                  <a:pt x="18733" y="95"/>
                </a:lnTo>
                <a:lnTo>
                  <a:pt x="20320" y="285"/>
                </a:lnTo>
                <a:lnTo>
                  <a:pt x="21802" y="47"/>
                </a:lnTo>
                <a:lnTo>
                  <a:pt x="23495" y="382"/>
                </a:lnTo>
                <a:lnTo>
                  <a:pt x="25030" y="190"/>
                </a:lnTo>
                <a:lnTo>
                  <a:pt x="26670" y="333"/>
                </a:lnTo>
                <a:lnTo>
                  <a:pt x="28099" y="47"/>
                </a:lnTo>
                <a:lnTo>
                  <a:pt x="29687" y="285"/>
                </a:lnTo>
                <a:lnTo>
                  <a:pt x="31168" y="143"/>
                </a:lnTo>
                <a:lnTo>
                  <a:pt x="32809" y="429"/>
                </a:lnTo>
                <a:lnTo>
                  <a:pt x="32809" y="858"/>
                </a:lnTo>
                <a:lnTo>
                  <a:pt x="0" y="858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752480" y="3705120"/>
            <a:ext cx="19440" cy="667080"/>
          </a:xfrm>
          <a:custGeom>
            <a:avLst/>
            <a:gdLst/>
            <a:ahLst/>
            <a:rect l="0" t="0" r="r" b="b"/>
            <a:pathLst>
              <a:path w="54" h="1853">
                <a:moveTo>
                  <a:pt x="0" y="0"/>
                </a:moveTo>
                <a:lnTo>
                  <a:pt x="54" y="0"/>
                </a:lnTo>
                <a:lnTo>
                  <a:pt x="54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752480" y="2081160"/>
            <a:ext cx="9919080" cy="103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BRANDING &amp; POSITIONING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752480" y="3161160"/>
            <a:ext cx="4429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Định vị thương hiệu bằng nghiên cứu, kể lại bằng câu chuyện.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924200" y="3677400"/>
            <a:ext cx="108957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Nghiên cứu sâu - Tư duy rộng - Thực thi chuẩn xác: mỗi thương hiệu cần một chỗ đứng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924200" y="4010760"/>
            <a:ext cx="47221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riêng trước khi cần một nội dung hay.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752480" y="6219000"/>
            <a:ext cx="294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Nghiên cứu thị trường, phân tích đối thủ,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752480" y="6476040"/>
            <a:ext cx="2090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hiểu sâu hành vi người dùng.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5257800" y="6219000"/>
            <a:ext cx="2969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Xây dựng kịch bản độc đáo, narrative hấp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257800" y="6476040"/>
            <a:ext cx="1875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dẫn, phù hợp brand voice.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8763120" y="6219000"/>
            <a:ext cx="2997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Tối ưu hóa chuyển đổi, tăng tương tác, đo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752480" y="8572320"/>
            <a:ext cx="3200760" cy="7239240"/>
          </a:xfrm>
          <a:custGeom>
            <a:avLst/>
            <a:gdLst/>
            <a:ahLst/>
            <a:rect l="0" t="0" r="r" b="b"/>
            <a:pathLst>
              <a:path w="8891" h="20109">
                <a:moveTo>
                  <a:pt x="0" y="20003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3"/>
                  <a:pt x="8825" y="8"/>
                </a:cubicBezTo>
                <a:cubicBezTo>
                  <a:pt x="8838" y="13"/>
                  <a:pt x="8850" y="21"/>
                  <a:pt x="8860" y="31"/>
                </a:cubicBezTo>
                <a:cubicBezTo>
                  <a:pt x="8870" y="41"/>
                  <a:pt x="8877" y="52"/>
                  <a:pt x="8883" y="65"/>
                </a:cubicBezTo>
                <a:cubicBezTo>
                  <a:pt x="8888" y="78"/>
                  <a:pt x="8891" y="92"/>
                  <a:pt x="8891" y="106"/>
                </a:cubicBezTo>
                <a:lnTo>
                  <a:pt x="8891" y="20003"/>
                </a:lnTo>
                <a:cubicBezTo>
                  <a:pt x="8891" y="20018"/>
                  <a:pt x="8888" y="20031"/>
                  <a:pt x="8883" y="20044"/>
                </a:cubicBezTo>
                <a:cubicBezTo>
                  <a:pt x="8877" y="20057"/>
                  <a:pt x="8870" y="20068"/>
                  <a:pt x="8860" y="20078"/>
                </a:cubicBezTo>
                <a:cubicBezTo>
                  <a:pt x="8850" y="20088"/>
                  <a:pt x="8838" y="20096"/>
                  <a:pt x="8825" y="20101"/>
                </a:cubicBezTo>
                <a:cubicBezTo>
                  <a:pt x="8813" y="20107"/>
                  <a:pt x="8799" y="20109"/>
                  <a:pt x="8785" y="20109"/>
                </a:cubicBezTo>
                <a:lnTo>
                  <a:pt x="106" y="20109"/>
                </a:lnTo>
                <a:cubicBezTo>
                  <a:pt x="92" y="20109"/>
                  <a:pt x="78" y="20107"/>
                  <a:pt x="65" y="20101"/>
                </a:cubicBezTo>
                <a:cubicBezTo>
                  <a:pt x="52" y="20096"/>
                  <a:pt x="41" y="20088"/>
                  <a:pt x="31" y="20078"/>
                </a:cubicBezTo>
                <a:cubicBezTo>
                  <a:pt x="21" y="20068"/>
                  <a:pt x="13" y="20057"/>
                  <a:pt x="8" y="20044"/>
                </a:cubicBezTo>
                <a:cubicBezTo>
                  <a:pt x="3" y="20031"/>
                  <a:pt x="0" y="20018"/>
                  <a:pt x="0" y="2000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257440" y="8572320"/>
            <a:ext cx="3200760" cy="7239240"/>
          </a:xfrm>
          <a:custGeom>
            <a:avLst/>
            <a:gdLst/>
            <a:ahLst/>
            <a:rect l="0" t="0" r="r" b="b"/>
            <a:pathLst>
              <a:path w="8891" h="20109">
                <a:moveTo>
                  <a:pt x="0" y="20003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8786" y="0"/>
                </a:lnTo>
                <a:cubicBezTo>
                  <a:pt x="8800" y="0"/>
                  <a:pt x="8813" y="3"/>
                  <a:pt x="8826" y="8"/>
                </a:cubicBezTo>
                <a:cubicBezTo>
                  <a:pt x="8839" y="13"/>
                  <a:pt x="8851" y="21"/>
                  <a:pt x="8861" y="31"/>
                </a:cubicBezTo>
                <a:cubicBezTo>
                  <a:pt x="8870" y="41"/>
                  <a:pt x="8878" y="52"/>
                  <a:pt x="8883" y="65"/>
                </a:cubicBezTo>
                <a:cubicBezTo>
                  <a:pt x="8889" y="78"/>
                  <a:pt x="8891" y="92"/>
                  <a:pt x="8891" y="106"/>
                </a:cubicBezTo>
                <a:lnTo>
                  <a:pt x="8891" y="20003"/>
                </a:lnTo>
                <a:cubicBezTo>
                  <a:pt x="8891" y="20018"/>
                  <a:pt x="8889" y="20031"/>
                  <a:pt x="8883" y="20044"/>
                </a:cubicBezTo>
                <a:cubicBezTo>
                  <a:pt x="8878" y="20057"/>
                  <a:pt x="8870" y="20068"/>
                  <a:pt x="8861" y="20078"/>
                </a:cubicBezTo>
                <a:cubicBezTo>
                  <a:pt x="8851" y="20088"/>
                  <a:pt x="8839" y="20096"/>
                  <a:pt x="8826" y="20101"/>
                </a:cubicBezTo>
                <a:cubicBezTo>
                  <a:pt x="8813" y="20107"/>
                  <a:pt x="8800" y="20109"/>
                  <a:pt x="8786" y="20109"/>
                </a:cubicBezTo>
                <a:lnTo>
                  <a:pt x="106" y="20109"/>
                </a:lnTo>
                <a:cubicBezTo>
                  <a:pt x="92" y="20109"/>
                  <a:pt x="79" y="20107"/>
                  <a:pt x="66" y="20101"/>
                </a:cubicBezTo>
                <a:cubicBezTo>
                  <a:pt x="53" y="20096"/>
                  <a:pt x="41" y="20088"/>
                  <a:pt x="31" y="20078"/>
                </a:cubicBezTo>
                <a:cubicBezTo>
                  <a:pt x="22" y="20068"/>
                  <a:pt x="14" y="20057"/>
                  <a:pt x="9" y="20044"/>
                </a:cubicBezTo>
                <a:cubicBezTo>
                  <a:pt x="3" y="20031"/>
                  <a:pt x="0" y="20018"/>
                  <a:pt x="0" y="2000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8762760" y="8572320"/>
            <a:ext cx="3200760" cy="7239240"/>
          </a:xfrm>
          <a:custGeom>
            <a:avLst/>
            <a:gdLst/>
            <a:ahLst/>
            <a:rect l="0" t="0" r="r" b="b"/>
            <a:pathLst>
              <a:path w="8891" h="20109">
                <a:moveTo>
                  <a:pt x="0" y="20003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3"/>
                  <a:pt x="8826" y="8"/>
                </a:cubicBezTo>
                <a:cubicBezTo>
                  <a:pt x="8839" y="13"/>
                  <a:pt x="8850" y="21"/>
                  <a:pt x="8860" y="31"/>
                </a:cubicBezTo>
                <a:cubicBezTo>
                  <a:pt x="8870" y="41"/>
                  <a:pt x="8878" y="52"/>
                  <a:pt x="8883" y="65"/>
                </a:cubicBezTo>
                <a:cubicBezTo>
                  <a:pt x="8888" y="78"/>
                  <a:pt x="8891" y="92"/>
                  <a:pt x="8891" y="106"/>
                </a:cubicBezTo>
                <a:lnTo>
                  <a:pt x="8891" y="20003"/>
                </a:lnTo>
                <a:cubicBezTo>
                  <a:pt x="8891" y="20018"/>
                  <a:pt x="8888" y="20031"/>
                  <a:pt x="8883" y="20044"/>
                </a:cubicBezTo>
                <a:cubicBezTo>
                  <a:pt x="8878" y="20057"/>
                  <a:pt x="8870" y="20068"/>
                  <a:pt x="8860" y="20078"/>
                </a:cubicBezTo>
                <a:cubicBezTo>
                  <a:pt x="8850" y="20088"/>
                  <a:pt x="8839" y="20096"/>
                  <a:pt x="8826" y="20101"/>
                </a:cubicBezTo>
                <a:cubicBezTo>
                  <a:pt x="8813" y="20107"/>
                  <a:pt x="8799" y="20109"/>
                  <a:pt x="8785" y="20109"/>
                </a:cubicBezTo>
                <a:lnTo>
                  <a:pt x="106" y="20109"/>
                </a:lnTo>
                <a:cubicBezTo>
                  <a:pt x="92" y="20109"/>
                  <a:pt x="78" y="20107"/>
                  <a:pt x="65" y="20101"/>
                </a:cubicBezTo>
                <a:cubicBezTo>
                  <a:pt x="53" y="20096"/>
                  <a:pt x="41" y="20088"/>
                  <a:pt x="31" y="20078"/>
                </a:cubicBezTo>
                <a:cubicBezTo>
                  <a:pt x="21" y="20068"/>
                  <a:pt x="14" y="20057"/>
                  <a:pt x="8" y="20044"/>
                </a:cubicBezTo>
                <a:cubicBezTo>
                  <a:pt x="3" y="20031"/>
                  <a:pt x="0" y="20018"/>
                  <a:pt x="0" y="2000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750320" y="1821960"/>
            <a:ext cx="2100240" cy="308880"/>
          </a:xfrm>
          <a:custGeom>
            <a:avLst/>
            <a:gdLst/>
            <a:ahLst/>
            <a:rect l="0" t="0" r="r" b="b"/>
            <a:pathLst>
              <a:path w="5834" h="858">
                <a:moveTo>
                  <a:pt x="16" y="756"/>
                </a:moveTo>
                <a:lnTo>
                  <a:pt x="0" y="305"/>
                </a:lnTo>
                <a:cubicBezTo>
                  <a:pt x="-1" y="291"/>
                  <a:pt x="2" y="278"/>
                  <a:pt x="6" y="265"/>
                </a:cubicBezTo>
                <a:cubicBezTo>
                  <a:pt x="11" y="252"/>
                  <a:pt x="19" y="240"/>
                  <a:pt x="28" y="230"/>
                </a:cubicBezTo>
                <a:cubicBezTo>
                  <a:pt x="38" y="219"/>
                  <a:pt x="49" y="211"/>
                  <a:pt x="62" y="205"/>
                </a:cubicBezTo>
                <a:cubicBezTo>
                  <a:pt x="75" y="200"/>
                  <a:pt x="88" y="196"/>
                  <a:pt x="102" y="196"/>
                </a:cubicBezTo>
                <a:lnTo>
                  <a:pt x="5709" y="0"/>
                </a:lnTo>
                <a:cubicBezTo>
                  <a:pt x="5723" y="0"/>
                  <a:pt x="5736" y="2"/>
                  <a:pt x="5749" y="7"/>
                </a:cubicBezTo>
                <a:cubicBezTo>
                  <a:pt x="5763" y="12"/>
                  <a:pt x="5774" y="19"/>
                  <a:pt x="5785" y="29"/>
                </a:cubicBezTo>
                <a:cubicBezTo>
                  <a:pt x="5795" y="38"/>
                  <a:pt x="5803" y="49"/>
                  <a:pt x="5809" y="62"/>
                </a:cubicBezTo>
                <a:cubicBezTo>
                  <a:pt x="5814" y="75"/>
                  <a:pt x="5818" y="88"/>
                  <a:pt x="5818" y="102"/>
                </a:cubicBezTo>
                <a:lnTo>
                  <a:pt x="5834" y="553"/>
                </a:lnTo>
                <a:cubicBezTo>
                  <a:pt x="5834" y="567"/>
                  <a:pt x="5832" y="580"/>
                  <a:pt x="5827" y="594"/>
                </a:cubicBezTo>
                <a:cubicBezTo>
                  <a:pt x="5822" y="607"/>
                  <a:pt x="5815" y="618"/>
                  <a:pt x="5805" y="629"/>
                </a:cubicBezTo>
                <a:cubicBezTo>
                  <a:pt x="5796" y="639"/>
                  <a:pt x="5785" y="647"/>
                  <a:pt x="5772" y="653"/>
                </a:cubicBezTo>
                <a:cubicBezTo>
                  <a:pt x="5759" y="659"/>
                  <a:pt x="5746" y="662"/>
                  <a:pt x="5732" y="662"/>
                </a:cubicBezTo>
                <a:lnTo>
                  <a:pt x="125" y="858"/>
                </a:lnTo>
                <a:cubicBezTo>
                  <a:pt x="111" y="859"/>
                  <a:pt x="97" y="856"/>
                  <a:pt x="84" y="851"/>
                </a:cubicBezTo>
                <a:cubicBezTo>
                  <a:pt x="71" y="846"/>
                  <a:pt x="59" y="839"/>
                  <a:pt x="49" y="830"/>
                </a:cubicBezTo>
                <a:cubicBezTo>
                  <a:pt x="39" y="820"/>
                  <a:pt x="31" y="809"/>
                  <a:pt x="25" y="796"/>
                </a:cubicBezTo>
                <a:cubicBezTo>
                  <a:pt x="19" y="783"/>
                  <a:pt x="16" y="770"/>
                  <a:pt x="16" y="756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8763120" y="6476040"/>
            <a:ext cx="1896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lường hiệu quả chiến dịch.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747800" y="5865840"/>
            <a:ext cx="943200" cy="297720"/>
          </a:xfrm>
          <a:custGeom>
            <a:avLst/>
            <a:gdLst/>
            <a:ahLst/>
            <a:rect l="0" t="0" r="r" b="b"/>
            <a:pathLst>
              <a:path w="2620" h="827">
                <a:moveTo>
                  <a:pt x="32" y="728"/>
                </a:moveTo>
                <a:lnTo>
                  <a:pt x="0" y="279"/>
                </a:lnTo>
                <a:cubicBezTo>
                  <a:pt x="-1" y="265"/>
                  <a:pt x="1" y="251"/>
                  <a:pt x="6" y="238"/>
                </a:cubicBezTo>
                <a:cubicBezTo>
                  <a:pt x="10" y="224"/>
                  <a:pt x="17" y="212"/>
                  <a:pt x="26" y="202"/>
                </a:cubicBezTo>
                <a:cubicBezTo>
                  <a:pt x="35" y="191"/>
                  <a:pt x="46" y="183"/>
                  <a:pt x="59" y="177"/>
                </a:cubicBezTo>
                <a:cubicBezTo>
                  <a:pt x="71" y="170"/>
                  <a:pt x="85" y="167"/>
                  <a:pt x="99" y="166"/>
                </a:cubicBezTo>
                <a:lnTo>
                  <a:pt x="2475" y="0"/>
                </a:lnTo>
                <a:cubicBezTo>
                  <a:pt x="2489" y="-1"/>
                  <a:pt x="2503" y="0"/>
                  <a:pt x="2516" y="5"/>
                </a:cubicBezTo>
                <a:cubicBezTo>
                  <a:pt x="2529" y="9"/>
                  <a:pt x="2541" y="16"/>
                  <a:pt x="2552" y="25"/>
                </a:cubicBezTo>
                <a:cubicBezTo>
                  <a:pt x="2563" y="34"/>
                  <a:pt x="2571" y="45"/>
                  <a:pt x="2577" y="58"/>
                </a:cubicBezTo>
                <a:cubicBezTo>
                  <a:pt x="2583" y="70"/>
                  <a:pt x="2587" y="84"/>
                  <a:pt x="2588" y="98"/>
                </a:cubicBezTo>
                <a:lnTo>
                  <a:pt x="2619" y="546"/>
                </a:lnTo>
                <a:cubicBezTo>
                  <a:pt x="2620" y="560"/>
                  <a:pt x="2619" y="574"/>
                  <a:pt x="2614" y="587"/>
                </a:cubicBezTo>
                <a:cubicBezTo>
                  <a:pt x="2610" y="601"/>
                  <a:pt x="2603" y="613"/>
                  <a:pt x="2594" y="623"/>
                </a:cubicBezTo>
                <a:cubicBezTo>
                  <a:pt x="2585" y="634"/>
                  <a:pt x="2574" y="643"/>
                  <a:pt x="2561" y="650"/>
                </a:cubicBezTo>
                <a:cubicBezTo>
                  <a:pt x="2549" y="656"/>
                  <a:pt x="2535" y="659"/>
                  <a:pt x="2521" y="660"/>
                </a:cubicBezTo>
                <a:lnTo>
                  <a:pt x="145" y="826"/>
                </a:lnTo>
                <a:cubicBezTo>
                  <a:pt x="131" y="827"/>
                  <a:pt x="117" y="826"/>
                  <a:pt x="104" y="821"/>
                </a:cubicBezTo>
                <a:cubicBezTo>
                  <a:pt x="91" y="817"/>
                  <a:pt x="79" y="810"/>
                  <a:pt x="68" y="801"/>
                </a:cubicBezTo>
                <a:cubicBezTo>
                  <a:pt x="57" y="792"/>
                  <a:pt x="49" y="781"/>
                  <a:pt x="43" y="768"/>
                </a:cubicBezTo>
                <a:cubicBezTo>
                  <a:pt x="36" y="756"/>
                  <a:pt x="33" y="742"/>
                  <a:pt x="32" y="728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 rot="21480000">
            <a:off x="1847520" y="1875240"/>
            <a:ext cx="1995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02 / BRANDING &amp; POSITIONING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253840" y="5879880"/>
            <a:ext cx="703440" cy="270720"/>
          </a:xfrm>
          <a:custGeom>
            <a:avLst/>
            <a:gdLst/>
            <a:ahLst/>
            <a:rect l="0" t="0" r="r" b="b"/>
            <a:pathLst>
              <a:path w="1954" h="752">
                <a:moveTo>
                  <a:pt x="0" y="550"/>
                </a:moveTo>
                <a:lnTo>
                  <a:pt x="23" y="100"/>
                </a:lnTo>
                <a:cubicBezTo>
                  <a:pt x="24" y="86"/>
                  <a:pt x="28" y="72"/>
                  <a:pt x="34" y="60"/>
                </a:cubicBezTo>
                <a:cubicBezTo>
                  <a:pt x="40" y="47"/>
                  <a:pt x="49" y="36"/>
                  <a:pt x="59" y="27"/>
                </a:cubicBezTo>
                <a:cubicBezTo>
                  <a:pt x="70" y="17"/>
                  <a:pt x="82" y="10"/>
                  <a:pt x="95" y="6"/>
                </a:cubicBezTo>
                <a:cubicBezTo>
                  <a:pt x="108" y="1"/>
                  <a:pt x="122" y="-1"/>
                  <a:pt x="136" y="0"/>
                </a:cubicBezTo>
                <a:lnTo>
                  <a:pt x="1853" y="90"/>
                </a:lnTo>
                <a:cubicBezTo>
                  <a:pt x="1867" y="90"/>
                  <a:pt x="1880" y="94"/>
                  <a:pt x="1893" y="100"/>
                </a:cubicBezTo>
                <a:cubicBezTo>
                  <a:pt x="1906" y="106"/>
                  <a:pt x="1917" y="114"/>
                  <a:pt x="1926" y="125"/>
                </a:cubicBezTo>
                <a:cubicBezTo>
                  <a:pt x="1936" y="135"/>
                  <a:pt x="1943" y="147"/>
                  <a:pt x="1947" y="160"/>
                </a:cubicBezTo>
                <a:cubicBezTo>
                  <a:pt x="1952" y="173"/>
                  <a:pt x="1954" y="187"/>
                  <a:pt x="1953" y="201"/>
                </a:cubicBezTo>
                <a:lnTo>
                  <a:pt x="1930" y="651"/>
                </a:lnTo>
                <a:cubicBezTo>
                  <a:pt x="1929" y="665"/>
                  <a:pt x="1926" y="678"/>
                  <a:pt x="1920" y="691"/>
                </a:cubicBezTo>
                <a:cubicBezTo>
                  <a:pt x="1914" y="704"/>
                  <a:pt x="1905" y="715"/>
                  <a:pt x="1895" y="724"/>
                </a:cubicBezTo>
                <a:cubicBezTo>
                  <a:pt x="1884" y="734"/>
                  <a:pt x="1873" y="741"/>
                  <a:pt x="1859" y="745"/>
                </a:cubicBezTo>
                <a:cubicBezTo>
                  <a:pt x="1846" y="750"/>
                  <a:pt x="1833" y="752"/>
                  <a:pt x="1818" y="751"/>
                </a:cubicBezTo>
                <a:lnTo>
                  <a:pt x="101" y="661"/>
                </a:lnTo>
                <a:cubicBezTo>
                  <a:pt x="87" y="661"/>
                  <a:pt x="74" y="657"/>
                  <a:pt x="61" y="651"/>
                </a:cubicBezTo>
                <a:cubicBezTo>
                  <a:pt x="48" y="645"/>
                  <a:pt x="36" y="637"/>
                  <a:pt x="27" y="626"/>
                </a:cubicBezTo>
                <a:cubicBezTo>
                  <a:pt x="18" y="616"/>
                  <a:pt x="11" y="604"/>
                  <a:pt x="6" y="591"/>
                </a:cubicBezTo>
                <a:cubicBezTo>
                  <a:pt x="1" y="578"/>
                  <a:pt x="-1" y="564"/>
                  <a:pt x="0" y="550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 rot="21360000">
            <a:off x="1846800" y="5914440"/>
            <a:ext cx="767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S-RESEARCH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8760240" y="5881320"/>
            <a:ext cx="910440" cy="267480"/>
          </a:xfrm>
          <a:custGeom>
            <a:avLst/>
            <a:gdLst/>
            <a:ahLst/>
            <a:rect l="0" t="0" r="r" b="b"/>
            <a:pathLst>
              <a:path w="2529" h="743">
                <a:moveTo>
                  <a:pt x="16" y="641"/>
                </a:moveTo>
                <a:lnTo>
                  <a:pt x="0" y="190"/>
                </a:lnTo>
                <a:cubicBezTo>
                  <a:pt x="0" y="176"/>
                  <a:pt x="2" y="162"/>
                  <a:pt x="7" y="149"/>
                </a:cubicBezTo>
                <a:cubicBezTo>
                  <a:pt x="12" y="136"/>
                  <a:pt x="19" y="124"/>
                  <a:pt x="29" y="114"/>
                </a:cubicBezTo>
                <a:cubicBezTo>
                  <a:pt x="38" y="104"/>
                  <a:pt x="49" y="96"/>
                  <a:pt x="62" y="90"/>
                </a:cubicBezTo>
                <a:cubicBezTo>
                  <a:pt x="75" y="84"/>
                  <a:pt x="88" y="81"/>
                  <a:pt x="102" y="81"/>
                </a:cubicBezTo>
                <a:lnTo>
                  <a:pt x="2404" y="0"/>
                </a:lnTo>
                <a:cubicBezTo>
                  <a:pt x="2418" y="0"/>
                  <a:pt x="2431" y="2"/>
                  <a:pt x="2444" y="7"/>
                </a:cubicBezTo>
                <a:cubicBezTo>
                  <a:pt x="2458" y="12"/>
                  <a:pt x="2469" y="19"/>
                  <a:pt x="2480" y="29"/>
                </a:cubicBezTo>
                <a:cubicBezTo>
                  <a:pt x="2490" y="38"/>
                  <a:pt x="2498" y="49"/>
                  <a:pt x="2504" y="62"/>
                </a:cubicBezTo>
                <a:cubicBezTo>
                  <a:pt x="2510" y="75"/>
                  <a:pt x="2513" y="88"/>
                  <a:pt x="2513" y="102"/>
                </a:cubicBezTo>
                <a:lnTo>
                  <a:pt x="2529" y="553"/>
                </a:lnTo>
                <a:cubicBezTo>
                  <a:pt x="2529" y="567"/>
                  <a:pt x="2527" y="580"/>
                  <a:pt x="2522" y="594"/>
                </a:cubicBezTo>
                <a:cubicBezTo>
                  <a:pt x="2517" y="607"/>
                  <a:pt x="2510" y="618"/>
                  <a:pt x="2501" y="629"/>
                </a:cubicBezTo>
                <a:cubicBezTo>
                  <a:pt x="2491" y="639"/>
                  <a:pt x="2480" y="647"/>
                  <a:pt x="2467" y="653"/>
                </a:cubicBezTo>
                <a:cubicBezTo>
                  <a:pt x="2454" y="659"/>
                  <a:pt x="2441" y="662"/>
                  <a:pt x="2427" y="662"/>
                </a:cubicBezTo>
                <a:lnTo>
                  <a:pt x="125" y="743"/>
                </a:lnTo>
                <a:cubicBezTo>
                  <a:pt x="111" y="743"/>
                  <a:pt x="98" y="741"/>
                  <a:pt x="85" y="736"/>
                </a:cubicBezTo>
                <a:cubicBezTo>
                  <a:pt x="71" y="731"/>
                  <a:pt x="60" y="724"/>
                  <a:pt x="49" y="714"/>
                </a:cubicBezTo>
                <a:cubicBezTo>
                  <a:pt x="39" y="705"/>
                  <a:pt x="31" y="694"/>
                  <a:pt x="25" y="681"/>
                </a:cubicBezTo>
                <a:cubicBezTo>
                  <a:pt x="20" y="668"/>
                  <a:pt x="16" y="655"/>
                  <a:pt x="16" y="641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 rot="180000">
            <a:off x="5353200" y="5915520"/>
            <a:ext cx="523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S-STORY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 rot="21480000">
            <a:off x="8857800" y="5913720"/>
            <a:ext cx="780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S-SOLUTION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752480" y="0"/>
            <a:ext cx="3200760" cy="7239240"/>
          </a:xfrm>
          <a:custGeom>
            <a:avLst/>
            <a:gdLst/>
            <a:ahLst/>
            <a:rect l="0" t="0" r="r" b="b"/>
            <a:pathLst>
              <a:path w="8891" h="20109">
                <a:moveTo>
                  <a:pt x="0" y="20003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0"/>
                  <a:pt x="31" y="30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2"/>
                  <a:pt x="8825" y="8"/>
                </a:cubicBezTo>
                <a:cubicBezTo>
                  <a:pt x="8838" y="13"/>
                  <a:pt x="8850" y="21"/>
                  <a:pt x="8860" y="30"/>
                </a:cubicBezTo>
                <a:cubicBezTo>
                  <a:pt x="8870" y="40"/>
                  <a:pt x="8877" y="52"/>
                  <a:pt x="8883" y="65"/>
                </a:cubicBezTo>
                <a:cubicBezTo>
                  <a:pt x="8888" y="78"/>
                  <a:pt x="8891" y="91"/>
                  <a:pt x="8891" y="105"/>
                </a:cubicBezTo>
                <a:lnTo>
                  <a:pt x="8891" y="20003"/>
                </a:lnTo>
                <a:cubicBezTo>
                  <a:pt x="8891" y="20017"/>
                  <a:pt x="8888" y="20031"/>
                  <a:pt x="8883" y="20043"/>
                </a:cubicBezTo>
                <a:cubicBezTo>
                  <a:pt x="8877" y="20056"/>
                  <a:pt x="8870" y="20068"/>
                  <a:pt x="8860" y="20078"/>
                </a:cubicBezTo>
                <a:cubicBezTo>
                  <a:pt x="8850" y="20088"/>
                  <a:pt x="8838" y="20095"/>
                  <a:pt x="8825" y="20101"/>
                </a:cubicBezTo>
                <a:cubicBezTo>
                  <a:pt x="8813" y="20106"/>
                  <a:pt x="8799" y="20109"/>
                  <a:pt x="8785" y="20109"/>
                </a:cubicBezTo>
                <a:lnTo>
                  <a:pt x="106" y="20109"/>
                </a:lnTo>
                <a:cubicBezTo>
                  <a:pt x="92" y="20109"/>
                  <a:pt x="78" y="20106"/>
                  <a:pt x="65" y="20101"/>
                </a:cubicBezTo>
                <a:cubicBezTo>
                  <a:pt x="52" y="20095"/>
                  <a:pt x="41" y="20088"/>
                  <a:pt x="31" y="20078"/>
                </a:cubicBezTo>
                <a:cubicBezTo>
                  <a:pt x="21" y="20068"/>
                  <a:pt x="13" y="20056"/>
                  <a:pt x="8" y="20043"/>
                </a:cubicBezTo>
                <a:cubicBezTo>
                  <a:pt x="3" y="20031"/>
                  <a:pt x="0" y="20017"/>
                  <a:pt x="0" y="2000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942920" y="143640"/>
            <a:ext cx="5065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F&amp;B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942920" y="608760"/>
            <a:ext cx="2545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Chạm vị giác từ cái nhìn đầu tiên.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942920" y="3734640"/>
            <a:ext cx="494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INSIGHT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942920" y="3942360"/>
            <a:ext cx="2399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Khách mua "nội dung" để chia sẻ,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942920" y="4190040"/>
            <a:ext cx="2023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quyết định trong 3 giây đầu.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942920" y="4554000"/>
            <a:ext cx="569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THỰC THI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942920" y="4761360"/>
            <a:ext cx="2571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Chuỗi short-video TikTok/Reels nhịp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942920" y="5018760"/>
            <a:ext cx="2477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nhanh, ASMR, màu rực. Chiến lược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942920" y="5266440"/>
            <a:ext cx="2333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campaign "Món quà ẩn" (Hidden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942920" y="5514120"/>
            <a:ext cx="1184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Menu) kích UGC.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942920" y="6657120"/>
            <a:ext cx="2864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Gói trọn hương vị vào khung hình - Khơi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257440" y="0"/>
            <a:ext cx="3200760" cy="7239240"/>
          </a:xfrm>
          <a:custGeom>
            <a:avLst/>
            <a:gdLst/>
            <a:ahLst/>
            <a:rect l="0" t="0" r="r" b="b"/>
            <a:pathLst>
              <a:path w="8891" h="20109">
                <a:moveTo>
                  <a:pt x="0" y="20003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0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8786" y="0"/>
                </a:lnTo>
                <a:cubicBezTo>
                  <a:pt x="8800" y="0"/>
                  <a:pt x="8813" y="2"/>
                  <a:pt x="8826" y="8"/>
                </a:cubicBezTo>
                <a:cubicBezTo>
                  <a:pt x="8839" y="13"/>
                  <a:pt x="8851" y="21"/>
                  <a:pt x="8861" y="30"/>
                </a:cubicBezTo>
                <a:cubicBezTo>
                  <a:pt x="8870" y="40"/>
                  <a:pt x="8878" y="52"/>
                  <a:pt x="8883" y="65"/>
                </a:cubicBezTo>
                <a:cubicBezTo>
                  <a:pt x="8889" y="78"/>
                  <a:pt x="8891" y="91"/>
                  <a:pt x="8891" y="105"/>
                </a:cubicBezTo>
                <a:lnTo>
                  <a:pt x="8891" y="20003"/>
                </a:lnTo>
                <a:cubicBezTo>
                  <a:pt x="8891" y="20017"/>
                  <a:pt x="8889" y="20031"/>
                  <a:pt x="8883" y="20043"/>
                </a:cubicBezTo>
                <a:cubicBezTo>
                  <a:pt x="8878" y="20056"/>
                  <a:pt x="8870" y="20068"/>
                  <a:pt x="8861" y="20078"/>
                </a:cubicBezTo>
                <a:cubicBezTo>
                  <a:pt x="8851" y="20088"/>
                  <a:pt x="8839" y="20095"/>
                  <a:pt x="8826" y="20101"/>
                </a:cubicBezTo>
                <a:cubicBezTo>
                  <a:pt x="8813" y="20106"/>
                  <a:pt x="8800" y="20109"/>
                  <a:pt x="8786" y="20109"/>
                </a:cubicBezTo>
                <a:lnTo>
                  <a:pt x="106" y="20109"/>
                </a:lnTo>
                <a:cubicBezTo>
                  <a:pt x="92" y="20109"/>
                  <a:pt x="79" y="20106"/>
                  <a:pt x="66" y="20101"/>
                </a:cubicBezTo>
                <a:cubicBezTo>
                  <a:pt x="53" y="20095"/>
                  <a:pt x="41" y="20088"/>
                  <a:pt x="31" y="20078"/>
                </a:cubicBezTo>
                <a:cubicBezTo>
                  <a:pt x="22" y="20068"/>
                  <a:pt x="14" y="20056"/>
                  <a:pt x="9" y="20043"/>
                </a:cubicBezTo>
                <a:cubicBezTo>
                  <a:pt x="3" y="20031"/>
                  <a:pt x="0" y="20017"/>
                  <a:pt x="0" y="2000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942920" y="6837840"/>
            <a:ext cx="2486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nguồn trải nghiệm, chạm niềm tin.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5448240" y="143640"/>
            <a:ext cx="4989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B2B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5448240" y="608760"/>
            <a:ext cx="2690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Xây dựng vị thế chuyên gia dẫn dắt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5448240" y="865800"/>
            <a:ext cx="846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thị trường.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5448240" y="4430160"/>
            <a:ext cx="494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INSIGHT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448240" y="4637520"/>
            <a:ext cx="2573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Decision Makers tìm giải pháp và sự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5448240" y="4894920"/>
            <a:ext cx="2109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tin cậy, không tìm quảng cáo.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448240" y="5249160"/>
            <a:ext cx="569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THỰC THI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5448240" y="5466240"/>
            <a:ext cx="2143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Whitepaper, E-book, chuỗi bài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448240" y="5713920"/>
            <a:ext cx="2241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LinkedIn. Chuyển dữ liệu thành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5448240" y="5961600"/>
            <a:ext cx="2600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infographic và case study, hướng tới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5448240" y="6219000"/>
            <a:ext cx="2733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Brand Authority cùng lead chất lượng.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5448240" y="6657120"/>
            <a:ext cx="3105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Dữ liệu sắc bén, kiến tạo tầm nhìn - Chuyên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8762760" y="0"/>
            <a:ext cx="3200760" cy="7239240"/>
          </a:xfrm>
          <a:custGeom>
            <a:avLst/>
            <a:gdLst/>
            <a:ahLst/>
            <a:rect l="0" t="0" r="r" b="b"/>
            <a:pathLst>
              <a:path w="8891" h="20109">
                <a:moveTo>
                  <a:pt x="0" y="20003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0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2"/>
                  <a:pt x="8826" y="8"/>
                </a:cubicBezTo>
                <a:cubicBezTo>
                  <a:pt x="8839" y="13"/>
                  <a:pt x="8850" y="21"/>
                  <a:pt x="8860" y="30"/>
                </a:cubicBezTo>
                <a:cubicBezTo>
                  <a:pt x="8870" y="40"/>
                  <a:pt x="8878" y="52"/>
                  <a:pt x="8883" y="65"/>
                </a:cubicBezTo>
                <a:cubicBezTo>
                  <a:pt x="8888" y="78"/>
                  <a:pt x="8891" y="91"/>
                  <a:pt x="8891" y="105"/>
                </a:cubicBezTo>
                <a:lnTo>
                  <a:pt x="8891" y="20003"/>
                </a:lnTo>
                <a:cubicBezTo>
                  <a:pt x="8891" y="20017"/>
                  <a:pt x="8888" y="20031"/>
                  <a:pt x="8883" y="20043"/>
                </a:cubicBezTo>
                <a:cubicBezTo>
                  <a:pt x="8878" y="20056"/>
                  <a:pt x="8870" y="20068"/>
                  <a:pt x="8860" y="20078"/>
                </a:cubicBezTo>
                <a:cubicBezTo>
                  <a:pt x="8850" y="20088"/>
                  <a:pt x="8839" y="20095"/>
                  <a:pt x="8826" y="20101"/>
                </a:cubicBezTo>
                <a:cubicBezTo>
                  <a:pt x="8813" y="20106"/>
                  <a:pt x="8799" y="20109"/>
                  <a:pt x="8785" y="20109"/>
                </a:cubicBezTo>
                <a:lnTo>
                  <a:pt x="106" y="20109"/>
                </a:lnTo>
                <a:cubicBezTo>
                  <a:pt x="92" y="20109"/>
                  <a:pt x="78" y="20106"/>
                  <a:pt x="65" y="20101"/>
                </a:cubicBezTo>
                <a:cubicBezTo>
                  <a:pt x="53" y="20095"/>
                  <a:pt x="41" y="20088"/>
                  <a:pt x="31" y="20078"/>
                </a:cubicBezTo>
                <a:cubicBezTo>
                  <a:pt x="21" y="20068"/>
                  <a:pt x="14" y="20056"/>
                  <a:pt x="8" y="20043"/>
                </a:cubicBezTo>
                <a:cubicBezTo>
                  <a:pt x="3" y="20031"/>
                  <a:pt x="0" y="20017"/>
                  <a:pt x="0" y="2000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5448240" y="6837840"/>
            <a:ext cx="1914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gia dẫn lối, đối tác trọn tin.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8953560" y="143640"/>
            <a:ext cx="9867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BEAUTY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8942040" y="950400"/>
            <a:ext cx="2842560" cy="2842560"/>
          </a:xfrm>
          <a:custGeom>
            <a:avLst/>
            <a:gdLst/>
            <a:ahLst/>
            <a:rect l="0" t="0" r="r" b="b"/>
            <a:pathLst>
              <a:path w="7896" h="7896">
                <a:moveTo>
                  <a:pt x="402" y="0"/>
                </a:moveTo>
                <a:lnTo>
                  <a:pt x="560" y="0"/>
                </a:lnTo>
                <a:lnTo>
                  <a:pt x="560" y="116"/>
                </a:lnTo>
                <a:lnTo>
                  <a:pt x="402" y="116"/>
                </a:lnTo>
                <a:lnTo>
                  <a:pt x="402" y="0"/>
                </a:lnTo>
                <a:moveTo>
                  <a:pt x="666" y="0"/>
                </a:moveTo>
                <a:lnTo>
                  <a:pt x="825" y="0"/>
                </a:lnTo>
                <a:lnTo>
                  <a:pt x="825" y="116"/>
                </a:lnTo>
                <a:lnTo>
                  <a:pt x="666" y="116"/>
                </a:lnTo>
                <a:lnTo>
                  <a:pt x="666" y="0"/>
                </a:lnTo>
                <a:moveTo>
                  <a:pt x="931" y="0"/>
                </a:moveTo>
                <a:lnTo>
                  <a:pt x="1090" y="0"/>
                </a:lnTo>
                <a:lnTo>
                  <a:pt x="1090" y="116"/>
                </a:lnTo>
                <a:lnTo>
                  <a:pt x="931" y="116"/>
                </a:lnTo>
                <a:lnTo>
                  <a:pt x="931" y="0"/>
                </a:lnTo>
                <a:moveTo>
                  <a:pt x="1195" y="0"/>
                </a:moveTo>
                <a:lnTo>
                  <a:pt x="1354" y="0"/>
                </a:lnTo>
                <a:lnTo>
                  <a:pt x="1354" y="116"/>
                </a:lnTo>
                <a:lnTo>
                  <a:pt x="1195" y="116"/>
                </a:lnTo>
                <a:lnTo>
                  <a:pt x="1195" y="0"/>
                </a:lnTo>
                <a:moveTo>
                  <a:pt x="1460" y="0"/>
                </a:moveTo>
                <a:lnTo>
                  <a:pt x="1619" y="0"/>
                </a:lnTo>
                <a:lnTo>
                  <a:pt x="1619" y="116"/>
                </a:lnTo>
                <a:lnTo>
                  <a:pt x="1460" y="116"/>
                </a:lnTo>
                <a:lnTo>
                  <a:pt x="1460" y="0"/>
                </a:lnTo>
                <a:moveTo>
                  <a:pt x="1725" y="0"/>
                </a:moveTo>
                <a:lnTo>
                  <a:pt x="1883" y="0"/>
                </a:lnTo>
                <a:lnTo>
                  <a:pt x="1883" y="116"/>
                </a:lnTo>
                <a:lnTo>
                  <a:pt x="1725" y="116"/>
                </a:lnTo>
                <a:lnTo>
                  <a:pt x="1725" y="0"/>
                </a:lnTo>
                <a:moveTo>
                  <a:pt x="1989" y="0"/>
                </a:moveTo>
                <a:lnTo>
                  <a:pt x="2148" y="0"/>
                </a:lnTo>
                <a:lnTo>
                  <a:pt x="2148" y="116"/>
                </a:lnTo>
                <a:lnTo>
                  <a:pt x="1989" y="116"/>
                </a:lnTo>
                <a:lnTo>
                  <a:pt x="1989" y="0"/>
                </a:lnTo>
                <a:moveTo>
                  <a:pt x="2254" y="0"/>
                </a:moveTo>
                <a:lnTo>
                  <a:pt x="2413" y="0"/>
                </a:lnTo>
                <a:lnTo>
                  <a:pt x="2413" y="116"/>
                </a:lnTo>
                <a:lnTo>
                  <a:pt x="2254" y="116"/>
                </a:lnTo>
                <a:lnTo>
                  <a:pt x="2254" y="0"/>
                </a:lnTo>
                <a:moveTo>
                  <a:pt x="2518" y="0"/>
                </a:moveTo>
                <a:lnTo>
                  <a:pt x="2677" y="0"/>
                </a:lnTo>
                <a:lnTo>
                  <a:pt x="2677" y="116"/>
                </a:lnTo>
                <a:lnTo>
                  <a:pt x="2518" y="116"/>
                </a:lnTo>
                <a:lnTo>
                  <a:pt x="2518" y="0"/>
                </a:lnTo>
                <a:moveTo>
                  <a:pt x="2783" y="0"/>
                </a:moveTo>
                <a:lnTo>
                  <a:pt x="2943" y="0"/>
                </a:lnTo>
                <a:lnTo>
                  <a:pt x="2943" y="116"/>
                </a:lnTo>
                <a:lnTo>
                  <a:pt x="2783" y="116"/>
                </a:lnTo>
                <a:lnTo>
                  <a:pt x="2783" y="0"/>
                </a:lnTo>
                <a:moveTo>
                  <a:pt x="3049" y="0"/>
                </a:moveTo>
                <a:lnTo>
                  <a:pt x="3207" y="0"/>
                </a:lnTo>
                <a:lnTo>
                  <a:pt x="3207" y="116"/>
                </a:lnTo>
                <a:lnTo>
                  <a:pt x="3049" y="116"/>
                </a:lnTo>
                <a:lnTo>
                  <a:pt x="3049" y="0"/>
                </a:lnTo>
                <a:moveTo>
                  <a:pt x="3313" y="0"/>
                </a:moveTo>
                <a:lnTo>
                  <a:pt x="3472" y="0"/>
                </a:lnTo>
                <a:lnTo>
                  <a:pt x="3472" y="116"/>
                </a:lnTo>
                <a:lnTo>
                  <a:pt x="3313" y="116"/>
                </a:lnTo>
                <a:lnTo>
                  <a:pt x="3313" y="0"/>
                </a:lnTo>
                <a:moveTo>
                  <a:pt x="3578" y="0"/>
                </a:moveTo>
                <a:lnTo>
                  <a:pt x="3736" y="0"/>
                </a:lnTo>
                <a:lnTo>
                  <a:pt x="3736" y="116"/>
                </a:lnTo>
                <a:lnTo>
                  <a:pt x="3578" y="116"/>
                </a:lnTo>
                <a:lnTo>
                  <a:pt x="3578" y="0"/>
                </a:lnTo>
                <a:moveTo>
                  <a:pt x="3842" y="0"/>
                </a:moveTo>
                <a:lnTo>
                  <a:pt x="4001" y="0"/>
                </a:lnTo>
                <a:lnTo>
                  <a:pt x="4001" y="116"/>
                </a:lnTo>
                <a:lnTo>
                  <a:pt x="3842" y="116"/>
                </a:lnTo>
                <a:lnTo>
                  <a:pt x="3842" y="0"/>
                </a:lnTo>
                <a:moveTo>
                  <a:pt x="4107" y="0"/>
                </a:moveTo>
                <a:lnTo>
                  <a:pt x="4266" y="0"/>
                </a:lnTo>
                <a:lnTo>
                  <a:pt x="4266" y="116"/>
                </a:lnTo>
                <a:lnTo>
                  <a:pt x="4107" y="116"/>
                </a:lnTo>
                <a:lnTo>
                  <a:pt x="4107" y="0"/>
                </a:lnTo>
                <a:moveTo>
                  <a:pt x="4371" y="0"/>
                </a:moveTo>
                <a:lnTo>
                  <a:pt x="4530" y="0"/>
                </a:lnTo>
                <a:lnTo>
                  <a:pt x="4530" y="116"/>
                </a:lnTo>
                <a:lnTo>
                  <a:pt x="4371" y="116"/>
                </a:lnTo>
                <a:lnTo>
                  <a:pt x="4371" y="0"/>
                </a:lnTo>
                <a:moveTo>
                  <a:pt x="4636" y="0"/>
                </a:moveTo>
                <a:lnTo>
                  <a:pt x="4795" y="0"/>
                </a:lnTo>
                <a:lnTo>
                  <a:pt x="4795" y="116"/>
                </a:lnTo>
                <a:lnTo>
                  <a:pt x="4636" y="116"/>
                </a:lnTo>
                <a:lnTo>
                  <a:pt x="4636" y="0"/>
                </a:lnTo>
                <a:moveTo>
                  <a:pt x="4901" y="0"/>
                </a:moveTo>
                <a:lnTo>
                  <a:pt x="5059" y="0"/>
                </a:lnTo>
                <a:lnTo>
                  <a:pt x="5059" y="116"/>
                </a:lnTo>
                <a:lnTo>
                  <a:pt x="4901" y="116"/>
                </a:lnTo>
                <a:lnTo>
                  <a:pt x="4901" y="0"/>
                </a:lnTo>
                <a:moveTo>
                  <a:pt x="5165" y="0"/>
                </a:moveTo>
                <a:lnTo>
                  <a:pt x="5324" y="0"/>
                </a:lnTo>
                <a:lnTo>
                  <a:pt x="5324" y="116"/>
                </a:lnTo>
                <a:lnTo>
                  <a:pt x="5165" y="116"/>
                </a:lnTo>
                <a:lnTo>
                  <a:pt x="5165" y="0"/>
                </a:lnTo>
                <a:moveTo>
                  <a:pt x="5430" y="0"/>
                </a:moveTo>
                <a:lnTo>
                  <a:pt x="5589" y="0"/>
                </a:lnTo>
                <a:lnTo>
                  <a:pt x="5589" y="116"/>
                </a:lnTo>
                <a:lnTo>
                  <a:pt x="5430" y="116"/>
                </a:lnTo>
                <a:lnTo>
                  <a:pt x="5430" y="0"/>
                </a:lnTo>
                <a:moveTo>
                  <a:pt x="5694" y="0"/>
                </a:moveTo>
                <a:lnTo>
                  <a:pt x="5853" y="0"/>
                </a:lnTo>
                <a:lnTo>
                  <a:pt x="5853" y="116"/>
                </a:lnTo>
                <a:lnTo>
                  <a:pt x="5694" y="116"/>
                </a:lnTo>
                <a:lnTo>
                  <a:pt x="5694" y="0"/>
                </a:lnTo>
                <a:moveTo>
                  <a:pt x="5959" y="0"/>
                </a:moveTo>
                <a:lnTo>
                  <a:pt x="6118" y="0"/>
                </a:lnTo>
                <a:lnTo>
                  <a:pt x="6118" y="116"/>
                </a:lnTo>
                <a:lnTo>
                  <a:pt x="5959" y="116"/>
                </a:lnTo>
                <a:lnTo>
                  <a:pt x="5959" y="0"/>
                </a:lnTo>
                <a:moveTo>
                  <a:pt x="6224" y="0"/>
                </a:moveTo>
                <a:lnTo>
                  <a:pt x="6382" y="0"/>
                </a:lnTo>
                <a:lnTo>
                  <a:pt x="6382" y="116"/>
                </a:lnTo>
                <a:lnTo>
                  <a:pt x="6224" y="116"/>
                </a:lnTo>
                <a:lnTo>
                  <a:pt x="6224" y="0"/>
                </a:lnTo>
                <a:moveTo>
                  <a:pt x="6488" y="0"/>
                </a:moveTo>
                <a:lnTo>
                  <a:pt x="6647" y="0"/>
                </a:lnTo>
                <a:lnTo>
                  <a:pt x="6647" y="116"/>
                </a:lnTo>
                <a:lnTo>
                  <a:pt x="6488" y="116"/>
                </a:lnTo>
                <a:lnTo>
                  <a:pt x="6488" y="0"/>
                </a:lnTo>
                <a:moveTo>
                  <a:pt x="6753" y="0"/>
                </a:moveTo>
                <a:lnTo>
                  <a:pt x="6911" y="0"/>
                </a:lnTo>
                <a:lnTo>
                  <a:pt x="6911" y="116"/>
                </a:lnTo>
                <a:lnTo>
                  <a:pt x="6753" y="116"/>
                </a:lnTo>
                <a:lnTo>
                  <a:pt x="6753" y="0"/>
                </a:lnTo>
                <a:moveTo>
                  <a:pt x="7017" y="0"/>
                </a:moveTo>
                <a:lnTo>
                  <a:pt x="7176" y="0"/>
                </a:lnTo>
                <a:lnTo>
                  <a:pt x="7176" y="116"/>
                </a:lnTo>
                <a:lnTo>
                  <a:pt x="7017" y="116"/>
                </a:lnTo>
                <a:lnTo>
                  <a:pt x="7017" y="0"/>
                </a:lnTo>
                <a:moveTo>
                  <a:pt x="7282" y="0"/>
                </a:moveTo>
                <a:lnTo>
                  <a:pt x="7441" y="0"/>
                </a:lnTo>
                <a:lnTo>
                  <a:pt x="7441" y="116"/>
                </a:lnTo>
                <a:lnTo>
                  <a:pt x="7282" y="116"/>
                </a:lnTo>
                <a:lnTo>
                  <a:pt x="7282" y="0"/>
                </a:lnTo>
                <a:moveTo>
                  <a:pt x="7546" y="0"/>
                </a:moveTo>
                <a:lnTo>
                  <a:pt x="7705" y="0"/>
                </a:lnTo>
                <a:lnTo>
                  <a:pt x="7705" y="116"/>
                </a:lnTo>
                <a:lnTo>
                  <a:pt x="7546" y="116"/>
                </a:lnTo>
                <a:lnTo>
                  <a:pt x="7546" y="0"/>
                </a:lnTo>
                <a:moveTo>
                  <a:pt x="7845" y="31"/>
                </a:moveTo>
                <a:cubicBezTo>
                  <a:pt x="7879" y="58"/>
                  <a:pt x="7896" y="94"/>
                  <a:pt x="7896" y="138"/>
                </a:cubicBezTo>
                <a:lnTo>
                  <a:pt x="7896" y="228"/>
                </a:lnTo>
                <a:lnTo>
                  <a:pt x="7779" y="228"/>
                </a:lnTo>
                <a:lnTo>
                  <a:pt x="7779" y="138"/>
                </a:lnTo>
                <a:cubicBezTo>
                  <a:pt x="7779" y="131"/>
                  <a:pt x="7777" y="125"/>
                  <a:pt x="7771" y="121"/>
                </a:cubicBezTo>
                <a:lnTo>
                  <a:pt x="7845" y="31"/>
                </a:lnTo>
                <a:moveTo>
                  <a:pt x="7896" y="334"/>
                </a:moveTo>
                <a:lnTo>
                  <a:pt x="7896" y="492"/>
                </a:lnTo>
                <a:lnTo>
                  <a:pt x="7779" y="492"/>
                </a:lnTo>
                <a:lnTo>
                  <a:pt x="7779" y="334"/>
                </a:lnTo>
                <a:lnTo>
                  <a:pt x="7896" y="334"/>
                </a:lnTo>
                <a:moveTo>
                  <a:pt x="7896" y="598"/>
                </a:moveTo>
                <a:lnTo>
                  <a:pt x="7896" y="757"/>
                </a:lnTo>
                <a:lnTo>
                  <a:pt x="7779" y="757"/>
                </a:lnTo>
                <a:lnTo>
                  <a:pt x="7779" y="598"/>
                </a:lnTo>
                <a:lnTo>
                  <a:pt x="7896" y="598"/>
                </a:lnTo>
                <a:moveTo>
                  <a:pt x="7896" y="863"/>
                </a:moveTo>
                <a:lnTo>
                  <a:pt x="7896" y="1022"/>
                </a:lnTo>
                <a:lnTo>
                  <a:pt x="7779" y="1022"/>
                </a:lnTo>
                <a:lnTo>
                  <a:pt x="7779" y="863"/>
                </a:lnTo>
                <a:lnTo>
                  <a:pt x="7896" y="863"/>
                </a:lnTo>
                <a:moveTo>
                  <a:pt x="7896" y="1127"/>
                </a:moveTo>
                <a:lnTo>
                  <a:pt x="7896" y="1286"/>
                </a:lnTo>
                <a:lnTo>
                  <a:pt x="7779" y="1286"/>
                </a:lnTo>
                <a:lnTo>
                  <a:pt x="7779" y="1127"/>
                </a:lnTo>
                <a:lnTo>
                  <a:pt x="7896" y="1127"/>
                </a:lnTo>
                <a:moveTo>
                  <a:pt x="7896" y="1393"/>
                </a:moveTo>
                <a:lnTo>
                  <a:pt x="7896" y="1552"/>
                </a:lnTo>
                <a:lnTo>
                  <a:pt x="7779" y="1552"/>
                </a:lnTo>
                <a:lnTo>
                  <a:pt x="7779" y="1393"/>
                </a:lnTo>
                <a:lnTo>
                  <a:pt x="7896" y="1393"/>
                </a:lnTo>
                <a:moveTo>
                  <a:pt x="7896" y="1658"/>
                </a:moveTo>
                <a:lnTo>
                  <a:pt x="7896" y="1816"/>
                </a:lnTo>
                <a:lnTo>
                  <a:pt x="7779" y="1816"/>
                </a:lnTo>
                <a:lnTo>
                  <a:pt x="7779" y="1658"/>
                </a:lnTo>
                <a:lnTo>
                  <a:pt x="7896" y="1658"/>
                </a:lnTo>
                <a:moveTo>
                  <a:pt x="7896" y="1922"/>
                </a:moveTo>
                <a:lnTo>
                  <a:pt x="7896" y="2081"/>
                </a:lnTo>
                <a:lnTo>
                  <a:pt x="7779" y="2081"/>
                </a:lnTo>
                <a:lnTo>
                  <a:pt x="7779" y="1922"/>
                </a:lnTo>
                <a:lnTo>
                  <a:pt x="7896" y="1922"/>
                </a:lnTo>
                <a:moveTo>
                  <a:pt x="7896" y="2187"/>
                </a:moveTo>
                <a:lnTo>
                  <a:pt x="7896" y="2345"/>
                </a:lnTo>
                <a:lnTo>
                  <a:pt x="7779" y="2345"/>
                </a:lnTo>
                <a:lnTo>
                  <a:pt x="7779" y="2187"/>
                </a:lnTo>
                <a:lnTo>
                  <a:pt x="7896" y="2187"/>
                </a:lnTo>
                <a:moveTo>
                  <a:pt x="7896" y="2451"/>
                </a:moveTo>
                <a:lnTo>
                  <a:pt x="7896" y="2610"/>
                </a:lnTo>
                <a:lnTo>
                  <a:pt x="7779" y="2610"/>
                </a:lnTo>
                <a:lnTo>
                  <a:pt x="7779" y="2451"/>
                </a:lnTo>
                <a:lnTo>
                  <a:pt x="7896" y="2451"/>
                </a:lnTo>
                <a:moveTo>
                  <a:pt x="7896" y="2716"/>
                </a:moveTo>
                <a:lnTo>
                  <a:pt x="7896" y="2875"/>
                </a:lnTo>
                <a:lnTo>
                  <a:pt x="7779" y="2875"/>
                </a:lnTo>
                <a:lnTo>
                  <a:pt x="7779" y="2716"/>
                </a:lnTo>
                <a:lnTo>
                  <a:pt x="7896" y="2716"/>
                </a:lnTo>
                <a:moveTo>
                  <a:pt x="7896" y="2980"/>
                </a:moveTo>
                <a:lnTo>
                  <a:pt x="7896" y="3139"/>
                </a:lnTo>
                <a:lnTo>
                  <a:pt x="7779" y="3139"/>
                </a:lnTo>
                <a:lnTo>
                  <a:pt x="7779" y="2980"/>
                </a:lnTo>
                <a:lnTo>
                  <a:pt x="7896" y="2980"/>
                </a:lnTo>
                <a:moveTo>
                  <a:pt x="7896" y="3245"/>
                </a:moveTo>
                <a:lnTo>
                  <a:pt x="7896" y="3404"/>
                </a:lnTo>
                <a:lnTo>
                  <a:pt x="7779" y="3404"/>
                </a:lnTo>
                <a:lnTo>
                  <a:pt x="7779" y="3245"/>
                </a:lnTo>
                <a:lnTo>
                  <a:pt x="7896" y="3245"/>
                </a:lnTo>
                <a:moveTo>
                  <a:pt x="7896" y="3510"/>
                </a:moveTo>
                <a:lnTo>
                  <a:pt x="7896" y="3668"/>
                </a:lnTo>
                <a:lnTo>
                  <a:pt x="7779" y="3668"/>
                </a:lnTo>
                <a:lnTo>
                  <a:pt x="7779" y="3510"/>
                </a:lnTo>
                <a:lnTo>
                  <a:pt x="7896" y="3510"/>
                </a:lnTo>
                <a:moveTo>
                  <a:pt x="7896" y="3774"/>
                </a:moveTo>
                <a:lnTo>
                  <a:pt x="7896" y="3933"/>
                </a:lnTo>
                <a:lnTo>
                  <a:pt x="7779" y="3933"/>
                </a:lnTo>
                <a:lnTo>
                  <a:pt x="7779" y="3774"/>
                </a:lnTo>
                <a:lnTo>
                  <a:pt x="7896" y="3774"/>
                </a:lnTo>
                <a:moveTo>
                  <a:pt x="7896" y="4039"/>
                </a:moveTo>
                <a:lnTo>
                  <a:pt x="7896" y="4198"/>
                </a:lnTo>
                <a:lnTo>
                  <a:pt x="7779" y="4198"/>
                </a:lnTo>
                <a:lnTo>
                  <a:pt x="7779" y="4039"/>
                </a:lnTo>
                <a:lnTo>
                  <a:pt x="7896" y="4039"/>
                </a:lnTo>
                <a:moveTo>
                  <a:pt x="7896" y="4303"/>
                </a:moveTo>
                <a:lnTo>
                  <a:pt x="7896" y="4462"/>
                </a:lnTo>
                <a:lnTo>
                  <a:pt x="7779" y="4462"/>
                </a:lnTo>
                <a:lnTo>
                  <a:pt x="7779" y="4303"/>
                </a:lnTo>
                <a:lnTo>
                  <a:pt x="7896" y="4303"/>
                </a:lnTo>
                <a:moveTo>
                  <a:pt x="7896" y="4568"/>
                </a:moveTo>
                <a:lnTo>
                  <a:pt x="7896" y="4727"/>
                </a:lnTo>
                <a:lnTo>
                  <a:pt x="7779" y="4727"/>
                </a:lnTo>
                <a:lnTo>
                  <a:pt x="7779" y="4568"/>
                </a:lnTo>
                <a:lnTo>
                  <a:pt x="7896" y="4568"/>
                </a:lnTo>
                <a:moveTo>
                  <a:pt x="7896" y="4833"/>
                </a:moveTo>
                <a:lnTo>
                  <a:pt x="7896" y="4991"/>
                </a:lnTo>
                <a:lnTo>
                  <a:pt x="7779" y="4991"/>
                </a:lnTo>
                <a:lnTo>
                  <a:pt x="7779" y="4833"/>
                </a:lnTo>
                <a:lnTo>
                  <a:pt x="7896" y="4833"/>
                </a:lnTo>
                <a:moveTo>
                  <a:pt x="7896" y="5097"/>
                </a:moveTo>
                <a:lnTo>
                  <a:pt x="7896" y="5256"/>
                </a:lnTo>
                <a:lnTo>
                  <a:pt x="7779" y="5256"/>
                </a:lnTo>
                <a:lnTo>
                  <a:pt x="7779" y="5097"/>
                </a:lnTo>
                <a:lnTo>
                  <a:pt x="7896" y="5097"/>
                </a:lnTo>
                <a:moveTo>
                  <a:pt x="7896" y="5362"/>
                </a:moveTo>
                <a:lnTo>
                  <a:pt x="7896" y="5520"/>
                </a:lnTo>
                <a:lnTo>
                  <a:pt x="7779" y="5520"/>
                </a:lnTo>
                <a:lnTo>
                  <a:pt x="7779" y="5362"/>
                </a:lnTo>
                <a:lnTo>
                  <a:pt x="7896" y="5362"/>
                </a:lnTo>
                <a:moveTo>
                  <a:pt x="7896" y="5626"/>
                </a:moveTo>
                <a:lnTo>
                  <a:pt x="7896" y="5785"/>
                </a:lnTo>
                <a:lnTo>
                  <a:pt x="7779" y="5785"/>
                </a:lnTo>
                <a:lnTo>
                  <a:pt x="7779" y="5626"/>
                </a:lnTo>
                <a:lnTo>
                  <a:pt x="7896" y="5626"/>
                </a:lnTo>
                <a:moveTo>
                  <a:pt x="7896" y="5891"/>
                </a:moveTo>
                <a:lnTo>
                  <a:pt x="7896" y="6050"/>
                </a:lnTo>
                <a:lnTo>
                  <a:pt x="7779" y="6050"/>
                </a:lnTo>
                <a:lnTo>
                  <a:pt x="7779" y="5891"/>
                </a:lnTo>
                <a:lnTo>
                  <a:pt x="7896" y="5891"/>
                </a:lnTo>
                <a:moveTo>
                  <a:pt x="7896" y="6155"/>
                </a:moveTo>
                <a:lnTo>
                  <a:pt x="7896" y="6314"/>
                </a:lnTo>
                <a:lnTo>
                  <a:pt x="7779" y="6314"/>
                </a:lnTo>
                <a:lnTo>
                  <a:pt x="7779" y="6155"/>
                </a:lnTo>
                <a:lnTo>
                  <a:pt x="7896" y="6155"/>
                </a:lnTo>
                <a:moveTo>
                  <a:pt x="7896" y="6420"/>
                </a:moveTo>
                <a:lnTo>
                  <a:pt x="7896" y="6579"/>
                </a:lnTo>
                <a:lnTo>
                  <a:pt x="7779" y="6579"/>
                </a:lnTo>
                <a:lnTo>
                  <a:pt x="7779" y="6420"/>
                </a:lnTo>
                <a:lnTo>
                  <a:pt x="7896" y="6420"/>
                </a:lnTo>
                <a:moveTo>
                  <a:pt x="7896" y="6685"/>
                </a:moveTo>
                <a:lnTo>
                  <a:pt x="7896" y="6843"/>
                </a:lnTo>
                <a:lnTo>
                  <a:pt x="7779" y="6843"/>
                </a:lnTo>
                <a:lnTo>
                  <a:pt x="7779" y="6685"/>
                </a:lnTo>
                <a:lnTo>
                  <a:pt x="7896" y="6685"/>
                </a:lnTo>
                <a:moveTo>
                  <a:pt x="7896" y="6949"/>
                </a:moveTo>
                <a:lnTo>
                  <a:pt x="7896" y="7108"/>
                </a:lnTo>
                <a:lnTo>
                  <a:pt x="7779" y="7108"/>
                </a:lnTo>
                <a:lnTo>
                  <a:pt x="7779" y="6949"/>
                </a:lnTo>
                <a:lnTo>
                  <a:pt x="7896" y="6949"/>
                </a:lnTo>
                <a:moveTo>
                  <a:pt x="7896" y="7214"/>
                </a:moveTo>
                <a:lnTo>
                  <a:pt x="7896" y="7373"/>
                </a:lnTo>
                <a:lnTo>
                  <a:pt x="7779" y="7373"/>
                </a:lnTo>
                <a:lnTo>
                  <a:pt x="7779" y="7214"/>
                </a:lnTo>
                <a:lnTo>
                  <a:pt x="7896" y="7214"/>
                </a:lnTo>
                <a:moveTo>
                  <a:pt x="7896" y="7478"/>
                </a:moveTo>
                <a:lnTo>
                  <a:pt x="7896" y="7637"/>
                </a:lnTo>
                <a:lnTo>
                  <a:pt x="7779" y="7637"/>
                </a:lnTo>
                <a:lnTo>
                  <a:pt x="7779" y="7478"/>
                </a:lnTo>
                <a:lnTo>
                  <a:pt x="7896" y="7478"/>
                </a:lnTo>
                <a:moveTo>
                  <a:pt x="7896" y="7743"/>
                </a:moveTo>
                <a:lnTo>
                  <a:pt x="7896" y="7759"/>
                </a:lnTo>
                <a:cubicBezTo>
                  <a:pt x="7896" y="7797"/>
                  <a:pt x="7882" y="7829"/>
                  <a:pt x="7855" y="7856"/>
                </a:cubicBezTo>
                <a:cubicBezTo>
                  <a:pt x="7829" y="7883"/>
                  <a:pt x="7796" y="7896"/>
                  <a:pt x="7758" y="7896"/>
                </a:cubicBezTo>
                <a:lnTo>
                  <a:pt x="7737" y="7896"/>
                </a:lnTo>
                <a:lnTo>
                  <a:pt x="7737" y="7780"/>
                </a:lnTo>
                <a:lnTo>
                  <a:pt x="7758" y="7780"/>
                </a:lnTo>
                <a:cubicBezTo>
                  <a:pt x="7772" y="7780"/>
                  <a:pt x="7779" y="7773"/>
                  <a:pt x="7779" y="7759"/>
                </a:cubicBezTo>
                <a:lnTo>
                  <a:pt x="7779" y="7743"/>
                </a:lnTo>
                <a:lnTo>
                  <a:pt x="7896" y="7743"/>
                </a:lnTo>
                <a:moveTo>
                  <a:pt x="7631" y="7896"/>
                </a:moveTo>
                <a:lnTo>
                  <a:pt x="7472" y="7896"/>
                </a:lnTo>
                <a:lnTo>
                  <a:pt x="7472" y="7780"/>
                </a:lnTo>
                <a:lnTo>
                  <a:pt x="7631" y="7780"/>
                </a:lnTo>
                <a:lnTo>
                  <a:pt x="7631" y="7896"/>
                </a:lnTo>
                <a:moveTo>
                  <a:pt x="7366" y="7896"/>
                </a:moveTo>
                <a:lnTo>
                  <a:pt x="7207" y="7896"/>
                </a:lnTo>
                <a:lnTo>
                  <a:pt x="7207" y="7780"/>
                </a:lnTo>
                <a:lnTo>
                  <a:pt x="7366" y="7780"/>
                </a:lnTo>
                <a:lnTo>
                  <a:pt x="7366" y="7896"/>
                </a:lnTo>
                <a:moveTo>
                  <a:pt x="7102" y="7896"/>
                </a:moveTo>
                <a:lnTo>
                  <a:pt x="6943" y="7896"/>
                </a:lnTo>
                <a:lnTo>
                  <a:pt x="6943" y="7780"/>
                </a:lnTo>
                <a:lnTo>
                  <a:pt x="7102" y="7780"/>
                </a:lnTo>
                <a:lnTo>
                  <a:pt x="7102" y="7896"/>
                </a:lnTo>
                <a:moveTo>
                  <a:pt x="6837" y="7896"/>
                </a:moveTo>
                <a:lnTo>
                  <a:pt x="6678" y="7896"/>
                </a:lnTo>
                <a:lnTo>
                  <a:pt x="6678" y="7780"/>
                </a:lnTo>
                <a:lnTo>
                  <a:pt x="6837" y="7780"/>
                </a:lnTo>
                <a:lnTo>
                  <a:pt x="6837" y="7896"/>
                </a:lnTo>
                <a:moveTo>
                  <a:pt x="6572" y="7896"/>
                </a:moveTo>
                <a:lnTo>
                  <a:pt x="6414" y="7896"/>
                </a:lnTo>
                <a:lnTo>
                  <a:pt x="6414" y="7780"/>
                </a:lnTo>
                <a:lnTo>
                  <a:pt x="6572" y="7780"/>
                </a:lnTo>
                <a:lnTo>
                  <a:pt x="6572" y="7896"/>
                </a:lnTo>
                <a:moveTo>
                  <a:pt x="6308" y="7896"/>
                </a:moveTo>
                <a:lnTo>
                  <a:pt x="6149" y="7896"/>
                </a:lnTo>
                <a:lnTo>
                  <a:pt x="6149" y="7780"/>
                </a:lnTo>
                <a:lnTo>
                  <a:pt x="6308" y="7780"/>
                </a:lnTo>
                <a:lnTo>
                  <a:pt x="6308" y="7896"/>
                </a:lnTo>
                <a:moveTo>
                  <a:pt x="6043" y="7896"/>
                </a:moveTo>
                <a:lnTo>
                  <a:pt x="5885" y="7896"/>
                </a:lnTo>
                <a:lnTo>
                  <a:pt x="5885" y="7780"/>
                </a:lnTo>
                <a:lnTo>
                  <a:pt x="6043" y="7780"/>
                </a:lnTo>
                <a:lnTo>
                  <a:pt x="6043" y="7896"/>
                </a:lnTo>
                <a:moveTo>
                  <a:pt x="5779" y="7896"/>
                </a:moveTo>
                <a:lnTo>
                  <a:pt x="5620" y="7896"/>
                </a:lnTo>
                <a:lnTo>
                  <a:pt x="5620" y="7780"/>
                </a:lnTo>
                <a:lnTo>
                  <a:pt x="5779" y="7780"/>
                </a:lnTo>
                <a:lnTo>
                  <a:pt x="5779" y="7896"/>
                </a:lnTo>
                <a:moveTo>
                  <a:pt x="5514" y="7896"/>
                </a:moveTo>
                <a:lnTo>
                  <a:pt x="5355" y="7896"/>
                </a:lnTo>
                <a:lnTo>
                  <a:pt x="5355" y="7780"/>
                </a:lnTo>
                <a:lnTo>
                  <a:pt x="5514" y="7780"/>
                </a:lnTo>
                <a:lnTo>
                  <a:pt x="5514" y="7896"/>
                </a:lnTo>
                <a:moveTo>
                  <a:pt x="5250" y="7896"/>
                </a:moveTo>
                <a:lnTo>
                  <a:pt x="5091" y="7896"/>
                </a:lnTo>
                <a:lnTo>
                  <a:pt x="5091" y="7780"/>
                </a:lnTo>
                <a:lnTo>
                  <a:pt x="5250" y="7780"/>
                </a:lnTo>
                <a:lnTo>
                  <a:pt x="5250" y="7896"/>
                </a:lnTo>
                <a:moveTo>
                  <a:pt x="4985" y="7896"/>
                </a:moveTo>
                <a:lnTo>
                  <a:pt x="4826" y="7896"/>
                </a:lnTo>
                <a:lnTo>
                  <a:pt x="4826" y="7780"/>
                </a:lnTo>
                <a:lnTo>
                  <a:pt x="4985" y="7780"/>
                </a:lnTo>
                <a:lnTo>
                  <a:pt x="4985" y="7896"/>
                </a:lnTo>
                <a:moveTo>
                  <a:pt x="4720" y="7896"/>
                </a:moveTo>
                <a:lnTo>
                  <a:pt x="4562" y="7896"/>
                </a:lnTo>
                <a:lnTo>
                  <a:pt x="4562" y="7780"/>
                </a:lnTo>
                <a:lnTo>
                  <a:pt x="4720" y="7780"/>
                </a:lnTo>
                <a:lnTo>
                  <a:pt x="4720" y="7896"/>
                </a:lnTo>
                <a:moveTo>
                  <a:pt x="4456" y="7896"/>
                </a:moveTo>
                <a:lnTo>
                  <a:pt x="4297" y="7896"/>
                </a:lnTo>
                <a:lnTo>
                  <a:pt x="4297" y="7780"/>
                </a:lnTo>
                <a:lnTo>
                  <a:pt x="4456" y="7780"/>
                </a:lnTo>
                <a:lnTo>
                  <a:pt x="4456" y="7896"/>
                </a:lnTo>
                <a:moveTo>
                  <a:pt x="4191" y="7896"/>
                </a:moveTo>
                <a:lnTo>
                  <a:pt x="4032" y="7896"/>
                </a:lnTo>
                <a:lnTo>
                  <a:pt x="4032" y="7780"/>
                </a:lnTo>
                <a:lnTo>
                  <a:pt x="4191" y="7780"/>
                </a:lnTo>
                <a:lnTo>
                  <a:pt x="4191" y="7896"/>
                </a:lnTo>
                <a:moveTo>
                  <a:pt x="3927" y="7896"/>
                </a:moveTo>
                <a:lnTo>
                  <a:pt x="3768" y="7896"/>
                </a:lnTo>
                <a:lnTo>
                  <a:pt x="3768" y="7780"/>
                </a:lnTo>
                <a:lnTo>
                  <a:pt x="3927" y="7780"/>
                </a:lnTo>
                <a:lnTo>
                  <a:pt x="3927" y="7896"/>
                </a:lnTo>
                <a:moveTo>
                  <a:pt x="3662" y="7896"/>
                </a:moveTo>
                <a:lnTo>
                  <a:pt x="3503" y="7896"/>
                </a:lnTo>
                <a:lnTo>
                  <a:pt x="3503" y="7780"/>
                </a:lnTo>
                <a:lnTo>
                  <a:pt x="3662" y="7780"/>
                </a:lnTo>
                <a:lnTo>
                  <a:pt x="3662" y="7896"/>
                </a:lnTo>
                <a:moveTo>
                  <a:pt x="3397" y="7896"/>
                </a:moveTo>
                <a:lnTo>
                  <a:pt x="3239" y="7896"/>
                </a:lnTo>
                <a:lnTo>
                  <a:pt x="3239" y="7780"/>
                </a:lnTo>
                <a:lnTo>
                  <a:pt x="3397" y="7780"/>
                </a:lnTo>
                <a:lnTo>
                  <a:pt x="3397" y="7896"/>
                </a:lnTo>
                <a:moveTo>
                  <a:pt x="3133" y="7896"/>
                </a:moveTo>
                <a:lnTo>
                  <a:pt x="2974" y="7896"/>
                </a:lnTo>
                <a:lnTo>
                  <a:pt x="2974" y="7780"/>
                </a:lnTo>
                <a:lnTo>
                  <a:pt x="3133" y="7780"/>
                </a:lnTo>
                <a:lnTo>
                  <a:pt x="3133" y="7896"/>
                </a:lnTo>
                <a:moveTo>
                  <a:pt x="2868" y="7896"/>
                </a:moveTo>
                <a:lnTo>
                  <a:pt x="2709" y="7896"/>
                </a:lnTo>
                <a:lnTo>
                  <a:pt x="2709" y="7780"/>
                </a:lnTo>
                <a:lnTo>
                  <a:pt x="2868" y="7780"/>
                </a:lnTo>
                <a:lnTo>
                  <a:pt x="2868" y="7896"/>
                </a:lnTo>
                <a:moveTo>
                  <a:pt x="2603" y="7896"/>
                </a:moveTo>
                <a:lnTo>
                  <a:pt x="2444" y="7896"/>
                </a:lnTo>
                <a:lnTo>
                  <a:pt x="2444" y="7780"/>
                </a:lnTo>
                <a:lnTo>
                  <a:pt x="2603" y="7780"/>
                </a:lnTo>
                <a:lnTo>
                  <a:pt x="2603" y="7896"/>
                </a:lnTo>
                <a:moveTo>
                  <a:pt x="2338" y="7896"/>
                </a:moveTo>
                <a:lnTo>
                  <a:pt x="2179" y="7896"/>
                </a:lnTo>
                <a:lnTo>
                  <a:pt x="2179" y="7780"/>
                </a:lnTo>
                <a:lnTo>
                  <a:pt x="2338" y="7780"/>
                </a:lnTo>
                <a:lnTo>
                  <a:pt x="2338" y="7896"/>
                </a:lnTo>
                <a:moveTo>
                  <a:pt x="2074" y="7896"/>
                </a:moveTo>
                <a:lnTo>
                  <a:pt x="1915" y="7896"/>
                </a:lnTo>
                <a:lnTo>
                  <a:pt x="1915" y="7780"/>
                </a:lnTo>
                <a:lnTo>
                  <a:pt x="2074" y="7780"/>
                </a:lnTo>
                <a:lnTo>
                  <a:pt x="2074" y="7896"/>
                </a:lnTo>
                <a:moveTo>
                  <a:pt x="1809" y="7896"/>
                </a:moveTo>
                <a:lnTo>
                  <a:pt x="1650" y="7896"/>
                </a:lnTo>
                <a:lnTo>
                  <a:pt x="1650" y="7780"/>
                </a:lnTo>
                <a:lnTo>
                  <a:pt x="1809" y="7780"/>
                </a:lnTo>
                <a:lnTo>
                  <a:pt x="1809" y="7896"/>
                </a:lnTo>
                <a:moveTo>
                  <a:pt x="1544" y="7896"/>
                </a:moveTo>
                <a:lnTo>
                  <a:pt x="1386" y="7896"/>
                </a:lnTo>
                <a:lnTo>
                  <a:pt x="1386" y="7780"/>
                </a:lnTo>
                <a:lnTo>
                  <a:pt x="1544" y="7780"/>
                </a:lnTo>
                <a:lnTo>
                  <a:pt x="1544" y="7896"/>
                </a:lnTo>
                <a:moveTo>
                  <a:pt x="1280" y="7896"/>
                </a:moveTo>
                <a:lnTo>
                  <a:pt x="1121" y="7896"/>
                </a:lnTo>
                <a:lnTo>
                  <a:pt x="1121" y="7780"/>
                </a:lnTo>
                <a:lnTo>
                  <a:pt x="1280" y="7780"/>
                </a:lnTo>
                <a:lnTo>
                  <a:pt x="1280" y="7896"/>
                </a:lnTo>
                <a:moveTo>
                  <a:pt x="1015" y="7896"/>
                </a:moveTo>
                <a:lnTo>
                  <a:pt x="856" y="7896"/>
                </a:lnTo>
                <a:lnTo>
                  <a:pt x="856" y="7780"/>
                </a:lnTo>
                <a:lnTo>
                  <a:pt x="1015" y="7780"/>
                </a:lnTo>
                <a:lnTo>
                  <a:pt x="1015" y="7896"/>
                </a:lnTo>
                <a:moveTo>
                  <a:pt x="751" y="7896"/>
                </a:moveTo>
                <a:lnTo>
                  <a:pt x="592" y="7896"/>
                </a:lnTo>
                <a:lnTo>
                  <a:pt x="592" y="7780"/>
                </a:lnTo>
                <a:lnTo>
                  <a:pt x="751" y="7780"/>
                </a:lnTo>
                <a:lnTo>
                  <a:pt x="751" y="7896"/>
                </a:lnTo>
                <a:moveTo>
                  <a:pt x="486" y="7896"/>
                </a:moveTo>
                <a:lnTo>
                  <a:pt x="327" y="7896"/>
                </a:lnTo>
                <a:lnTo>
                  <a:pt x="327" y="7780"/>
                </a:lnTo>
                <a:lnTo>
                  <a:pt x="486" y="7780"/>
                </a:lnTo>
                <a:lnTo>
                  <a:pt x="486" y="7896"/>
                </a:lnTo>
                <a:moveTo>
                  <a:pt x="221" y="7896"/>
                </a:moveTo>
                <a:lnTo>
                  <a:pt x="137" y="7896"/>
                </a:lnTo>
                <a:cubicBezTo>
                  <a:pt x="89" y="7896"/>
                  <a:pt x="51" y="7876"/>
                  <a:pt x="24" y="7836"/>
                </a:cubicBezTo>
                <a:lnTo>
                  <a:pt x="120" y="7771"/>
                </a:lnTo>
                <a:cubicBezTo>
                  <a:pt x="124" y="7777"/>
                  <a:pt x="130" y="7780"/>
                  <a:pt x="137" y="7780"/>
                </a:cubicBezTo>
                <a:lnTo>
                  <a:pt x="221" y="7780"/>
                </a:lnTo>
                <a:lnTo>
                  <a:pt x="221" y="7896"/>
                </a:lnTo>
                <a:moveTo>
                  <a:pt x="0" y="7700"/>
                </a:moveTo>
                <a:lnTo>
                  <a:pt x="0" y="7541"/>
                </a:lnTo>
                <a:lnTo>
                  <a:pt x="116" y="7541"/>
                </a:lnTo>
                <a:lnTo>
                  <a:pt x="116" y="7700"/>
                </a:lnTo>
                <a:lnTo>
                  <a:pt x="0" y="7700"/>
                </a:lnTo>
                <a:moveTo>
                  <a:pt x="0" y="7435"/>
                </a:moveTo>
                <a:lnTo>
                  <a:pt x="0" y="7276"/>
                </a:lnTo>
                <a:lnTo>
                  <a:pt x="116" y="7276"/>
                </a:lnTo>
                <a:lnTo>
                  <a:pt x="116" y="7435"/>
                </a:lnTo>
                <a:lnTo>
                  <a:pt x="0" y="7435"/>
                </a:lnTo>
                <a:moveTo>
                  <a:pt x="0" y="7171"/>
                </a:moveTo>
                <a:lnTo>
                  <a:pt x="0" y="7012"/>
                </a:lnTo>
                <a:lnTo>
                  <a:pt x="116" y="7012"/>
                </a:lnTo>
                <a:lnTo>
                  <a:pt x="116" y="7171"/>
                </a:lnTo>
                <a:lnTo>
                  <a:pt x="0" y="7171"/>
                </a:lnTo>
                <a:moveTo>
                  <a:pt x="0" y="6906"/>
                </a:moveTo>
                <a:lnTo>
                  <a:pt x="0" y="6747"/>
                </a:lnTo>
                <a:lnTo>
                  <a:pt x="116" y="6747"/>
                </a:lnTo>
                <a:lnTo>
                  <a:pt x="116" y="6906"/>
                </a:lnTo>
                <a:lnTo>
                  <a:pt x="0" y="6906"/>
                </a:lnTo>
                <a:moveTo>
                  <a:pt x="0" y="6641"/>
                </a:moveTo>
                <a:lnTo>
                  <a:pt x="0" y="6483"/>
                </a:lnTo>
                <a:lnTo>
                  <a:pt x="116" y="6483"/>
                </a:lnTo>
                <a:lnTo>
                  <a:pt x="116" y="6641"/>
                </a:lnTo>
                <a:lnTo>
                  <a:pt x="0" y="6641"/>
                </a:lnTo>
                <a:moveTo>
                  <a:pt x="0" y="6377"/>
                </a:moveTo>
                <a:lnTo>
                  <a:pt x="0" y="6218"/>
                </a:lnTo>
                <a:lnTo>
                  <a:pt x="116" y="6218"/>
                </a:lnTo>
                <a:lnTo>
                  <a:pt x="116" y="6377"/>
                </a:lnTo>
                <a:lnTo>
                  <a:pt x="0" y="6377"/>
                </a:lnTo>
                <a:moveTo>
                  <a:pt x="0" y="6112"/>
                </a:moveTo>
                <a:lnTo>
                  <a:pt x="0" y="5954"/>
                </a:lnTo>
                <a:lnTo>
                  <a:pt x="116" y="5954"/>
                </a:lnTo>
                <a:lnTo>
                  <a:pt x="116" y="6112"/>
                </a:lnTo>
                <a:lnTo>
                  <a:pt x="0" y="6112"/>
                </a:lnTo>
                <a:moveTo>
                  <a:pt x="0" y="5848"/>
                </a:moveTo>
                <a:lnTo>
                  <a:pt x="0" y="5689"/>
                </a:lnTo>
                <a:lnTo>
                  <a:pt x="116" y="5689"/>
                </a:lnTo>
                <a:lnTo>
                  <a:pt x="116" y="5848"/>
                </a:lnTo>
                <a:lnTo>
                  <a:pt x="0" y="5848"/>
                </a:lnTo>
                <a:moveTo>
                  <a:pt x="0" y="5583"/>
                </a:moveTo>
                <a:lnTo>
                  <a:pt x="0" y="5424"/>
                </a:lnTo>
                <a:lnTo>
                  <a:pt x="116" y="5424"/>
                </a:lnTo>
                <a:lnTo>
                  <a:pt x="116" y="5583"/>
                </a:lnTo>
                <a:lnTo>
                  <a:pt x="0" y="5583"/>
                </a:lnTo>
                <a:moveTo>
                  <a:pt x="0" y="5319"/>
                </a:moveTo>
                <a:lnTo>
                  <a:pt x="0" y="5160"/>
                </a:lnTo>
                <a:lnTo>
                  <a:pt x="116" y="5160"/>
                </a:lnTo>
                <a:lnTo>
                  <a:pt x="116" y="5319"/>
                </a:lnTo>
                <a:lnTo>
                  <a:pt x="0" y="5319"/>
                </a:lnTo>
                <a:moveTo>
                  <a:pt x="0" y="5054"/>
                </a:moveTo>
                <a:lnTo>
                  <a:pt x="0" y="4895"/>
                </a:lnTo>
                <a:lnTo>
                  <a:pt x="116" y="4895"/>
                </a:lnTo>
                <a:lnTo>
                  <a:pt x="116" y="5054"/>
                </a:lnTo>
                <a:lnTo>
                  <a:pt x="0" y="5054"/>
                </a:lnTo>
                <a:moveTo>
                  <a:pt x="0" y="4789"/>
                </a:moveTo>
                <a:lnTo>
                  <a:pt x="0" y="4631"/>
                </a:lnTo>
                <a:lnTo>
                  <a:pt x="116" y="4631"/>
                </a:lnTo>
                <a:lnTo>
                  <a:pt x="116" y="4789"/>
                </a:lnTo>
                <a:lnTo>
                  <a:pt x="0" y="4789"/>
                </a:lnTo>
                <a:moveTo>
                  <a:pt x="0" y="4525"/>
                </a:moveTo>
                <a:lnTo>
                  <a:pt x="0" y="4366"/>
                </a:lnTo>
                <a:lnTo>
                  <a:pt x="116" y="4366"/>
                </a:lnTo>
                <a:lnTo>
                  <a:pt x="116" y="4525"/>
                </a:lnTo>
                <a:lnTo>
                  <a:pt x="0" y="4525"/>
                </a:lnTo>
                <a:moveTo>
                  <a:pt x="0" y="4260"/>
                </a:moveTo>
                <a:lnTo>
                  <a:pt x="0" y="4101"/>
                </a:lnTo>
                <a:lnTo>
                  <a:pt x="116" y="4101"/>
                </a:lnTo>
                <a:lnTo>
                  <a:pt x="116" y="4260"/>
                </a:lnTo>
                <a:lnTo>
                  <a:pt x="0" y="4260"/>
                </a:lnTo>
                <a:moveTo>
                  <a:pt x="0" y="3996"/>
                </a:moveTo>
                <a:lnTo>
                  <a:pt x="0" y="3837"/>
                </a:lnTo>
                <a:lnTo>
                  <a:pt x="116" y="3837"/>
                </a:lnTo>
                <a:lnTo>
                  <a:pt x="116" y="3996"/>
                </a:lnTo>
                <a:lnTo>
                  <a:pt x="0" y="3996"/>
                </a:lnTo>
                <a:moveTo>
                  <a:pt x="0" y="3731"/>
                </a:moveTo>
                <a:lnTo>
                  <a:pt x="0" y="3572"/>
                </a:lnTo>
                <a:lnTo>
                  <a:pt x="116" y="3572"/>
                </a:lnTo>
                <a:lnTo>
                  <a:pt x="116" y="3731"/>
                </a:lnTo>
                <a:lnTo>
                  <a:pt x="0" y="3731"/>
                </a:lnTo>
                <a:moveTo>
                  <a:pt x="0" y="3466"/>
                </a:moveTo>
                <a:lnTo>
                  <a:pt x="0" y="3308"/>
                </a:lnTo>
                <a:lnTo>
                  <a:pt x="116" y="3308"/>
                </a:lnTo>
                <a:lnTo>
                  <a:pt x="116" y="3466"/>
                </a:lnTo>
                <a:lnTo>
                  <a:pt x="0" y="3466"/>
                </a:lnTo>
                <a:moveTo>
                  <a:pt x="0" y="3202"/>
                </a:moveTo>
                <a:lnTo>
                  <a:pt x="0" y="3043"/>
                </a:lnTo>
                <a:lnTo>
                  <a:pt x="116" y="3043"/>
                </a:lnTo>
                <a:lnTo>
                  <a:pt x="116" y="3202"/>
                </a:lnTo>
                <a:lnTo>
                  <a:pt x="0" y="3202"/>
                </a:lnTo>
                <a:moveTo>
                  <a:pt x="0" y="2937"/>
                </a:moveTo>
                <a:lnTo>
                  <a:pt x="0" y="2779"/>
                </a:lnTo>
                <a:lnTo>
                  <a:pt x="116" y="2779"/>
                </a:lnTo>
                <a:lnTo>
                  <a:pt x="116" y="2937"/>
                </a:lnTo>
                <a:lnTo>
                  <a:pt x="0" y="2937"/>
                </a:lnTo>
                <a:moveTo>
                  <a:pt x="0" y="2673"/>
                </a:moveTo>
                <a:lnTo>
                  <a:pt x="0" y="2514"/>
                </a:lnTo>
                <a:lnTo>
                  <a:pt x="116" y="2514"/>
                </a:lnTo>
                <a:lnTo>
                  <a:pt x="116" y="2673"/>
                </a:lnTo>
                <a:lnTo>
                  <a:pt x="0" y="2673"/>
                </a:lnTo>
                <a:moveTo>
                  <a:pt x="0" y="2408"/>
                </a:moveTo>
                <a:lnTo>
                  <a:pt x="0" y="2249"/>
                </a:lnTo>
                <a:lnTo>
                  <a:pt x="116" y="2249"/>
                </a:lnTo>
                <a:lnTo>
                  <a:pt x="116" y="2408"/>
                </a:lnTo>
                <a:lnTo>
                  <a:pt x="0" y="2408"/>
                </a:lnTo>
                <a:moveTo>
                  <a:pt x="0" y="2144"/>
                </a:moveTo>
                <a:lnTo>
                  <a:pt x="0" y="1985"/>
                </a:lnTo>
                <a:lnTo>
                  <a:pt x="116" y="1985"/>
                </a:lnTo>
                <a:lnTo>
                  <a:pt x="116" y="2144"/>
                </a:lnTo>
                <a:lnTo>
                  <a:pt x="0" y="2144"/>
                </a:lnTo>
                <a:moveTo>
                  <a:pt x="0" y="1879"/>
                </a:moveTo>
                <a:lnTo>
                  <a:pt x="0" y="1720"/>
                </a:lnTo>
                <a:lnTo>
                  <a:pt x="116" y="1720"/>
                </a:lnTo>
                <a:lnTo>
                  <a:pt x="116" y="1879"/>
                </a:lnTo>
                <a:lnTo>
                  <a:pt x="0" y="1879"/>
                </a:lnTo>
                <a:moveTo>
                  <a:pt x="0" y="1614"/>
                </a:moveTo>
                <a:lnTo>
                  <a:pt x="0" y="1456"/>
                </a:lnTo>
                <a:lnTo>
                  <a:pt x="116" y="1456"/>
                </a:lnTo>
                <a:lnTo>
                  <a:pt x="116" y="1614"/>
                </a:lnTo>
                <a:lnTo>
                  <a:pt x="0" y="1614"/>
                </a:lnTo>
                <a:moveTo>
                  <a:pt x="0" y="1350"/>
                </a:moveTo>
                <a:lnTo>
                  <a:pt x="0" y="1190"/>
                </a:lnTo>
                <a:lnTo>
                  <a:pt x="116" y="1190"/>
                </a:lnTo>
                <a:lnTo>
                  <a:pt x="116" y="1350"/>
                </a:lnTo>
                <a:lnTo>
                  <a:pt x="0" y="1350"/>
                </a:lnTo>
                <a:moveTo>
                  <a:pt x="0" y="1084"/>
                </a:moveTo>
                <a:lnTo>
                  <a:pt x="0" y="925"/>
                </a:lnTo>
                <a:lnTo>
                  <a:pt x="116" y="925"/>
                </a:lnTo>
                <a:lnTo>
                  <a:pt x="116" y="1084"/>
                </a:lnTo>
                <a:lnTo>
                  <a:pt x="0" y="1084"/>
                </a:lnTo>
                <a:moveTo>
                  <a:pt x="0" y="820"/>
                </a:moveTo>
                <a:lnTo>
                  <a:pt x="0" y="661"/>
                </a:lnTo>
                <a:lnTo>
                  <a:pt x="116" y="661"/>
                </a:lnTo>
                <a:lnTo>
                  <a:pt x="116" y="820"/>
                </a:lnTo>
                <a:lnTo>
                  <a:pt x="0" y="820"/>
                </a:lnTo>
                <a:moveTo>
                  <a:pt x="0" y="555"/>
                </a:moveTo>
                <a:lnTo>
                  <a:pt x="0" y="396"/>
                </a:lnTo>
                <a:lnTo>
                  <a:pt x="116" y="396"/>
                </a:lnTo>
                <a:lnTo>
                  <a:pt x="116" y="555"/>
                </a:lnTo>
                <a:lnTo>
                  <a:pt x="0" y="555"/>
                </a:lnTo>
                <a:moveTo>
                  <a:pt x="0" y="290"/>
                </a:moveTo>
                <a:lnTo>
                  <a:pt x="0" y="138"/>
                </a:lnTo>
                <a:cubicBezTo>
                  <a:pt x="0" y="134"/>
                  <a:pt x="0" y="131"/>
                  <a:pt x="0" y="128"/>
                </a:cubicBezTo>
                <a:lnTo>
                  <a:pt x="116" y="136"/>
                </a:lnTo>
                <a:cubicBezTo>
                  <a:pt x="116" y="137"/>
                  <a:pt x="116" y="137"/>
                  <a:pt x="116" y="138"/>
                </a:cubicBezTo>
                <a:lnTo>
                  <a:pt x="116" y="290"/>
                </a:lnTo>
                <a:lnTo>
                  <a:pt x="0" y="290"/>
                </a:lnTo>
                <a:moveTo>
                  <a:pt x="121" y="1"/>
                </a:moveTo>
                <a:cubicBezTo>
                  <a:pt x="127" y="0"/>
                  <a:pt x="132" y="0"/>
                  <a:pt x="137" y="0"/>
                </a:cubicBezTo>
                <a:lnTo>
                  <a:pt x="296" y="0"/>
                </a:lnTo>
                <a:lnTo>
                  <a:pt x="296" y="116"/>
                </a:lnTo>
                <a:lnTo>
                  <a:pt x="137" y="116"/>
                </a:lnTo>
                <a:cubicBezTo>
                  <a:pt x="136" y="116"/>
                  <a:pt x="135" y="117"/>
                  <a:pt x="135" y="117"/>
                </a:cubicBezTo>
                <a:lnTo>
                  <a:pt x="121" y="1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8942040" y="950400"/>
            <a:ext cx="2842560" cy="2842560"/>
          </a:xfrm>
          <a:custGeom>
            <a:avLst/>
            <a:gdLst/>
            <a:ahLst/>
            <a:rect l="0" t="0" r="r" b="b"/>
            <a:pathLst>
              <a:path w="7896" h="7896">
                <a:moveTo>
                  <a:pt x="402" y="0"/>
                </a:moveTo>
                <a:lnTo>
                  <a:pt x="560" y="0"/>
                </a:lnTo>
                <a:lnTo>
                  <a:pt x="560" y="116"/>
                </a:lnTo>
                <a:lnTo>
                  <a:pt x="402" y="116"/>
                </a:lnTo>
                <a:lnTo>
                  <a:pt x="402" y="0"/>
                </a:lnTo>
                <a:moveTo>
                  <a:pt x="666" y="0"/>
                </a:moveTo>
                <a:lnTo>
                  <a:pt x="825" y="0"/>
                </a:lnTo>
                <a:lnTo>
                  <a:pt x="825" y="116"/>
                </a:lnTo>
                <a:lnTo>
                  <a:pt x="666" y="116"/>
                </a:lnTo>
                <a:lnTo>
                  <a:pt x="666" y="0"/>
                </a:lnTo>
                <a:moveTo>
                  <a:pt x="931" y="0"/>
                </a:moveTo>
                <a:lnTo>
                  <a:pt x="1090" y="0"/>
                </a:lnTo>
                <a:lnTo>
                  <a:pt x="1090" y="116"/>
                </a:lnTo>
                <a:lnTo>
                  <a:pt x="931" y="116"/>
                </a:lnTo>
                <a:lnTo>
                  <a:pt x="931" y="0"/>
                </a:lnTo>
                <a:moveTo>
                  <a:pt x="1195" y="0"/>
                </a:moveTo>
                <a:lnTo>
                  <a:pt x="1354" y="0"/>
                </a:lnTo>
                <a:lnTo>
                  <a:pt x="1354" y="116"/>
                </a:lnTo>
                <a:lnTo>
                  <a:pt x="1195" y="116"/>
                </a:lnTo>
                <a:lnTo>
                  <a:pt x="1195" y="0"/>
                </a:lnTo>
                <a:moveTo>
                  <a:pt x="1460" y="0"/>
                </a:moveTo>
                <a:lnTo>
                  <a:pt x="1619" y="0"/>
                </a:lnTo>
                <a:lnTo>
                  <a:pt x="1619" y="116"/>
                </a:lnTo>
                <a:lnTo>
                  <a:pt x="1460" y="116"/>
                </a:lnTo>
                <a:lnTo>
                  <a:pt x="1460" y="0"/>
                </a:lnTo>
                <a:moveTo>
                  <a:pt x="1725" y="0"/>
                </a:moveTo>
                <a:lnTo>
                  <a:pt x="1883" y="0"/>
                </a:lnTo>
                <a:lnTo>
                  <a:pt x="1883" y="116"/>
                </a:lnTo>
                <a:lnTo>
                  <a:pt x="1725" y="116"/>
                </a:lnTo>
                <a:lnTo>
                  <a:pt x="1725" y="0"/>
                </a:lnTo>
                <a:moveTo>
                  <a:pt x="1989" y="0"/>
                </a:moveTo>
                <a:lnTo>
                  <a:pt x="2148" y="0"/>
                </a:lnTo>
                <a:lnTo>
                  <a:pt x="2148" y="116"/>
                </a:lnTo>
                <a:lnTo>
                  <a:pt x="1989" y="116"/>
                </a:lnTo>
                <a:lnTo>
                  <a:pt x="1989" y="0"/>
                </a:lnTo>
                <a:moveTo>
                  <a:pt x="2254" y="0"/>
                </a:moveTo>
                <a:lnTo>
                  <a:pt x="2413" y="0"/>
                </a:lnTo>
                <a:lnTo>
                  <a:pt x="2413" y="116"/>
                </a:lnTo>
                <a:lnTo>
                  <a:pt x="2254" y="116"/>
                </a:lnTo>
                <a:lnTo>
                  <a:pt x="2254" y="0"/>
                </a:lnTo>
                <a:moveTo>
                  <a:pt x="2518" y="0"/>
                </a:moveTo>
                <a:lnTo>
                  <a:pt x="2677" y="0"/>
                </a:lnTo>
                <a:lnTo>
                  <a:pt x="2677" y="116"/>
                </a:lnTo>
                <a:lnTo>
                  <a:pt x="2518" y="116"/>
                </a:lnTo>
                <a:lnTo>
                  <a:pt x="2518" y="0"/>
                </a:lnTo>
                <a:moveTo>
                  <a:pt x="2783" y="0"/>
                </a:moveTo>
                <a:lnTo>
                  <a:pt x="2943" y="0"/>
                </a:lnTo>
                <a:lnTo>
                  <a:pt x="2943" y="116"/>
                </a:lnTo>
                <a:lnTo>
                  <a:pt x="2783" y="116"/>
                </a:lnTo>
                <a:lnTo>
                  <a:pt x="2783" y="0"/>
                </a:lnTo>
                <a:moveTo>
                  <a:pt x="3049" y="0"/>
                </a:moveTo>
                <a:lnTo>
                  <a:pt x="3207" y="0"/>
                </a:lnTo>
                <a:lnTo>
                  <a:pt x="3207" y="116"/>
                </a:lnTo>
                <a:lnTo>
                  <a:pt x="3049" y="116"/>
                </a:lnTo>
                <a:lnTo>
                  <a:pt x="3049" y="0"/>
                </a:lnTo>
                <a:moveTo>
                  <a:pt x="3313" y="0"/>
                </a:moveTo>
                <a:lnTo>
                  <a:pt x="3472" y="0"/>
                </a:lnTo>
                <a:lnTo>
                  <a:pt x="3472" y="116"/>
                </a:lnTo>
                <a:lnTo>
                  <a:pt x="3313" y="116"/>
                </a:lnTo>
                <a:lnTo>
                  <a:pt x="3313" y="0"/>
                </a:lnTo>
                <a:moveTo>
                  <a:pt x="3578" y="0"/>
                </a:moveTo>
                <a:lnTo>
                  <a:pt x="3736" y="0"/>
                </a:lnTo>
                <a:lnTo>
                  <a:pt x="3736" y="116"/>
                </a:lnTo>
                <a:lnTo>
                  <a:pt x="3578" y="116"/>
                </a:lnTo>
                <a:lnTo>
                  <a:pt x="3578" y="0"/>
                </a:lnTo>
                <a:moveTo>
                  <a:pt x="3842" y="0"/>
                </a:moveTo>
                <a:lnTo>
                  <a:pt x="4001" y="0"/>
                </a:lnTo>
                <a:lnTo>
                  <a:pt x="4001" y="116"/>
                </a:lnTo>
                <a:lnTo>
                  <a:pt x="3842" y="116"/>
                </a:lnTo>
                <a:lnTo>
                  <a:pt x="3842" y="0"/>
                </a:lnTo>
                <a:moveTo>
                  <a:pt x="4107" y="0"/>
                </a:moveTo>
                <a:lnTo>
                  <a:pt x="4266" y="0"/>
                </a:lnTo>
                <a:lnTo>
                  <a:pt x="4266" y="116"/>
                </a:lnTo>
                <a:lnTo>
                  <a:pt x="4107" y="116"/>
                </a:lnTo>
                <a:lnTo>
                  <a:pt x="4107" y="0"/>
                </a:lnTo>
                <a:moveTo>
                  <a:pt x="4371" y="0"/>
                </a:moveTo>
                <a:lnTo>
                  <a:pt x="4530" y="0"/>
                </a:lnTo>
                <a:lnTo>
                  <a:pt x="4530" y="116"/>
                </a:lnTo>
                <a:lnTo>
                  <a:pt x="4371" y="116"/>
                </a:lnTo>
                <a:lnTo>
                  <a:pt x="4371" y="0"/>
                </a:lnTo>
                <a:moveTo>
                  <a:pt x="4636" y="0"/>
                </a:moveTo>
                <a:lnTo>
                  <a:pt x="4795" y="0"/>
                </a:lnTo>
                <a:lnTo>
                  <a:pt x="4795" y="116"/>
                </a:lnTo>
                <a:lnTo>
                  <a:pt x="4636" y="116"/>
                </a:lnTo>
                <a:lnTo>
                  <a:pt x="4636" y="0"/>
                </a:lnTo>
                <a:moveTo>
                  <a:pt x="4901" y="0"/>
                </a:moveTo>
                <a:lnTo>
                  <a:pt x="5059" y="0"/>
                </a:lnTo>
                <a:lnTo>
                  <a:pt x="5059" y="116"/>
                </a:lnTo>
                <a:lnTo>
                  <a:pt x="4901" y="116"/>
                </a:lnTo>
                <a:lnTo>
                  <a:pt x="4901" y="0"/>
                </a:lnTo>
                <a:moveTo>
                  <a:pt x="5165" y="0"/>
                </a:moveTo>
                <a:lnTo>
                  <a:pt x="5324" y="0"/>
                </a:lnTo>
                <a:lnTo>
                  <a:pt x="5324" y="116"/>
                </a:lnTo>
                <a:lnTo>
                  <a:pt x="5165" y="116"/>
                </a:lnTo>
                <a:lnTo>
                  <a:pt x="5165" y="0"/>
                </a:lnTo>
                <a:moveTo>
                  <a:pt x="5430" y="0"/>
                </a:moveTo>
                <a:lnTo>
                  <a:pt x="5589" y="0"/>
                </a:lnTo>
                <a:lnTo>
                  <a:pt x="5589" y="116"/>
                </a:lnTo>
                <a:lnTo>
                  <a:pt x="5430" y="116"/>
                </a:lnTo>
                <a:lnTo>
                  <a:pt x="5430" y="0"/>
                </a:lnTo>
                <a:moveTo>
                  <a:pt x="5694" y="0"/>
                </a:moveTo>
                <a:lnTo>
                  <a:pt x="5853" y="0"/>
                </a:lnTo>
                <a:lnTo>
                  <a:pt x="5853" y="116"/>
                </a:lnTo>
                <a:lnTo>
                  <a:pt x="5694" y="116"/>
                </a:lnTo>
                <a:lnTo>
                  <a:pt x="5694" y="0"/>
                </a:lnTo>
                <a:moveTo>
                  <a:pt x="5959" y="0"/>
                </a:moveTo>
                <a:lnTo>
                  <a:pt x="6118" y="0"/>
                </a:lnTo>
                <a:lnTo>
                  <a:pt x="6118" y="116"/>
                </a:lnTo>
                <a:lnTo>
                  <a:pt x="5959" y="116"/>
                </a:lnTo>
                <a:lnTo>
                  <a:pt x="5959" y="0"/>
                </a:lnTo>
                <a:moveTo>
                  <a:pt x="6224" y="0"/>
                </a:moveTo>
                <a:lnTo>
                  <a:pt x="6382" y="0"/>
                </a:lnTo>
                <a:lnTo>
                  <a:pt x="6382" y="116"/>
                </a:lnTo>
                <a:lnTo>
                  <a:pt x="6224" y="116"/>
                </a:lnTo>
                <a:lnTo>
                  <a:pt x="6224" y="0"/>
                </a:lnTo>
                <a:moveTo>
                  <a:pt x="6488" y="0"/>
                </a:moveTo>
                <a:lnTo>
                  <a:pt x="6647" y="0"/>
                </a:lnTo>
                <a:lnTo>
                  <a:pt x="6647" y="116"/>
                </a:lnTo>
                <a:lnTo>
                  <a:pt x="6488" y="116"/>
                </a:lnTo>
                <a:lnTo>
                  <a:pt x="6488" y="0"/>
                </a:lnTo>
                <a:moveTo>
                  <a:pt x="6753" y="0"/>
                </a:moveTo>
                <a:lnTo>
                  <a:pt x="6911" y="0"/>
                </a:lnTo>
                <a:lnTo>
                  <a:pt x="6911" y="116"/>
                </a:lnTo>
                <a:lnTo>
                  <a:pt x="6753" y="116"/>
                </a:lnTo>
                <a:lnTo>
                  <a:pt x="6753" y="0"/>
                </a:lnTo>
                <a:moveTo>
                  <a:pt x="7017" y="0"/>
                </a:moveTo>
                <a:lnTo>
                  <a:pt x="7176" y="0"/>
                </a:lnTo>
                <a:lnTo>
                  <a:pt x="7176" y="116"/>
                </a:lnTo>
                <a:lnTo>
                  <a:pt x="7017" y="116"/>
                </a:lnTo>
                <a:lnTo>
                  <a:pt x="7017" y="0"/>
                </a:lnTo>
                <a:moveTo>
                  <a:pt x="7282" y="0"/>
                </a:moveTo>
                <a:lnTo>
                  <a:pt x="7441" y="0"/>
                </a:lnTo>
                <a:lnTo>
                  <a:pt x="7441" y="116"/>
                </a:lnTo>
                <a:lnTo>
                  <a:pt x="7282" y="116"/>
                </a:lnTo>
                <a:lnTo>
                  <a:pt x="7282" y="0"/>
                </a:lnTo>
                <a:moveTo>
                  <a:pt x="7546" y="0"/>
                </a:moveTo>
                <a:lnTo>
                  <a:pt x="7705" y="0"/>
                </a:lnTo>
                <a:lnTo>
                  <a:pt x="7705" y="116"/>
                </a:lnTo>
                <a:lnTo>
                  <a:pt x="7546" y="116"/>
                </a:lnTo>
                <a:lnTo>
                  <a:pt x="7546" y="0"/>
                </a:lnTo>
                <a:moveTo>
                  <a:pt x="7845" y="31"/>
                </a:moveTo>
                <a:cubicBezTo>
                  <a:pt x="7879" y="58"/>
                  <a:pt x="7896" y="94"/>
                  <a:pt x="7896" y="138"/>
                </a:cubicBezTo>
                <a:lnTo>
                  <a:pt x="7896" y="228"/>
                </a:lnTo>
                <a:lnTo>
                  <a:pt x="7779" y="228"/>
                </a:lnTo>
                <a:lnTo>
                  <a:pt x="7779" y="138"/>
                </a:lnTo>
                <a:cubicBezTo>
                  <a:pt x="7779" y="131"/>
                  <a:pt x="7777" y="125"/>
                  <a:pt x="7771" y="121"/>
                </a:cubicBezTo>
                <a:lnTo>
                  <a:pt x="7845" y="31"/>
                </a:lnTo>
                <a:moveTo>
                  <a:pt x="7896" y="334"/>
                </a:moveTo>
                <a:lnTo>
                  <a:pt x="7896" y="492"/>
                </a:lnTo>
                <a:lnTo>
                  <a:pt x="7779" y="492"/>
                </a:lnTo>
                <a:lnTo>
                  <a:pt x="7779" y="334"/>
                </a:lnTo>
                <a:lnTo>
                  <a:pt x="7896" y="334"/>
                </a:lnTo>
                <a:moveTo>
                  <a:pt x="7896" y="598"/>
                </a:moveTo>
                <a:lnTo>
                  <a:pt x="7896" y="757"/>
                </a:lnTo>
                <a:lnTo>
                  <a:pt x="7779" y="757"/>
                </a:lnTo>
                <a:lnTo>
                  <a:pt x="7779" y="598"/>
                </a:lnTo>
                <a:lnTo>
                  <a:pt x="7896" y="598"/>
                </a:lnTo>
                <a:moveTo>
                  <a:pt x="7896" y="863"/>
                </a:moveTo>
                <a:lnTo>
                  <a:pt x="7896" y="1022"/>
                </a:lnTo>
                <a:lnTo>
                  <a:pt x="7779" y="1022"/>
                </a:lnTo>
                <a:lnTo>
                  <a:pt x="7779" y="863"/>
                </a:lnTo>
                <a:lnTo>
                  <a:pt x="7896" y="863"/>
                </a:lnTo>
                <a:moveTo>
                  <a:pt x="7896" y="1127"/>
                </a:moveTo>
                <a:lnTo>
                  <a:pt x="7896" y="1286"/>
                </a:lnTo>
                <a:lnTo>
                  <a:pt x="7779" y="1286"/>
                </a:lnTo>
                <a:lnTo>
                  <a:pt x="7779" y="1127"/>
                </a:lnTo>
                <a:lnTo>
                  <a:pt x="7896" y="1127"/>
                </a:lnTo>
                <a:moveTo>
                  <a:pt x="7896" y="1393"/>
                </a:moveTo>
                <a:lnTo>
                  <a:pt x="7896" y="1552"/>
                </a:lnTo>
                <a:lnTo>
                  <a:pt x="7779" y="1552"/>
                </a:lnTo>
                <a:lnTo>
                  <a:pt x="7779" y="1393"/>
                </a:lnTo>
                <a:lnTo>
                  <a:pt x="7896" y="1393"/>
                </a:lnTo>
                <a:moveTo>
                  <a:pt x="7896" y="1658"/>
                </a:moveTo>
                <a:lnTo>
                  <a:pt x="7896" y="1816"/>
                </a:lnTo>
                <a:lnTo>
                  <a:pt x="7779" y="1816"/>
                </a:lnTo>
                <a:lnTo>
                  <a:pt x="7779" y="1658"/>
                </a:lnTo>
                <a:lnTo>
                  <a:pt x="7896" y="1658"/>
                </a:lnTo>
                <a:moveTo>
                  <a:pt x="7896" y="1922"/>
                </a:moveTo>
                <a:lnTo>
                  <a:pt x="7896" y="2081"/>
                </a:lnTo>
                <a:lnTo>
                  <a:pt x="7779" y="2081"/>
                </a:lnTo>
                <a:lnTo>
                  <a:pt x="7779" y="1922"/>
                </a:lnTo>
                <a:lnTo>
                  <a:pt x="7896" y="1922"/>
                </a:lnTo>
                <a:moveTo>
                  <a:pt x="7896" y="2187"/>
                </a:moveTo>
                <a:lnTo>
                  <a:pt x="7896" y="2345"/>
                </a:lnTo>
                <a:lnTo>
                  <a:pt x="7779" y="2345"/>
                </a:lnTo>
                <a:lnTo>
                  <a:pt x="7779" y="2187"/>
                </a:lnTo>
                <a:lnTo>
                  <a:pt x="7896" y="2187"/>
                </a:lnTo>
                <a:moveTo>
                  <a:pt x="7896" y="2451"/>
                </a:moveTo>
                <a:lnTo>
                  <a:pt x="7896" y="2610"/>
                </a:lnTo>
                <a:lnTo>
                  <a:pt x="7779" y="2610"/>
                </a:lnTo>
                <a:lnTo>
                  <a:pt x="7779" y="2451"/>
                </a:lnTo>
                <a:lnTo>
                  <a:pt x="7896" y="2451"/>
                </a:lnTo>
                <a:moveTo>
                  <a:pt x="7896" y="2716"/>
                </a:moveTo>
                <a:lnTo>
                  <a:pt x="7896" y="2875"/>
                </a:lnTo>
                <a:lnTo>
                  <a:pt x="7779" y="2875"/>
                </a:lnTo>
                <a:lnTo>
                  <a:pt x="7779" y="2716"/>
                </a:lnTo>
                <a:lnTo>
                  <a:pt x="7896" y="2716"/>
                </a:lnTo>
                <a:moveTo>
                  <a:pt x="7896" y="2980"/>
                </a:moveTo>
                <a:lnTo>
                  <a:pt x="7896" y="3139"/>
                </a:lnTo>
                <a:lnTo>
                  <a:pt x="7779" y="3139"/>
                </a:lnTo>
                <a:lnTo>
                  <a:pt x="7779" y="2980"/>
                </a:lnTo>
                <a:lnTo>
                  <a:pt x="7896" y="2980"/>
                </a:lnTo>
                <a:moveTo>
                  <a:pt x="7896" y="3245"/>
                </a:moveTo>
                <a:lnTo>
                  <a:pt x="7896" y="3404"/>
                </a:lnTo>
                <a:lnTo>
                  <a:pt x="7779" y="3404"/>
                </a:lnTo>
                <a:lnTo>
                  <a:pt x="7779" y="3245"/>
                </a:lnTo>
                <a:lnTo>
                  <a:pt x="7896" y="3245"/>
                </a:lnTo>
                <a:moveTo>
                  <a:pt x="7896" y="3510"/>
                </a:moveTo>
                <a:lnTo>
                  <a:pt x="7896" y="3668"/>
                </a:lnTo>
                <a:lnTo>
                  <a:pt x="7779" y="3668"/>
                </a:lnTo>
                <a:lnTo>
                  <a:pt x="7779" y="3510"/>
                </a:lnTo>
                <a:lnTo>
                  <a:pt x="7896" y="3510"/>
                </a:lnTo>
                <a:moveTo>
                  <a:pt x="7896" y="3774"/>
                </a:moveTo>
                <a:lnTo>
                  <a:pt x="7896" y="3933"/>
                </a:lnTo>
                <a:lnTo>
                  <a:pt x="7779" y="3933"/>
                </a:lnTo>
                <a:lnTo>
                  <a:pt x="7779" y="3774"/>
                </a:lnTo>
                <a:lnTo>
                  <a:pt x="7896" y="3774"/>
                </a:lnTo>
                <a:moveTo>
                  <a:pt x="7896" y="4039"/>
                </a:moveTo>
                <a:lnTo>
                  <a:pt x="7896" y="4198"/>
                </a:lnTo>
                <a:lnTo>
                  <a:pt x="7779" y="4198"/>
                </a:lnTo>
                <a:lnTo>
                  <a:pt x="7779" y="4039"/>
                </a:lnTo>
                <a:lnTo>
                  <a:pt x="7896" y="4039"/>
                </a:lnTo>
                <a:moveTo>
                  <a:pt x="7896" y="4303"/>
                </a:moveTo>
                <a:lnTo>
                  <a:pt x="7896" y="4462"/>
                </a:lnTo>
                <a:lnTo>
                  <a:pt x="7779" y="4462"/>
                </a:lnTo>
                <a:lnTo>
                  <a:pt x="7779" y="4303"/>
                </a:lnTo>
                <a:lnTo>
                  <a:pt x="7896" y="4303"/>
                </a:lnTo>
                <a:moveTo>
                  <a:pt x="7896" y="4568"/>
                </a:moveTo>
                <a:lnTo>
                  <a:pt x="7896" y="4727"/>
                </a:lnTo>
                <a:lnTo>
                  <a:pt x="7779" y="4727"/>
                </a:lnTo>
                <a:lnTo>
                  <a:pt x="7779" y="4568"/>
                </a:lnTo>
                <a:lnTo>
                  <a:pt x="7896" y="4568"/>
                </a:lnTo>
                <a:moveTo>
                  <a:pt x="7896" y="4833"/>
                </a:moveTo>
                <a:lnTo>
                  <a:pt x="7896" y="4991"/>
                </a:lnTo>
                <a:lnTo>
                  <a:pt x="7779" y="4991"/>
                </a:lnTo>
                <a:lnTo>
                  <a:pt x="7779" y="4833"/>
                </a:lnTo>
                <a:lnTo>
                  <a:pt x="7896" y="4833"/>
                </a:lnTo>
                <a:moveTo>
                  <a:pt x="7896" y="5097"/>
                </a:moveTo>
                <a:lnTo>
                  <a:pt x="7896" y="5256"/>
                </a:lnTo>
                <a:lnTo>
                  <a:pt x="7779" y="5256"/>
                </a:lnTo>
                <a:lnTo>
                  <a:pt x="7779" y="5097"/>
                </a:lnTo>
                <a:lnTo>
                  <a:pt x="7896" y="5097"/>
                </a:lnTo>
                <a:moveTo>
                  <a:pt x="7896" y="5362"/>
                </a:moveTo>
                <a:lnTo>
                  <a:pt x="7896" y="5520"/>
                </a:lnTo>
                <a:lnTo>
                  <a:pt x="7779" y="5520"/>
                </a:lnTo>
                <a:lnTo>
                  <a:pt x="7779" y="5362"/>
                </a:lnTo>
                <a:lnTo>
                  <a:pt x="7896" y="5362"/>
                </a:lnTo>
                <a:moveTo>
                  <a:pt x="7896" y="5626"/>
                </a:moveTo>
                <a:lnTo>
                  <a:pt x="7896" y="5785"/>
                </a:lnTo>
                <a:lnTo>
                  <a:pt x="7779" y="5785"/>
                </a:lnTo>
                <a:lnTo>
                  <a:pt x="7779" y="5626"/>
                </a:lnTo>
                <a:lnTo>
                  <a:pt x="7896" y="5626"/>
                </a:lnTo>
                <a:moveTo>
                  <a:pt x="7896" y="5891"/>
                </a:moveTo>
                <a:lnTo>
                  <a:pt x="7896" y="6050"/>
                </a:lnTo>
                <a:lnTo>
                  <a:pt x="7779" y="6050"/>
                </a:lnTo>
                <a:lnTo>
                  <a:pt x="7779" y="5891"/>
                </a:lnTo>
                <a:lnTo>
                  <a:pt x="7896" y="5891"/>
                </a:lnTo>
                <a:moveTo>
                  <a:pt x="7896" y="6155"/>
                </a:moveTo>
                <a:lnTo>
                  <a:pt x="7896" y="6314"/>
                </a:lnTo>
                <a:lnTo>
                  <a:pt x="7779" y="6314"/>
                </a:lnTo>
                <a:lnTo>
                  <a:pt x="7779" y="6155"/>
                </a:lnTo>
                <a:lnTo>
                  <a:pt x="7896" y="6155"/>
                </a:lnTo>
                <a:moveTo>
                  <a:pt x="7896" y="6420"/>
                </a:moveTo>
                <a:lnTo>
                  <a:pt x="7896" y="6579"/>
                </a:lnTo>
                <a:lnTo>
                  <a:pt x="7779" y="6579"/>
                </a:lnTo>
                <a:lnTo>
                  <a:pt x="7779" y="6420"/>
                </a:lnTo>
                <a:lnTo>
                  <a:pt x="7896" y="6420"/>
                </a:lnTo>
                <a:moveTo>
                  <a:pt x="7896" y="6685"/>
                </a:moveTo>
                <a:lnTo>
                  <a:pt x="7896" y="6843"/>
                </a:lnTo>
                <a:lnTo>
                  <a:pt x="7779" y="6843"/>
                </a:lnTo>
                <a:lnTo>
                  <a:pt x="7779" y="6685"/>
                </a:lnTo>
                <a:lnTo>
                  <a:pt x="7896" y="6685"/>
                </a:lnTo>
                <a:moveTo>
                  <a:pt x="7896" y="6949"/>
                </a:moveTo>
                <a:lnTo>
                  <a:pt x="7896" y="7108"/>
                </a:lnTo>
                <a:lnTo>
                  <a:pt x="7779" y="7108"/>
                </a:lnTo>
                <a:lnTo>
                  <a:pt x="7779" y="6949"/>
                </a:lnTo>
                <a:lnTo>
                  <a:pt x="7896" y="6949"/>
                </a:lnTo>
                <a:moveTo>
                  <a:pt x="7896" y="7214"/>
                </a:moveTo>
                <a:lnTo>
                  <a:pt x="7896" y="7373"/>
                </a:lnTo>
                <a:lnTo>
                  <a:pt x="7779" y="7373"/>
                </a:lnTo>
                <a:lnTo>
                  <a:pt x="7779" y="7214"/>
                </a:lnTo>
                <a:lnTo>
                  <a:pt x="7896" y="7214"/>
                </a:lnTo>
                <a:moveTo>
                  <a:pt x="7896" y="7478"/>
                </a:moveTo>
                <a:lnTo>
                  <a:pt x="7896" y="7637"/>
                </a:lnTo>
                <a:lnTo>
                  <a:pt x="7779" y="7637"/>
                </a:lnTo>
                <a:lnTo>
                  <a:pt x="7779" y="7478"/>
                </a:lnTo>
                <a:lnTo>
                  <a:pt x="7896" y="7478"/>
                </a:lnTo>
                <a:moveTo>
                  <a:pt x="7896" y="7743"/>
                </a:moveTo>
                <a:lnTo>
                  <a:pt x="7896" y="7759"/>
                </a:lnTo>
                <a:cubicBezTo>
                  <a:pt x="7896" y="7797"/>
                  <a:pt x="7882" y="7829"/>
                  <a:pt x="7855" y="7856"/>
                </a:cubicBezTo>
                <a:cubicBezTo>
                  <a:pt x="7829" y="7883"/>
                  <a:pt x="7796" y="7896"/>
                  <a:pt x="7758" y="7896"/>
                </a:cubicBezTo>
                <a:lnTo>
                  <a:pt x="7737" y="7896"/>
                </a:lnTo>
                <a:lnTo>
                  <a:pt x="7737" y="7780"/>
                </a:lnTo>
                <a:lnTo>
                  <a:pt x="7758" y="7780"/>
                </a:lnTo>
                <a:cubicBezTo>
                  <a:pt x="7772" y="7780"/>
                  <a:pt x="7779" y="7773"/>
                  <a:pt x="7779" y="7759"/>
                </a:cubicBezTo>
                <a:lnTo>
                  <a:pt x="7779" y="7743"/>
                </a:lnTo>
                <a:lnTo>
                  <a:pt x="7896" y="7743"/>
                </a:lnTo>
                <a:moveTo>
                  <a:pt x="7631" y="7896"/>
                </a:moveTo>
                <a:lnTo>
                  <a:pt x="7472" y="7896"/>
                </a:lnTo>
                <a:lnTo>
                  <a:pt x="7472" y="7780"/>
                </a:lnTo>
                <a:lnTo>
                  <a:pt x="7631" y="7780"/>
                </a:lnTo>
                <a:lnTo>
                  <a:pt x="7631" y="7896"/>
                </a:lnTo>
                <a:moveTo>
                  <a:pt x="7366" y="7896"/>
                </a:moveTo>
                <a:lnTo>
                  <a:pt x="7207" y="7896"/>
                </a:lnTo>
                <a:lnTo>
                  <a:pt x="7207" y="7780"/>
                </a:lnTo>
                <a:lnTo>
                  <a:pt x="7366" y="7780"/>
                </a:lnTo>
                <a:lnTo>
                  <a:pt x="7366" y="7896"/>
                </a:lnTo>
                <a:moveTo>
                  <a:pt x="7102" y="7896"/>
                </a:moveTo>
                <a:lnTo>
                  <a:pt x="6943" y="7896"/>
                </a:lnTo>
                <a:lnTo>
                  <a:pt x="6943" y="7780"/>
                </a:lnTo>
                <a:lnTo>
                  <a:pt x="7102" y="7780"/>
                </a:lnTo>
                <a:lnTo>
                  <a:pt x="7102" y="7896"/>
                </a:lnTo>
                <a:moveTo>
                  <a:pt x="6837" y="7896"/>
                </a:moveTo>
                <a:lnTo>
                  <a:pt x="6678" y="7896"/>
                </a:lnTo>
                <a:lnTo>
                  <a:pt x="6678" y="7780"/>
                </a:lnTo>
                <a:lnTo>
                  <a:pt x="6837" y="7780"/>
                </a:lnTo>
                <a:lnTo>
                  <a:pt x="6837" y="7896"/>
                </a:lnTo>
                <a:moveTo>
                  <a:pt x="6572" y="7896"/>
                </a:moveTo>
                <a:lnTo>
                  <a:pt x="6414" y="7896"/>
                </a:lnTo>
                <a:lnTo>
                  <a:pt x="6414" y="7780"/>
                </a:lnTo>
                <a:lnTo>
                  <a:pt x="6572" y="7780"/>
                </a:lnTo>
                <a:lnTo>
                  <a:pt x="6572" y="7896"/>
                </a:lnTo>
                <a:moveTo>
                  <a:pt x="6308" y="7896"/>
                </a:moveTo>
                <a:lnTo>
                  <a:pt x="6149" y="7896"/>
                </a:lnTo>
                <a:lnTo>
                  <a:pt x="6149" y="7780"/>
                </a:lnTo>
                <a:lnTo>
                  <a:pt x="6308" y="7780"/>
                </a:lnTo>
                <a:lnTo>
                  <a:pt x="6308" y="7896"/>
                </a:lnTo>
                <a:moveTo>
                  <a:pt x="6043" y="7896"/>
                </a:moveTo>
                <a:lnTo>
                  <a:pt x="5885" y="7896"/>
                </a:lnTo>
                <a:lnTo>
                  <a:pt x="5885" y="7780"/>
                </a:lnTo>
                <a:lnTo>
                  <a:pt x="6043" y="7780"/>
                </a:lnTo>
                <a:lnTo>
                  <a:pt x="6043" y="7896"/>
                </a:lnTo>
                <a:moveTo>
                  <a:pt x="5779" y="7896"/>
                </a:moveTo>
                <a:lnTo>
                  <a:pt x="5620" y="7896"/>
                </a:lnTo>
                <a:lnTo>
                  <a:pt x="5620" y="7780"/>
                </a:lnTo>
                <a:lnTo>
                  <a:pt x="5779" y="7780"/>
                </a:lnTo>
                <a:lnTo>
                  <a:pt x="5779" y="7896"/>
                </a:lnTo>
                <a:moveTo>
                  <a:pt x="5514" y="7896"/>
                </a:moveTo>
                <a:lnTo>
                  <a:pt x="5355" y="7896"/>
                </a:lnTo>
                <a:lnTo>
                  <a:pt x="5355" y="7780"/>
                </a:lnTo>
                <a:lnTo>
                  <a:pt x="5514" y="7780"/>
                </a:lnTo>
                <a:lnTo>
                  <a:pt x="5514" y="7896"/>
                </a:lnTo>
                <a:moveTo>
                  <a:pt x="5250" y="7896"/>
                </a:moveTo>
                <a:lnTo>
                  <a:pt x="5091" y="7896"/>
                </a:lnTo>
                <a:lnTo>
                  <a:pt x="5091" y="7780"/>
                </a:lnTo>
                <a:lnTo>
                  <a:pt x="5250" y="7780"/>
                </a:lnTo>
                <a:lnTo>
                  <a:pt x="5250" y="7896"/>
                </a:lnTo>
                <a:moveTo>
                  <a:pt x="4985" y="7896"/>
                </a:moveTo>
                <a:lnTo>
                  <a:pt x="4826" y="7896"/>
                </a:lnTo>
                <a:lnTo>
                  <a:pt x="4826" y="7780"/>
                </a:lnTo>
                <a:lnTo>
                  <a:pt x="4985" y="7780"/>
                </a:lnTo>
                <a:lnTo>
                  <a:pt x="4985" y="7896"/>
                </a:lnTo>
                <a:moveTo>
                  <a:pt x="4720" y="7896"/>
                </a:moveTo>
                <a:lnTo>
                  <a:pt x="4562" y="7896"/>
                </a:lnTo>
                <a:lnTo>
                  <a:pt x="4562" y="7780"/>
                </a:lnTo>
                <a:lnTo>
                  <a:pt x="4720" y="7780"/>
                </a:lnTo>
                <a:lnTo>
                  <a:pt x="4720" y="7896"/>
                </a:lnTo>
                <a:moveTo>
                  <a:pt x="4456" y="7896"/>
                </a:moveTo>
                <a:lnTo>
                  <a:pt x="4297" y="7896"/>
                </a:lnTo>
                <a:lnTo>
                  <a:pt x="4297" y="7780"/>
                </a:lnTo>
                <a:lnTo>
                  <a:pt x="4456" y="7780"/>
                </a:lnTo>
                <a:lnTo>
                  <a:pt x="4456" y="7896"/>
                </a:lnTo>
                <a:moveTo>
                  <a:pt x="4191" y="7896"/>
                </a:moveTo>
                <a:lnTo>
                  <a:pt x="4032" y="7896"/>
                </a:lnTo>
                <a:lnTo>
                  <a:pt x="4032" y="7780"/>
                </a:lnTo>
                <a:lnTo>
                  <a:pt x="4191" y="7780"/>
                </a:lnTo>
                <a:lnTo>
                  <a:pt x="4191" y="7896"/>
                </a:lnTo>
                <a:moveTo>
                  <a:pt x="3927" y="7896"/>
                </a:moveTo>
                <a:lnTo>
                  <a:pt x="3768" y="7896"/>
                </a:lnTo>
                <a:lnTo>
                  <a:pt x="3768" y="7780"/>
                </a:lnTo>
                <a:lnTo>
                  <a:pt x="3927" y="7780"/>
                </a:lnTo>
                <a:lnTo>
                  <a:pt x="3927" y="7896"/>
                </a:lnTo>
                <a:moveTo>
                  <a:pt x="3662" y="7896"/>
                </a:moveTo>
                <a:lnTo>
                  <a:pt x="3503" y="7896"/>
                </a:lnTo>
                <a:lnTo>
                  <a:pt x="3503" y="7780"/>
                </a:lnTo>
                <a:lnTo>
                  <a:pt x="3662" y="7780"/>
                </a:lnTo>
                <a:lnTo>
                  <a:pt x="3662" y="7896"/>
                </a:lnTo>
                <a:moveTo>
                  <a:pt x="3397" y="7896"/>
                </a:moveTo>
                <a:lnTo>
                  <a:pt x="3239" y="7896"/>
                </a:lnTo>
                <a:lnTo>
                  <a:pt x="3239" y="7780"/>
                </a:lnTo>
                <a:lnTo>
                  <a:pt x="3397" y="7780"/>
                </a:lnTo>
                <a:lnTo>
                  <a:pt x="3397" y="7896"/>
                </a:lnTo>
                <a:moveTo>
                  <a:pt x="3133" y="7896"/>
                </a:moveTo>
                <a:lnTo>
                  <a:pt x="2974" y="7896"/>
                </a:lnTo>
                <a:lnTo>
                  <a:pt x="2974" y="7780"/>
                </a:lnTo>
                <a:lnTo>
                  <a:pt x="3133" y="7780"/>
                </a:lnTo>
                <a:lnTo>
                  <a:pt x="3133" y="7896"/>
                </a:lnTo>
                <a:moveTo>
                  <a:pt x="2868" y="7896"/>
                </a:moveTo>
                <a:lnTo>
                  <a:pt x="2709" y="7896"/>
                </a:lnTo>
                <a:lnTo>
                  <a:pt x="2709" y="7780"/>
                </a:lnTo>
                <a:lnTo>
                  <a:pt x="2868" y="7780"/>
                </a:lnTo>
                <a:lnTo>
                  <a:pt x="2868" y="7896"/>
                </a:lnTo>
                <a:moveTo>
                  <a:pt x="2603" y="7896"/>
                </a:moveTo>
                <a:lnTo>
                  <a:pt x="2444" y="7896"/>
                </a:lnTo>
                <a:lnTo>
                  <a:pt x="2444" y="7780"/>
                </a:lnTo>
                <a:lnTo>
                  <a:pt x="2603" y="7780"/>
                </a:lnTo>
                <a:lnTo>
                  <a:pt x="2603" y="7896"/>
                </a:lnTo>
                <a:moveTo>
                  <a:pt x="2338" y="7896"/>
                </a:moveTo>
                <a:lnTo>
                  <a:pt x="2179" y="7896"/>
                </a:lnTo>
                <a:lnTo>
                  <a:pt x="2179" y="7780"/>
                </a:lnTo>
                <a:lnTo>
                  <a:pt x="2338" y="7780"/>
                </a:lnTo>
                <a:lnTo>
                  <a:pt x="2338" y="7896"/>
                </a:lnTo>
                <a:moveTo>
                  <a:pt x="2074" y="7896"/>
                </a:moveTo>
                <a:lnTo>
                  <a:pt x="1915" y="7896"/>
                </a:lnTo>
                <a:lnTo>
                  <a:pt x="1915" y="7780"/>
                </a:lnTo>
                <a:lnTo>
                  <a:pt x="2074" y="7780"/>
                </a:lnTo>
                <a:lnTo>
                  <a:pt x="2074" y="7896"/>
                </a:lnTo>
                <a:moveTo>
                  <a:pt x="1809" y="7896"/>
                </a:moveTo>
                <a:lnTo>
                  <a:pt x="1650" y="7896"/>
                </a:lnTo>
                <a:lnTo>
                  <a:pt x="1650" y="7780"/>
                </a:lnTo>
                <a:lnTo>
                  <a:pt x="1809" y="7780"/>
                </a:lnTo>
                <a:lnTo>
                  <a:pt x="1809" y="7896"/>
                </a:lnTo>
                <a:moveTo>
                  <a:pt x="1544" y="7896"/>
                </a:moveTo>
                <a:lnTo>
                  <a:pt x="1386" y="7896"/>
                </a:lnTo>
                <a:lnTo>
                  <a:pt x="1386" y="7780"/>
                </a:lnTo>
                <a:lnTo>
                  <a:pt x="1544" y="7780"/>
                </a:lnTo>
                <a:lnTo>
                  <a:pt x="1544" y="7896"/>
                </a:lnTo>
                <a:moveTo>
                  <a:pt x="1280" y="7896"/>
                </a:moveTo>
                <a:lnTo>
                  <a:pt x="1121" y="7896"/>
                </a:lnTo>
                <a:lnTo>
                  <a:pt x="1121" y="7780"/>
                </a:lnTo>
                <a:lnTo>
                  <a:pt x="1280" y="7780"/>
                </a:lnTo>
                <a:lnTo>
                  <a:pt x="1280" y="7896"/>
                </a:lnTo>
                <a:moveTo>
                  <a:pt x="1015" y="7896"/>
                </a:moveTo>
                <a:lnTo>
                  <a:pt x="856" y="7896"/>
                </a:lnTo>
                <a:lnTo>
                  <a:pt x="856" y="7780"/>
                </a:lnTo>
                <a:lnTo>
                  <a:pt x="1015" y="7780"/>
                </a:lnTo>
                <a:lnTo>
                  <a:pt x="1015" y="7896"/>
                </a:lnTo>
                <a:moveTo>
                  <a:pt x="751" y="7896"/>
                </a:moveTo>
                <a:lnTo>
                  <a:pt x="592" y="7896"/>
                </a:lnTo>
                <a:lnTo>
                  <a:pt x="592" y="7780"/>
                </a:lnTo>
                <a:lnTo>
                  <a:pt x="751" y="7780"/>
                </a:lnTo>
                <a:lnTo>
                  <a:pt x="751" y="7896"/>
                </a:lnTo>
                <a:moveTo>
                  <a:pt x="486" y="7896"/>
                </a:moveTo>
                <a:lnTo>
                  <a:pt x="327" y="7896"/>
                </a:lnTo>
                <a:lnTo>
                  <a:pt x="327" y="7780"/>
                </a:lnTo>
                <a:lnTo>
                  <a:pt x="486" y="7780"/>
                </a:lnTo>
                <a:lnTo>
                  <a:pt x="486" y="7896"/>
                </a:lnTo>
                <a:moveTo>
                  <a:pt x="221" y="7896"/>
                </a:moveTo>
                <a:lnTo>
                  <a:pt x="137" y="7896"/>
                </a:lnTo>
                <a:cubicBezTo>
                  <a:pt x="89" y="7896"/>
                  <a:pt x="51" y="7876"/>
                  <a:pt x="24" y="7836"/>
                </a:cubicBezTo>
                <a:lnTo>
                  <a:pt x="120" y="7771"/>
                </a:lnTo>
                <a:cubicBezTo>
                  <a:pt x="124" y="7777"/>
                  <a:pt x="130" y="7780"/>
                  <a:pt x="137" y="7780"/>
                </a:cubicBezTo>
                <a:lnTo>
                  <a:pt x="221" y="7780"/>
                </a:lnTo>
                <a:lnTo>
                  <a:pt x="221" y="7896"/>
                </a:lnTo>
                <a:moveTo>
                  <a:pt x="0" y="7700"/>
                </a:moveTo>
                <a:lnTo>
                  <a:pt x="0" y="7541"/>
                </a:lnTo>
                <a:lnTo>
                  <a:pt x="116" y="7541"/>
                </a:lnTo>
                <a:lnTo>
                  <a:pt x="116" y="7700"/>
                </a:lnTo>
                <a:lnTo>
                  <a:pt x="0" y="7700"/>
                </a:lnTo>
                <a:moveTo>
                  <a:pt x="0" y="7435"/>
                </a:moveTo>
                <a:lnTo>
                  <a:pt x="0" y="7276"/>
                </a:lnTo>
                <a:lnTo>
                  <a:pt x="116" y="7276"/>
                </a:lnTo>
                <a:lnTo>
                  <a:pt x="116" y="7435"/>
                </a:lnTo>
                <a:lnTo>
                  <a:pt x="0" y="7435"/>
                </a:lnTo>
                <a:moveTo>
                  <a:pt x="0" y="7171"/>
                </a:moveTo>
                <a:lnTo>
                  <a:pt x="0" y="7012"/>
                </a:lnTo>
                <a:lnTo>
                  <a:pt x="116" y="7012"/>
                </a:lnTo>
                <a:lnTo>
                  <a:pt x="116" y="7171"/>
                </a:lnTo>
                <a:lnTo>
                  <a:pt x="0" y="7171"/>
                </a:lnTo>
                <a:moveTo>
                  <a:pt x="0" y="6906"/>
                </a:moveTo>
                <a:lnTo>
                  <a:pt x="0" y="6747"/>
                </a:lnTo>
                <a:lnTo>
                  <a:pt x="116" y="6747"/>
                </a:lnTo>
                <a:lnTo>
                  <a:pt x="116" y="6906"/>
                </a:lnTo>
                <a:lnTo>
                  <a:pt x="0" y="6906"/>
                </a:lnTo>
                <a:moveTo>
                  <a:pt x="0" y="6641"/>
                </a:moveTo>
                <a:lnTo>
                  <a:pt x="0" y="6483"/>
                </a:lnTo>
                <a:lnTo>
                  <a:pt x="116" y="6483"/>
                </a:lnTo>
                <a:lnTo>
                  <a:pt x="116" y="6641"/>
                </a:lnTo>
                <a:lnTo>
                  <a:pt x="0" y="6641"/>
                </a:lnTo>
                <a:moveTo>
                  <a:pt x="0" y="6377"/>
                </a:moveTo>
                <a:lnTo>
                  <a:pt x="0" y="6218"/>
                </a:lnTo>
                <a:lnTo>
                  <a:pt x="116" y="6218"/>
                </a:lnTo>
                <a:lnTo>
                  <a:pt x="116" y="6377"/>
                </a:lnTo>
                <a:lnTo>
                  <a:pt x="0" y="6377"/>
                </a:lnTo>
                <a:moveTo>
                  <a:pt x="0" y="6112"/>
                </a:moveTo>
                <a:lnTo>
                  <a:pt x="0" y="5954"/>
                </a:lnTo>
                <a:lnTo>
                  <a:pt x="116" y="5954"/>
                </a:lnTo>
                <a:lnTo>
                  <a:pt x="116" y="6112"/>
                </a:lnTo>
                <a:lnTo>
                  <a:pt x="0" y="6112"/>
                </a:lnTo>
                <a:moveTo>
                  <a:pt x="0" y="5848"/>
                </a:moveTo>
                <a:lnTo>
                  <a:pt x="0" y="5689"/>
                </a:lnTo>
                <a:lnTo>
                  <a:pt x="116" y="5689"/>
                </a:lnTo>
                <a:lnTo>
                  <a:pt x="116" y="5848"/>
                </a:lnTo>
                <a:lnTo>
                  <a:pt x="0" y="5848"/>
                </a:lnTo>
                <a:moveTo>
                  <a:pt x="0" y="5583"/>
                </a:moveTo>
                <a:lnTo>
                  <a:pt x="0" y="5424"/>
                </a:lnTo>
                <a:lnTo>
                  <a:pt x="116" y="5424"/>
                </a:lnTo>
                <a:lnTo>
                  <a:pt x="116" y="5583"/>
                </a:lnTo>
                <a:lnTo>
                  <a:pt x="0" y="5583"/>
                </a:lnTo>
                <a:moveTo>
                  <a:pt x="0" y="5319"/>
                </a:moveTo>
                <a:lnTo>
                  <a:pt x="0" y="5160"/>
                </a:lnTo>
                <a:lnTo>
                  <a:pt x="116" y="5160"/>
                </a:lnTo>
                <a:lnTo>
                  <a:pt x="116" y="5319"/>
                </a:lnTo>
                <a:lnTo>
                  <a:pt x="0" y="5319"/>
                </a:lnTo>
                <a:moveTo>
                  <a:pt x="0" y="5054"/>
                </a:moveTo>
                <a:lnTo>
                  <a:pt x="0" y="4895"/>
                </a:lnTo>
                <a:lnTo>
                  <a:pt x="116" y="4895"/>
                </a:lnTo>
                <a:lnTo>
                  <a:pt x="116" y="5054"/>
                </a:lnTo>
                <a:lnTo>
                  <a:pt x="0" y="5054"/>
                </a:lnTo>
                <a:moveTo>
                  <a:pt x="0" y="4789"/>
                </a:moveTo>
                <a:lnTo>
                  <a:pt x="0" y="4631"/>
                </a:lnTo>
                <a:lnTo>
                  <a:pt x="116" y="4631"/>
                </a:lnTo>
                <a:lnTo>
                  <a:pt x="116" y="4789"/>
                </a:lnTo>
                <a:lnTo>
                  <a:pt x="0" y="4789"/>
                </a:lnTo>
                <a:moveTo>
                  <a:pt x="0" y="4525"/>
                </a:moveTo>
                <a:lnTo>
                  <a:pt x="0" y="4366"/>
                </a:lnTo>
                <a:lnTo>
                  <a:pt x="116" y="4366"/>
                </a:lnTo>
                <a:lnTo>
                  <a:pt x="116" y="4525"/>
                </a:lnTo>
                <a:lnTo>
                  <a:pt x="0" y="4525"/>
                </a:lnTo>
                <a:moveTo>
                  <a:pt x="0" y="4260"/>
                </a:moveTo>
                <a:lnTo>
                  <a:pt x="0" y="4101"/>
                </a:lnTo>
                <a:lnTo>
                  <a:pt x="116" y="4101"/>
                </a:lnTo>
                <a:lnTo>
                  <a:pt x="116" y="4260"/>
                </a:lnTo>
                <a:lnTo>
                  <a:pt x="0" y="4260"/>
                </a:lnTo>
                <a:moveTo>
                  <a:pt x="0" y="3996"/>
                </a:moveTo>
                <a:lnTo>
                  <a:pt x="0" y="3837"/>
                </a:lnTo>
                <a:lnTo>
                  <a:pt x="116" y="3837"/>
                </a:lnTo>
                <a:lnTo>
                  <a:pt x="116" y="3996"/>
                </a:lnTo>
                <a:lnTo>
                  <a:pt x="0" y="3996"/>
                </a:lnTo>
                <a:moveTo>
                  <a:pt x="0" y="3731"/>
                </a:moveTo>
                <a:lnTo>
                  <a:pt x="0" y="3572"/>
                </a:lnTo>
                <a:lnTo>
                  <a:pt x="116" y="3572"/>
                </a:lnTo>
                <a:lnTo>
                  <a:pt x="116" y="3731"/>
                </a:lnTo>
                <a:lnTo>
                  <a:pt x="0" y="3731"/>
                </a:lnTo>
                <a:moveTo>
                  <a:pt x="0" y="3466"/>
                </a:moveTo>
                <a:lnTo>
                  <a:pt x="0" y="3308"/>
                </a:lnTo>
                <a:lnTo>
                  <a:pt x="116" y="3308"/>
                </a:lnTo>
                <a:lnTo>
                  <a:pt x="116" y="3466"/>
                </a:lnTo>
                <a:lnTo>
                  <a:pt x="0" y="3466"/>
                </a:lnTo>
                <a:moveTo>
                  <a:pt x="0" y="3202"/>
                </a:moveTo>
                <a:lnTo>
                  <a:pt x="0" y="3043"/>
                </a:lnTo>
                <a:lnTo>
                  <a:pt x="116" y="3043"/>
                </a:lnTo>
                <a:lnTo>
                  <a:pt x="116" y="3202"/>
                </a:lnTo>
                <a:lnTo>
                  <a:pt x="0" y="3202"/>
                </a:lnTo>
                <a:moveTo>
                  <a:pt x="0" y="2937"/>
                </a:moveTo>
                <a:lnTo>
                  <a:pt x="0" y="2779"/>
                </a:lnTo>
                <a:lnTo>
                  <a:pt x="116" y="2779"/>
                </a:lnTo>
                <a:lnTo>
                  <a:pt x="116" y="2937"/>
                </a:lnTo>
                <a:lnTo>
                  <a:pt x="0" y="2937"/>
                </a:lnTo>
                <a:moveTo>
                  <a:pt x="0" y="2673"/>
                </a:moveTo>
                <a:lnTo>
                  <a:pt x="0" y="2514"/>
                </a:lnTo>
                <a:lnTo>
                  <a:pt x="116" y="2514"/>
                </a:lnTo>
                <a:lnTo>
                  <a:pt x="116" y="2673"/>
                </a:lnTo>
                <a:lnTo>
                  <a:pt x="0" y="2673"/>
                </a:lnTo>
                <a:moveTo>
                  <a:pt x="0" y="2408"/>
                </a:moveTo>
                <a:lnTo>
                  <a:pt x="0" y="2249"/>
                </a:lnTo>
                <a:lnTo>
                  <a:pt x="116" y="2249"/>
                </a:lnTo>
                <a:lnTo>
                  <a:pt x="116" y="2408"/>
                </a:lnTo>
                <a:lnTo>
                  <a:pt x="0" y="2408"/>
                </a:lnTo>
                <a:moveTo>
                  <a:pt x="0" y="2144"/>
                </a:moveTo>
                <a:lnTo>
                  <a:pt x="0" y="1985"/>
                </a:lnTo>
                <a:lnTo>
                  <a:pt x="116" y="1985"/>
                </a:lnTo>
                <a:lnTo>
                  <a:pt x="116" y="2144"/>
                </a:lnTo>
                <a:lnTo>
                  <a:pt x="0" y="2144"/>
                </a:lnTo>
                <a:moveTo>
                  <a:pt x="0" y="1879"/>
                </a:moveTo>
                <a:lnTo>
                  <a:pt x="0" y="1720"/>
                </a:lnTo>
                <a:lnTo>
                  <a:pt x="116" y="1720"/>
                </a:lnTo>
                <a:lnTo>
                  <a:pt x="116" y="1879"/>
                </a:lnTo>
                <a:lnTo>
                  <a:pt x="0" y="1879"/>
                </a:lnTo>
                <a:moveTo>
                  <a:pt x="0" y="1614"/>
                </a:moveTo>
                <a:lnTo>
                  <a:pt x="0" y="1456"/>
                </a:lnTo>
                <a:lnTo>
                  <a:pt x="116" y="1456"/>
                </a:lnTo>
                <a:lnTo>
                  <a:pt x="116" y="1614"/>
                </a:lnTo>
                <a:lnTo>
                  <a:pt x="0" y="1614"/>
                </a:lnTo>
                <a:moveTo>
                  <a:pt x="0" y="1350"/>
                </a:moveTo>
                <a:lnTo>
                  <a:pt x="0" y="1190"/>
                </a:lnTo>
                <a:lnTo>
                  <a:pt x="116" y="1190"/>
                </a:lnTo>
                <a:lnTo>
                  <a:pt x="116" y="1350"/>
                </a:lnTo>
                <a:lnTo>
                  <a:pt x="0" y="1350"/>
                </a:lnTo>
                <a:moveTo>
                  <a:pt x="0" y="1084"/>
                </a:moveTo>
                <a:lnTo>
                  <a:pt x="0" y="925"/>
                </a:lnTo>
                <a:lnTo>
                  <a:pt x="116" y="925"/>
                </a:lnTo>
                <a:lnTo>
                  <a:pt x="116" y="1084"/>
                </a:lnTo>
                <a:lnTo>
                  <a:pt x="0" y="1084"/>
                </a:lnTo>
                <a:moveTo>
                  <a:pt x="0" y="820"/>
                </a:moveTo>
                <a:lnTo>
                  <a:pt x="0" y="661"/>
                </a:lnTo>
                <a:lnTo>
                  <a:pt x="116" y="661"/>
                </a:lnTo>
                <a:lnTo>
                  <a:pt x="116" y="820"/>
                </a:lnTo>
                <a:lnTo>
                  <a:pt x="0" y="820"/>
                </a:lnTo>
                <a:moveTo>
                  <a:pt x="0" y="555"/>
                </a:moveTo>
                <a:lnTo>
                  <a:pt x="0" y="396"/>
                </a:lnTo>
                <a:lnTo>
                  <a:pt x="116" y="396"/>
                </a:lnTo>
                <a:lnTo>
                  <a:pt x="116" y="555"/>
                </a:lnTo>
                <a:lnTo>
                  <a:pt x="0" y="555"/>
                </a:lnTo>
                <a:moveTo>
                  <a:pt x="0" y="290"/>
                </a:moveTo>
                <a:lnTo>
                  <a:pt x="0" y="138"/>
                </a:lnTo>
                <a:cubicBezTo>
                  <a:pt x="0" y="134"/>
                  <a:pt x="0" y="131"/>
                  <a:pt x="0" y="128"/>
                </a:cubicBezTo>
                <a:lnTo>
                  <a:pt x="116" y="136"/>
                </a:lnTo>
                <a:cubicBezTo>
                  <a:pt x="116" y="137"/>
                  <a:pt x="116" y="137"/>
                  <a:pt x="116" y="138"/>
                </a:cubicBezTo>
                <a:lnTo>
                  <a:pt x="116" y="290"/>
                </a:lnTo>
                <a:lnTo>
                  <a:pt x="0" y="290"/>
                </a:lnTo>
                <a:moveTo>
                  <a:pt x="121" y="1"/>
                </a:moveTo>
                <a:cubicBezTo>
                  <a:pt x="127" y="0"/>
                  <a:pt x="132" y="0"/>
                  <a:pt x="137" y="0"/>
                </a:cubicBezTo>
                <a:lnTo>
                  <a:pt x="296" y="0"/>
                </a:lnTo>
                <a:lnTo>
                  <a:pt x="296" y="116"/>
                </a:lnTo>
                <a:lnTo>
                  <a:pt x="137" y="116"/>
                </a:lnTo>
                <a:cubicBezTo>
                  <a:pt x="136" y="116"/>
                  <a:pt x="135" y="117"/>
                  <a:pt x="135" y="117"/>
                </a:cubicBezTo>
                <a:lnTo>
                  <a:pt x="121" y="1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8942040" y="950400"/>
            <a:ext cx="2842560" cy="2842560"/>
          </a:xfrm>
          <a:custGeom>
            <a:avLst/>
            <a:gdLst/>
            <a:ahLst/>
            <a:rect l="0" t="0" r="r" b="b"/>
            <a:pathLst>
              <a:path w="7896" h="7896">
                <a:moveTo>
                  <a:pt x="402" y="0"/>
                </a:moveTo>
                <a:lnTo>
                  <a:pt x="560" y="0"/>
                </a:lnTo>
                <a:lnTo>
                  <a:pt x="560" y="116"/>
                </a:lnTo>
                <a:lnTo>
                  <a:pt x="402" y="116"/>
                </a:lnTo>
                <a:lnTo>
                  <a:pt x="402" y="0"/>
                </a:lnTo>
                <a:moveTo>
                  <a:pt x="666" y="0"/>
                </a:moveTo>
                <a:lnTo>
                  <a:pt x="825" y="0"/>
                </a:lnTo>
                <a:lnTo>
                  <a:pt x="825" y="116"/>
                </a:lnTo>
                <a:lnTo>
                  <a:pt x="666" y="116"/>
                </a:lnTo>
                <a:lnTo>
                  <a:pt x="666" y="0"/>
                </a:lnTo>
                <a:moveTo>
                  <a:pt x="931" y="0"/>
                </a:moveTo>
                <a:lnTo>
                  <a:pt x="1090" y="0"/>
                </a:lnTo>
                <a:lnTo>
                  <a:pt x="1090" y="116"/>
                </a:lnTo>
                <a:lnTo>
                  <a:pt x="931" y="116"/>
                </a:lnTo>
                <a:lnTo>
                  <a:pt x="931" y="0"/>
                </a:lnTo>
                <a:moveTo>
                  <a:pt x="1195" y="0"/>
                </a:moveTo>
                <a:lnTo>
                  <a:pt x="1354" y="0"/>
                </a:lnTo>
                <a:lnTo>
                  <a:pt x="1354" y="116"/>
                </a:lnTo>
                <a:lnTo>
                  <a:pt x="1195" y="116"/>
                </a:lnTo>
                <a:lnTo>
                  <a:pt x="1195" y="0"/>
                </a:lnTo>
                <a:moveTo>
                  <a:pt x="1460" y="0"/>
                </a:moveTo>
                <a:lnTo>
                  <a:pt x="1619" y="0"/>
                </a:lnTo>
                <a:lnTo>
                  <a:pt x="1619" y="116"/>
                </a:lnTo>
                <a:lnTo>
                  <a:pt x="1460" y="116"/>
                </a:lnTo>
                <a:lnTo>
                  <a:pt x="1460" y="0"/>
                </a:lnTo>
                <a:moveTo>
                  <a:pt x="1725" y="0"/>
                </a:moveTo>
                <a:lnTo>
                  <a:pt x="1883" y="0"/>
                </a:lnTo>
                <a:lnTo>
                  <a:pt x="1883" y="116"/>
                </a:lnTo>
                <a:lnTo>
                  <a:pt x="1725" y="116"/>
                </a:lnTo>
                <a:lnTo>
                  <a:pt x="1725" y="0"/>
                </a:lnTo>
                <a:moveTo>
                  <a:pt x="1989" y="0"/>
                </a:moveTo>
                <a:lnTo>
                  <a:pt x="2148" y="0"/>
                </a:lnTo>
                <a:lnTo>
                  <a:pt x="2148" y="116"/>
                </a:lnTo>
                <a:lnTo>
                  <a:pt x="1989" y="116"/>
                </a:lnTo>
                <a:lnTo>
                  <a:pt x="1989" y="0"/>
                </a:lnTo>
                <a:moveTo>
                  <a:pt x="2254" y="0"/>
                </a:moveTo>
                <a:lnTo>
                  <a:pt x="2413" y="0"/>
                </a:lnTo>
                <a:lnTo>
                  <a:pt x="2413" y="116"/>
                </a:lnTo>
                <a:lnTo>
                  <a:pt x="2254" y="116"/>
                </a:lnTo>
                <a:lnTo>
                  <a:pt x="2254" y="0"/>
                </a:lnTo>
                <a:moveTo>
                  <a:pt x="2518" y="0"/>
                </a:moveTo>
                <a:lnTo>
                  <a:pt x="2677" y="0"/>
                </a:lnTo>
                <a:lnTo>
                  <a:pt x="2677" y="116"/>
                </a:lnTo>
                <a:lnTo>
                  <a:pt x="2518" y="116"/>
                </a:lnTo>
                <a:lnTo>
                  <a:pt x="2518" y="0"/>
                </a:lnTo>
                <a:moveTo>
                  <a:pt x="2783" y="0"/>
                </a:moveTo>
                <a:lnTo>
                  <a:pt x="2943" y="0"/>
                </a:lnTo>
                <a:lnTo>
                  <a:pt x="2943" y="116"/>
                </a:lnTo>
                <a:lnTo>
                  <a:pt x="2783" y="116"/>
                </a:lnTo>
                <a:lnTo>
                  <a:pt x="2783" y="0"/>
                </a:lnTo>
                <a:moveTo>
                  <a:pt x="3049" y="0"/>
                </a:moveTo>
                <a:lnTo>
                  <a:pt x="3207" y="0"/>
                </a:lnTo>
                <a:lnTo>
                  <a:pt x="3207" y="116"/>
                </a:lnTo>
                <a:lnTo>
                  <a:pt x="3049" y="116"/>
                </a:lnTo>
                <a:lnTo>
                  <a:pt x="3049" y="0"/>
                </a:lnTo>
                <a:moveTo>
                  <a:pt x="3313" y="0"/>
                </a:moveTo>
                <a:lnTo>
                  <a:pt x="3472" y="0"/>
                </a:lnTo>
                <a:lnTo>
                  <a:pt x="3472" y="116"/>
                </a:lnTo>
                <a:lnTo>
                  <a:pt x="3313" y="116"/>
                </a:lnTo>
                <a:lnTo>
                  <a:pt x="3313" y="0"/>
                </a:lnTo>
                <a:moveTo>
                  <a:pt x="3578" y="0"/>
                </a:moveTo>
                <a:lnTo>
                  <a:pt x="3736" y="0"/>
                </a:lnTo>
                <a:lnTo>
                  <a:pt x="3736" y="116"/>
                </a:lnTo>
                <a:lnTo>
                  <a:pt x="3578" y="116"/>
                </a:lnTo>
                <a:lnTo>
                  <a:pt x="3578" y="0"/>
                </a:lnTo>
                <a:moveTo>
                  <a:pt x="3842" y="0"/>
                </a:moveTo>
                <a:lnTo>
                  <a:pt x="4001" y="0"/>
                </a:lnTo>
                <a:lnTo>
                  <a:pt x="4001" y="116"/>
                </a:lnTo>
                <a:lnTo>
                  <a:pt x="3842" y="116"/>
                </a:lnTo>
                <a:lnTo>
                  <a:pt x="3842" y="0"/>
                </a:lnTo>
                <a:moveTo>
                  <a:pt x="4107" y="0"/>
                </a:moveTo>
                <a:lnTo>
                  <a:pt x="4266" y="0"/>
                </a:lnTo>
                <a:lnTo>
                  <a:pt x="4266" y="116"/>
                </a:lnTo>
                <a:lnTo>
                  <a:pt x="4107" y="116"/>
                </a:lnTo>
                <a:lnTo>
                  <a:pt x="4107" y="0"/>
                </a:lnTo>
                <a:moveTo>
                  <a:pt x="4371" y="0"/>
                </a:moveTo>
                <a:lnTo>
                  <a:pt x="4530" y="0"/>
                </a:lnTo>
                <a:lnTo>
                  <a:pt x="4530" y="116"/>
                </a:lnTo>
                <a:lnTo>
                  <a:pt x="4371" y="116"/>
                </a:lnTo>
                <a:lnTo>
                  <a:pt x="4371" y="0"/>
                </a:lnTo>
                <a:moveTo>
                  <a:pt x="4636" y="0"/>
                </a:moveTo>
                <a:lnTo>
                  <a:pt x="4795" y="0"/>
                </a:lnTo>
                <a:lnTo>
                  <a:pt x="4795" y="116"/>
                </a:lnTo>
                <a:lnTo>
                  <a:pt x="4636" y="116"/>
                </a:lnTo>
                <a:lnTo>
                  <a:pt x="4636" y="0"/>
                </a:lnTo>
                <a:moveTo>
                  <a:pt x="4901" y="0"/>
                </a:moveTo>
                <a:lnTo>
                  <a:pt x="5059" y="0"/>
                </a:lnTo>
                <a:lnTo>
                  <a:pt x="5059" y="116"/>
                </a:lnTo>
                <a:lnTo>
                  <a:pt x="4901" y="116"/>
                </a:lnTo>
                <a:lnTo>
                  <a:pt x="4901" y="0"/>
                </a:lnTo>
                <a:moveTo>
                  <a:pt x="5165" y="0"/>
                </a:moveTo>
                <a:lnTo>
                  <a:pt x="5324" y="0"/>
                </a:lnTo>
                <a:lnTo>
                  <a:pt x="5324" y="116"/>
                </a:lnTo>
                <a:lnTo>
                  <a:pt x="5165" y="116"/>
                </a:lnTo>
                <a:lnTo>
                  <a:pt x="5165" y="0"/>
                </a:lnTo>
                <a:moveTo>
                  <a:pt x="5430" y="0"/>
                </a:moveTo>
                <a:lnTo>
                  <a:pt x="5589" y="0"/>
                </a:lnTo>
                <a:lnTo>
                  <a:pt x="5589" y="116"/>
                </a:lnTo>
                <a:lnTo>
                  <a:pt x="5430" y="116"/>
                </a:lnTo>
                <a:lnTo>
                  <a:pt x="5430" y="0"/>
                </a:lnTo>
                <a:moveTo>
                  <a:pt x="5694" y="0"/>
                </a:moveTo>
                <a:lnTo>
                  <a:pt x="5853" y="0"/>
                </a:lnTo>
                <a:lnTo>
                  <a:pt x="5853" y="116"/>
                </a:lnTo>
                <a:lnTo>
                  <a:pt x="5694" y="116"/>
                </a:lnTo>
                <a:lnTo>
                  <a:pt x="5694" y="0"/>
                </a:lnTo>
                <a:moveTo>
                  <a:pt x="5959" y="0"/>
                </a:moveTo>
                <a:lnTo>
                  <a:pt x="6118" y="0"/>
                </a:lnTo>
                <a:lnTo>
                  <a:pt x="6118" y="116"/>
                </a:lnTo>
                <a:lnTo>
                  <a:pt x="5959" y="116"/>
                </a:lnTo>
                <a:lnTo>
                  <a:pt x="5959" y="0"/>
                </a:lnTo>
                <a:moveTo>
                  <a:pt x="6224" y="0"/>
                </a:moveTo>
                <a:lnTo>
                  <a:pt x="6382" y="0"/>
                </a:lnTo>
                <a:lnTo>
                  <a:pt x="6382" y="116"/>
                </a:lnTo>
                <a:lnTo>
                  <a:pt x="6224" y="116"/>
                </a:lnTo>
                <a:lnTo>
                  <a:pt x="6224" y="0"/>
                </a:lnTo>
                <a:moveTo>
                  <a:pt x="6488" y="0"/>
                </a:moveTo>
                <a:lnTo>
                  <a:pt x="6647" y="0"/>
                </a:lnTo>
                <a:lnTo>
                  <a:pt x="6647" y="116"/>
                </a:lnTo>
                <a:lnTo>
                  <a:pt x="6488" y="116"/>
                </a:lnTo>
                <a:lnTo>
                  <a:pt x="6488" y="0"/>
                </a:lnTo>
                <a:moveTo>
                  <a:pt x="6753" y="0"/>
                </a:moveTo>
                <a:lnTo>
                  <a:pt x="6911" y="0"/>
                </a:lnTo>
                <a:lnTo>
                  <a:pt x="6911" y="116"/>
                </a:lnTo>
                <a:lnTo>
                  <a:pt x="6753" y="116"/>
                </a:lnTo>
                <a:lnTo>
                  <a:pt x="6753" y="0"/>
                </a:lnTo>
                <a:moveTo>
                  <a:pt x="7017" y="0"/>
                </a:moveTo>
                <a:lnTo>
                  <a:pt x="7176" y="0"/>
                </a:lnTo>
                <a:lnTo>
                  <a:pt x="7176" y="116"/>
                </a:lnTo>
                <a:lnTo>
                  <a:pt x="7017" y="116"/>
                </a:lnTo>
                <a:lnTo>
                  <a:pt x="7017" y="0"/>
                </a:lnTo>
                <a:moveTo>
                  <a:pt x="7282" y="0"/>
                </a:moveTo>
                <a:lnTo>
                  <a:pt x="7441" y="0"/>
                </a:lnTo>
                <a:lnTo>
                  <a:pt x="7441" y="116"/>
                </a:lnTo>
                <a:lnTo>
                  <a:pt x="7282" y="116"/>
                </a:lnTo>
                <a:lnTo>
                  <a:pt x="7282" y="0"/>
                </a:lnTo>
                <a:moveTo>
                  <a:pt x="7546" y="0"/>
                </a:moveTo>
                <a:lnTo>
                  <a:pt x="7705" y="0"/>
                </a:lnTo>
                <a:lnTo>
                  <a:pt x="7705" y="116"/>
                </a:lnTo>
                <a:lnTo>
                  <a:pt x="7546" y="116"/>
                </a:lnTo>
                <a:lnTo>
                  <a:pt x="7546" y="0"/>
                </a:lnTo>
                <a:moveTo>
                  <a:pt x="7845" y="31"/>
                </a:moveTo>
                <a:cubicBezTo>
                  <a:pt x="7879" y="58"/>
                  <a:pt x="7896" y="94"/>
                  <a:pt x="7896" y="138"/>
                </a:cubicBezTo>
                <a:lnTo>
                  <a:pt x="7896" y="228"/>
                </a:lnTo>
                <a:lnTo>
                  <a:pt x="7779" y="228"/>
                </a:lnTo>
                <a:lnTo>
                  <a:pt x="7779" y="138"/>
                </a:lnTo>
                <a:cubicBezTo>
                  <a:pt x="7779" y="131"/>
                  <a:pt x="7777" y="125"/>
                  <a:pt x="7771" y="121"/>
                </a:cubicBezTo>
                <a:lnTo>
                  <a:pt x="7845" y="31"/>
                </a:lnTo>
                <a:moveTo>
                  <a:pt x="7896" y="334"/>
                </a:moveTo>
                <a:lnTo>
                  <a:pt x="7896" y="492"/>
                </a:lnTo>
                <a:lnTo>
                  <a:pt x="7779" y="492"/>
                </a:lnTo>
                <a:lnTo>
                  <a:pt x="7779" y="334"/>
                </a:lnTo>
                <a:lnTo>
                  <a:pt x="7896" y="334"/>
                </a:lnTo>
                <a:moveTo>
                  <a:pt x="7896" y="598"/>
                </a:moveTo>
                <a:lnTo>
                  <a:pt x="7896" y="757"/>
                </a:lnTo>
                <a:lnTo>
                  <a:pt x="7779" y="757"/>
                </a:lnTo>
                <a:lnTo>
                  <a:pt x="7779" y="598"/>
                </a:lnTo>
                <a:lnTo>
                  <a:pt x="7896" y="598"/>
                </a:lnTo>
                <a:moveTo>
                  <a:pt x="7896" y="863"/>
                </a:moveTo>
                <a:lnTo>
                  <a:pt x="7896" y="1022"/>
                </a:lnTo>
                <a:lnTo>
                  <a:pt x="7779" y="1022"/>
                </a:lnTo>
                <a:lnTo>
                  <a:pt x="7779" y="863"/>
                </a:lnTo>
                <a:lnTo>
                  <a:pt x="7896" y="863"/>
                </a:lnTo>
                <a:moveTo>
                  <a:pt x="7896" y="1127"/>
                </a:moveTo>
                <a:lnTo>
                  <a:pt x="7896" y="1286"/>
                </a:lnTo>
                <a:lnTo>
                  <a:pt x="7779" y="1286"/>
                </a:lnTo>
                <a:lnTo>
                  <a:pt x="7779" y="1127"/>
                </a:lnTo>
                <a:lnTo>
                  <a:pt x="7896" y="1127"/>
                </a:lnTo>
                <a:moveTo>
                  <a:pt x="7896" y="1393"/>
                </a:moveTo>
                <a:lnTo>
                  <a:pt x="7896" y="1552"/>
                </a:lnTo>
                <a:lnTo>
                  <a:pt x="7779" y="1552"/>
                </a:lnTo>
                <a:lnTo>
                  <a:pt x="7779" y="1393"/>
                </a:lnTo>
                <a:lnTo>
                  <a:pt x="7896" y="1393"/>
                </a:lnTo>
                <a:moveTo>
                  <a:pt x="7896" y="1658"/>
                </a:moveTo>
                <a:lnTo>
                  <a:pt x="7896" y="1816"/>
                </a:lnTo>
                <a:lnTo>
                  <a:pt x="7779" y="1816"/>
                </a:lnTo>
                <a:lnTo>
                  <a:pt x="7779" y="1658"/>
                </a:lnTo>
                <a:lnTo>
                  <a:pt x="7896" y="1658"/>
                </a:lnTo>
                <a:moveTo>
                  <a:pt x="7896" y="1922"/>
                </a:moveTo>
                <a:lnTo>
                  <a:pt x="7896" y="2081"/>
                </a:lnTo>
                <a:lnTo>
                  <a:pt x="7779" y="2081"/>
                </a:lnTo>
                <a:lnTo>
                  <a:pt x="7779" y="1922"/>
                </a:lnTo>
                <a:lnTo>
                  <a:pt x="7896" y="1922"/>
                </a:lnTo>
                <a:moveTo>
                  <a:pt x="7896" y="2187"/>
                </a:moveTo>
                <a:lnTo>
                  <a:pt x="7896" y="2345"/>
                </a:lnTo>
                <a:lnTo>
                  <a:pt x="7779" y="2345"/>
                </a:lnTo>
                <a:lnTo>
                  <a:pt x="7779" y="2187"/>
                </a:lnTo>
                <a:lnTo>
                  <a:pt x="7896" y="2187"/>
                </a:lnTo>
                <a:moveTo>
                  <a:pt x="7896" y="2451"/>
                </a:moveTo>
                <a:lnTo>
                  <a:pt x="7896" y="2610"/>
                </a:lnTo>
                <a:lnTo>
                  <a:pt x="7779" y="2610"/>
                </a:lnTo>
                <a:lnTo>
                  <a:pt x="7779" y="2451"/>
                </a:lnTo>
                <a:lnTo>
                  <a:pt x="7896" y="2451"/>
                </a:lnTo>
                <a:moveTo>
                  <a:pt x="7896" y="2716"/>
                </a:moveTo>
                <a:lnTo>
                  <a:pt x="7896" y="2875"/>
                </a:lnTo>
                <a:lnTo>
                  <a:pt x="7779" y="2875"/>
                </a:lnTo>
                <a:lnTo>
                  <a:pt x="7779" y="2716"/>
                </a:lnTo>
                <a:lnTo>
                  <a:pt x="7896" y="2716"/>
                </a:lnTo>
                <a:moveTo>
                  <a:pt x="7896" y="2980"/>
                </a:moveTo>
                <a:lnTo>
                  <a:pt x="7896" y="3139"/>
                </a:lnTo>
                <a:lnTo>
                  <a:pt x="7779" y="3139"/>
                </a:lnTo>
                <a:lnTo>
                  <a:pt x="7779" y="2980"/>
                </a:lnTo>
                <a:lnTo>
                  <a:pt x="7896" y="2980"/>
                </a:lnTo>
                <a:moveTo>
                  <a:pt x="7896" y="3245"/>
                </a:moveTo>
                <a:lnTo>
                  <a:pt x="7896" y="3404"/>
                </a:lnTo>
                <a:lnTo>
                  <a:pt x="7779" y="3404"/>
                </a:lnTo>
                <a:lnTo>
                  <a:pt x="7779" y="3245"/>
                </a:lnTo>
                <a:lnTo>
                  <a:pt x="7896" y="3245"/>
                </a:lnTo>
                <a:moveTo>
                  <a:pt x="7896" y="3510"/>
                </a:moveTo>
                <a:lnTo>
                  <a:pt x="7896" y="3668"/>
                </a:lnTo>
                <a:lnTo>
                  <a:pt x="7779" y="3668"/>
                </a:lnTo>
                <a:lnTo>
                  <a:pt x="7779" y="3510"/>
                </a:lnTo>
                <a:lnTo>
                  <a:pt x="7896" y="3510"/>
                </a:lnTo>
                <a:moveTo>
                  <a:pt x="7896" y="3774"/>
                </a:moveTo>
                <a:lnTo>
                  <a:pt x="7896" y="3933"/>
                </a:lnTo>
                <a:lnTo>
                  <a:pt x="7779" y="3933"/>
                </a:lnTo>
                <a:lnTo>
                  <a:pt x="7779" y="3774"/>
                </a:lnTo>
                <a:lnTo>
                  <a:pt x="7896" y="3774"/>
                </a:lnTo>
                <a:moveTo>
                  <a:pt x="7896" y="4039"/>
                </a:moveTo>
                <a:lnTo>
                  <a:pt x="7896" y="4198"/>
                </a:lnTo>
                <a:lnTo>
                  <a:pt x="7779" y="4198"/>
                </a:lnTo>
                <a:lnTo>
                  <a:pt x="7779" y="4039"/>
                </a:lnTo>
                <a:lnTo>
                  <a:pt x="7896" y="4039"/>
                </a:lnTo>
                <a:moveTo>
                  <a:pt x="7896" y="4303"/>
                </a:moveTo>
                <a:lnTo>
                  <a:pt x="7896" y="4462"/>
                </a:lnTo>
                <a:lnTo>
                  <a:pt x="7779" y="4462"/>
                </a:lnTo>
                <a:lnTo>
                  <a:pt x="7779" y="4303"/>
                </a:lnTo>
                <a:lnTo>
                  <a:pt x="7896" y="4303"/>
                </a:lnTo>
                <a:moveTo>
                  <a:pt x="7896" y="4568"/>
                </a:moveTo>
                <a:lnTo>
                  <a:pt x="7896" y="4727"/>
                </a:lnTo>
                <a:lnTo>
                  <a:pt x="7779" y="4727"/>
                </a:lnTo>
                <a:lnTo>
                  <a:pt x="7779" y="4568"/>
                </a:lnTo>
                <a:lnTo>
                  <a:pt x="7896" y="4568"/>
                </a:lnTo>
                <a:moveTo>
                  <a:pt x="7896" y="4833"/>
                </a:moveTo>
                <a:lnTo>
                  <a:pt x="7896" y="4991"/>
                </a:lnTo>
                <a:lnTo>
                  <a:pt x="7779" y="4991"/>
                </a:lnTo>
                <a:lnTo>
                  <a:pt x="7779" y="4833"/>
                </a:lnTo>
                <a:lnTo>
                  <a:pt x="7896" y="4833"/>
                </a:lnTo>
                <a:moveTo>
                  <a:pt x="7896" y="5097"/>
                </a:moveTo>
                <a:lnTo>
                  <a:pt x="7896" y="5256"/>
                </a:lnTo>
                <a:lnTo>
                  <a:pt x="7779" y="5256"/>
                </a:lnTo>
                <a:lnTo>
                  <a:pt x="7779" y="5097"/>
                </a:lnTo>
                <a:lnTo>
                  <a:pt x="7896" y="5097"/>
                </a:lnTo>
                <a:moveTo>
                  <a:pt x="7896" y="5362"/>
                </a:moveTo>
                <a:lnTo>
                  <a:pt x="7896" y="5520"/>
                </a:lnTo>
                <a:lnTo>
                  <a:pt x="7779" y="5520"/>
                </a:lnTo>
                <a:lnTo>
                  <a:pt x="7779" y="5362"/>
                </a:lnTo>
                <a:lnTo>
                  <a:pt x="7896" y="5362"/>
                </a:lnTo>
                <a:moveTo>
                  <a:pt x="7896" y="5626"/>
                </a:moveTo>
                <a:lnTo>
                  <a:pt x="7896" y="5785"/>
                </a:lnTo>
                <a:lnTo>
                  <a:pt x="7779" y="5785"/>
                </a:lnTo>
                <a:lnTo>
                  <a:pt x="7779" y="5626"/>
                </a:lnTo>
                <a:lnTo>
                  <a:pt x="7896" y="5626"/>
                </a:lnTo>
                <a:moveTo>
                  <a:pt x="7896" y="5891"/>
                </a:moveTo>
                <a:lnTo>
                  <a:pt x="7896" y="6050"/>
                </a:lnTo>
                <a:lnTo>
                  <a:pt x="7779" y="6050"/>
                </a:lnTo>
                <a:lnTo>
                  <a:pt x="7779" y="5891"/>
                </a:lnTo>
                <a:lnTo>
                  <a:pt x="7896" y="5891"/>
                </a:lnTo>
                <a:moveTo>
                  <a:pt x="7896" y="6155"/>
                </a:moveTo>
                <a:lnTo>
                  <a:pt x="7896" y="6314"/>
                </a:lnTo>
                <a:lnTo>
                  <a:pt x="7779" y="6314"/>
                </a:lnTo>
                <a:lnTo>
                  <a:pt x="7779" y="6155"/>
                </a:lnTo>
                <a:lnTo>
                  <a:pt x="7896" y="6155"/>
                </a:lnTo>
                <a:moveTo>
                  <a:pt x="7896" y="6420"/>
                </a:moveTo>
                <a:lnTo>
                  <a:pt x="7896" y="6579"/>
                </a:lnTo>
                <a:lnTo>
                  <a:pt x="7779" y="6579"/>
                </a:lnTo>
                <a:lnTo>
                  <a:pt x="7779" y="6420"/>
                </a:lnTo>
                <a:lnTo>
                  <a:pt x="7896" y="6420"/>
                </a:lnTo>
                <a:moveTo>
                  <a:pt x="7896" y="6685"/>
                </a:moveTo>
                <a:lnTo>
                  <a:pt x="7896" y="6843"/>
                </a:lnTo>
                <a:lnTo>
                  <a:pt x="7779" y="6843"/>
                </a:lnTo>
                <a:lnTo>
                  <a:pt x="7779" y="6685"/>
                </a:lnTo>
                <a:lnTo>
                  <a:pt x="7896" y="6685"/>
                </a:lnTo>
                <a:moveTo>
                  <a:pt x="7896" y="6949"/>
                </a:moveTo>
                <a:lnTo>
                  <a:pt x="7896" y="7108"/>
                </a:lnTo>
                <a:lnTo>
                  <a:pt x="7779" y="7108"/>
                </a:lnTo>
                <a:lnTo>
                  <a:pt x="7779" y="6949"/>
                </a:lnTo>
                <a:lnTo>
                  <a:pt x="7896" y="6949"/>
                </a:lnTo>
                <a:moveTo>
                  <a:pt x="7896" y="7214"/>
                </a:moveTo>
                <a:lnTo>
                  <a:pt x="7896" y="7373"/>
                </a:lnTo>
                <a:lnTo>
                  <a:pt x="7779" y="7373"/>
                </a:lnTo>
                <a:lnTo>
                  <a:pt x="7779" y="7214"/>
                </a:lnTo>
                <a:lnTo>
                  <a:pt x="7896" y="7214"/>
                </a:lnTo>
                <a:moveTo>
                  <a:pt x="7896" y="7478"/>
                </a:moveTo>
                <a:lnTo>
                  <a:pt x="7896" y="7637"/>
                </a:lnTo>
                <a:lnTo>
                  <a:pt x="7779" y="7637"/>
                </a:lnTo>
                <a:lnTo>
                  <a:pt x="7779" y="7478"/>
                </a:lnTo>
                <a:lnTo>
                  <a:pt x="7896" y="7478"/>
                </a:lnTo>
                <a:moveTo>
                  <a:pt x="7896" y="7743"/>
                </a:moveTo>
                <a:lnTo>
                  <a:pt x="7896" y="7759"/>
                </a:lnTo>
                <a:cubicBezTo>
                  <a:pt x="7896" y="7797"/>
                  <a:pt x="7882" y="7829"/>
                  <a:pt x="7855" y="7856"/>
                </a:cubicBezTo>
                <a:cubicBezTo>
                  <a:pt x="7829" y="7883"/>
                  <a:pt x="7796" y="7896"/>
                  <a:pt x="7758" y="7896"/>
                </a:cubicBezTo>
                <a:lnTo>
                  <a:pt x="7737" y="7896"/>
                </a:lnTo>
                <a:lnTo>
                  <a:pt x="7737" y="7780"/>
                </a:lnTo>
                <a:lnTo>
                  <a:pt x="7758" y="7780"/>
                </a:lnTo>
                <a:cubicBezTo>
                  <a:pt x="7772" y="7780"/>
                  <a:pt x="7779" y="7773"/>
                  <a:pt x="7779" y="7759"/>
                </a:cubicBezTo>
                <a:lnTo>
                  <a:pt x="7779" y="7743"/>
                </a:lnTo>
                <a:lnTo>
                  <a:pt x="7896" y="7743"/>
                </a:lnTo>
                <a:moveTo>
                  <a:pt x="7631" y="7896"/>
                </a:moveTo>
                <a:lnTo>
                  <a:pt x="7472" y="7896"/>
                </a:lnTo>
                <a:lnTo>
                  <a:pt x="7472" y="7780"/>
                </a:lnTo>
                <a:lnTo>
                  <a:pt x="7631" y="7780"/>
                </a:lnTo>
                <a:lnTo>
                  <a:pt x="7631" y="7896"/>
                </a:lnTo>
                <a:moveTo>
                  <a:pt x="7366" y="7896"/>
                </a:moveTo>
                <a:lnTo>
                  <a:pt x="7207" y="7896"/>
                </a:lnTo>
                <a:lnTo>
                  <a:pt x="7207" y="7780"/>
                </a:lnTo>
                <a:lnTo>
                  <a:pt x="7366" y="7780"/>
                </a:lnTo>
                <a:lnTo>
                  <a:pt x="7366" y="7896"/>
                </a:lnTo>
                <a:moveTo>
                  <a:pt x="7102" y="7896"/>
                </a:moveTo>
                <a:lnTo>
                  <a:pt x="6943" y="7896"/>
                </a:lnTo>
                <a:lnTo>
                  <a:pt x="6943" y="7780"/>
                </a:lnTo>
                <a:lnTo>
                  <a:pt x="7102" y="7780"/>
                </a:lnTo>
                <a:lnTo>
                  <a:pt x="7102" y="7896"/>
                </a:lnTo>
                <a:moveTo>
                  <a:pt x="6837" y="7896"/>
                </a:moveTo>
                <a:lnTo>
                  <a:pt x="6678" y="7896"/>
                </a:lnTo>
                <a:lnTo>
                  <a:pt x="6678" y="7780"/>
                </a:lnTo>
                <a:lnTo>
                  <a:pt x="6837" y="7780"/>
                </a:lnTo>
                <a:lnTo>
                  <a:pt x="6837" y="7896"/>
                </a:lnTo>
                <a:moveTo>
                  <a:pt x="6572" y="7896"/>
                </a:moveTo>
                <a:lnTo>
                  <a:pt x="6414" y="7896"/>
                </a:lnTo>
                <a:lnTo>
                  <a:pt x="6414" y="7780"/>
                </a:lnTo>
                <a:lnTo>
                  <a:pt x="6572" y="7780"/>
                </a:lnTo>
                <a:lnTo>
                  <a:pt x="6572" y="7896"/>
                </a:lnTo>
                <a:moveTo>
                  <a:pt x="6308" y="7896"/>
                </a:moveTo>
                <a:lnTo>
                  <a:pt x="6149" y="7896"/>
                </a:lnTo>
                <a:lnTo>
                  <a:pt x="6149" y="7780"/>
                </a:lnTo>
                <a:lnTo>
                  <a:pt x="6308" y="7780"/>
                </a:lnTo>
                <a:lnTo>
                  <a:pt x="6308" y="7896"/>
                </a:lnTo>
                <a:moveTo>
                  <a:pt x="6043" y="7896"/>
                </a:moveTo>
                <a:lnTo>
                  <a:pt x="5885" y="7896"/>
                </a:lnTo>
                <a:lnTo>
                  <a:pt x="5885" y="7780"/>
                </a:lnTo>
                <a:lnTo>
                  <a:pt x="6043" y="7780"/>
                </a:lnTo>
                <a:lnTo>
                  <a:pt x="6043" y="7896"/>
                </a:lnTo>
                <a:moveTo>
                  <a:pt x="5779" y="7896"/>
                </a:moveTo>
                <a:lnTo>
                  <a:pt x="5620" y="7896"/>
                </a:lnTo>
                <a:lnTo>
                  <a:pt x="5620" y="7780"/>
                </a:lnTo>
                <a:lnTo>
                  <a:pt x="5779" y="7780"/>
                </a:lnTo>
                <a:lnTo>
                  <a:pt x="5779" y="7896"/>
                </a:lnTo>
                <a:moveTo>
                  <a:pt x="5514" y="7896"/>
                </a:moveTo>
                <a:lnTo>
                  <a:pt x="5355" y="7896"/>
                </a:lnTo>
                <a:lnTo>
                  <a:pt x="5355" y="7780"/>
                </a:lnTo>
                <a:lnTo>
                  <a:pt x="5514" y="7780"/>
                </a:lnTo>
                <a:lnTo>
                  <a:pt x="5514" y="7896"/>
                </a:lnTo>
                <a:moveTo>
                  <a:pt x="5250" y="7896"/>
                </a:moveTo>
                <a:lnTo>
                  <a:pt x="5091" y="7896"/>
                </a:lnTo>
                <a:lnTo>
                  <a:pt x="5091" y="7780"/>
                </a:lnTo>
                <a:lnTo>
                  <a:pt x="5250" y="7780"/>
                </a:lnTo>
                <a:lnTo>
                  <a:pt x="5250" y="7896"/>
                </a:lnTo>
                <a:moveTo>
                  <a:pt x="4985" y="7896"/>
                </a:moveTo>
                <a:lnTo>
                  <a:pt x="4826" y="7896"/>
                </a:lnTo>
                <a:lnTo>
                  <a:pt x="4826" y="7780"/>
                </a:lnTo>
                <a:lnTo>
                  <a:pt x="4985" y="7780"/>
                </a:lnTo>
                <a:lnTo>
                  <a:pt x="4985" y="7896"/>
                </a:lnTo>
                <a:moveTo>
                  <a:pt x="4720" y="7896"/>
                </a:moveTo>
                <a:lnTo>
                  <a:pt x="4562" y="7896"/>
                </a:lnTo>
                <a:lnTo>
                  <a:pt x="4562" y="7780"/>
                </a:lnTo>
                <a:lnTo>
                  <a:pt x="4720" y="7780"/>
                </a:lnTo>
                <a:lnTo>
                  <a:pt x="4720" y="7896"/>
                </a:lnTo>
                <a:moveTo>
                  <a:pt x="4456" y="7896"/>
                </a:moveTo>
                <a:lnTo>
                  <a:pt x="4297" y="7896"/>
                </a:lnTo>
                <a:lnTo>
                  <a:pt x="4297" y="7780"/>
                </a:lnTo>
                <a:lnTo>
                  <a:pt x="4456" y="7780"/>
                </a:lnTo>
                <a:lnTo>
                  <a:pt x="4456" y="7896"/>
                </a:lnTo>
                <a:moveTo>
                  <a:pt x="4191" y="7896"/>
                </a:moveTo>
                <a:lnTo>
                  <a:pt x="4032" y="7896"/>
                </a:lnTo>
                <a:lnTo>
                  <a:pt x="4032" y="7780"/>
                </a:lnTo>
                <a:lnTo>
                  <a:pt x="4191" y="7780"/>
                </a:lnTo>
                <a:lnTo>
                  <a:pt x="4191" y="7896"/>
                </a:lnTo>
                <a:moveTo>
                  <a:pt x="3927" y="7896"/>
                </a:moveTo>
                <a:lnTo>
                  <a:pt x="3768" y="7896"/>
                </a:lnTo>
                <a:lnTo>
                  <a:pt x="3768" y="7780"/>
                </a:lnTo>
                <a:lnTo>
                  <a:pt x="3927" y="7780"/>
                </a:lnTo>
                <a:lnTo>
                  <a:pt x="3927" y="7896"/>
                </a:lnTo>
                <a:moveTo>
                  <a:pt x="3662" y="7896"/>
                </a:moveTo>
                <a:lnTo>
                  <a:pt x="3503" y="7896"/>
                </a:lnTo>
                <a:lnTo>
                  <a:pt x="3503" y="7780"/>
                </a:lnTo>
                <a:lnTo>
                  <a:pt x="3662" y="7780"/>
                </a:lnTo>
                <a:lnTo>
                  <a:pt x="3662" y="7896"/>
                </a:lnTo>
                <a:moveTo>
                  <a:pt x="3397" y="7896"/>
                </a:moveTo>
                <a:lnTo>
                  <a:pt x="3239" y="7896"/>
                </a:lnTo>
                <a:lnTo>
                  <a:pt x="3239" y="7780"/>
                </a:lnTo>
                <a:lnTo>
                  <a:pt x="3397" y="7780"/>
                </a:lnTo>
                <a:lnTo>
                  <a:pt x="3397" y="7896"/>
                </a:lnTo>
                <a:moveTo>
                  <a:pt x="3133" y="7896"/>
                </a:moveTo>
                <a:lnTo>
                  <a:pt x="2974" y="7896"/>
                </a:lnTo>
                <a:lnTo>
                  <a:pt x="2974" y="7780"/>
                </a:lnTo>
                <a:lnTo>
                  <a:pt x="3133" y="7780"/>
                </a:lnTo>
                <a:lnTo>
                  <a:pt x="3133" y="7896"/>
                </a:lnTo>
                <a:moveTo>
                  <a:pt x="2868" y="7896"/>
                </a:moveTo>
                <a:lnTo>
                  <a:pt x="2709" y="7896"/>
                </a:lnTo>
                <a:lnTo>
                  <a:pt x="2709" y="7780"/>
                </a:lnTo>
                <a:lnTo>
                  <a:pt x="2868" y="7780"/>
                </a:lnTo>
                <a:lnTo>
                  <a:pt x="2868" y="7896"/>
                </a:lnTo>
                <a:moveTo>
                  <a:pt x="2603" y="7896"/>
                </a:moveTo>
                <a:lnTo>
                  <a:pt x="2444" y="7896"/>
                </a:lnTo>
                <a:lnTo>
                  <a:pt x="2444" y="7780"/>
                </a:lnTo>
                <a:lnTo>
                  <a:pt x="2603" y="7780"/>
                </a:lnTo>
                <a:lnTo>
                  <a:pt x="2603" y="7896"/>
                </a:lnTo>
                <a:moveTo>
                  <a:pt x="2338" y="7896"/>
                </a:moveTo>
                <a:lnTo>
                  <a:pt x="2179" y="7896"/>
                </a:lnTo>
                <a:lnTo>
                  <a:pt x="2179" y="7780"/>
                </a:lnTo>
                <a:lnTo>
                  <a:pt x="2338" y="7780"/>
                </a:lnTo>
                <a:lnTo>
                  <a:pt x="2338" y="7896"/>
                </a:lnTo>
                <a:moveTo>
                  <a:pt x="2074" y="7896"/>
                </a:moveTo>
                <a:lnTo>
                  <a:pt x="1915" y="7896"/>
                </a:lnTo>
                <a:lnTo>
                  <a:pt x="1915" y="7780"/>
                </a:lnTo>
                <a:lnTo>
                  <a:pt x="2074" y="7780"/>
                </a:lnTo>
                <a:lnTo>
                  <a:pt x="2074" y="7896"/>
                </a:lnTo>
                <a:moveTo>
                  <a:pt x="1809" y="7896"/>
                </a:moveTo>
                <a:lnTo>
                  <a:pt x="1650" y="7896"/>
                </a:lnTo>
                <a:lnTo>
                  <a:pt x="1650" y="7780"/>
                </a:lnTo>
                <a:lnTo>
                  <a:pt x="1809" y="7780"/>
                </a:lnTo>
                <a:lnTo>
                  <a:pt x="1809" y="7896"/>
                </a:lnTo>
                <a:moveTo>
                  <a:pt x="1544" y="7896"/>
                </a:moveTo>
                <a:lnTo>
                  <a:pt x="1386" y="7896"/>
                </a:lnTo>
                <a:lnTo>
                  <a:pt x="1386" y="7780"/>
                </a:lnTo>
                <a:lnTo>
                  <a:pt x="1544" y="7780"/>
                </a:lnTo>
                <a:lnTo>
                  <a:pt x="1544" y="7896"/>
                </a:lnTo>
                <a:moveTo>
                  <a:pt x="1280" y="7896"/>
                </a:moveTo>
                <a:lnTo>
                  <a:pt x="1121" y="7896"/>
                </a:lnTo>
                <a:lnTo>
                  <a:pt x="1121" y="7780"/>
                </a:lnTo>
                <a:lnTo>
                  <a:pt x="1280" y="7780"/>
                </a:lnTo>
                <a:lnTo>
                  <a:pt x="1280" y="7896"/>
                </a:lnTo>
                <a:moveTo>
                  <a:pt x="1015" y="7896"/>
                </a:moveTo>
                <a:lnTo>
                  <a:pt x="856" y="7896"/>
                </a:lnTo>
                <a:lnTo>
                  <a:pt x="856" y="7780"/>
                </a:lnTo>
                <a:lnTo>
                  <a:pt x="1015" y="7780"/>
                </a:lnTo>
                <a:lnTo>
                  <a:pt x="1015" y="7896"/>
                </a:lnTo>
                <a:moveTo>
                  <a:pt x="751" y="7896"/>
                </a:moveTo>
                <a:lnTo>
                  <a:pt x="592" y="7896"/>
                </a:lnTo>
                <a:lnTo>
                  <a:pt x="592" y="7780"/>
                </a:lnTo>
                <a:lnTo>
                  <a:pt x="751" y="7780"/>
                </a:lnTo>
                <a:lnTo>
                  <a:pt x="751" y="7896"/>
                </a:lnTo>
                <a:moveTo>
                  <a:pt x="486" y="7896"/>
                </a:moveTo>
                <a:lnTo>
                  <a:pt x="327" y="7896"/>
                </a:lnTo>
                <a:lnTo>
                  <a:pt x="327" y="7780"/>
                </a:lnTo>
                <a:lnTo>
                  <a:pt x="486" y="7780"/>
                </a:lnTo>
                <a:lnTo>
                  <a:pt x="486" y="7896"/>
                </a:lnTo>
                <a:moveTo>
                  <a:pt x="221" y="7896"/>
                </a:moveTo>
                <a:lnTo>
                  <a:pt x="137" y="7896"/>
                </a:lnTo>
                <a:cubicBezTo>
                  <a:pt x="89" y="7896"/>
                  <a:pt x="51" y="7876"/>
                  <a:pt x="24" y="7836"/>
                </a:cubicBezTo>
                <a:lnTo>
                  <a:pt x="120" y="7771"/>
                </a:lnTo>
                <a:cubicBezTo>
                  <a:pt x="124" y="7777"/>
                  <a:pt x="130" y="7780"/>
                  <a:pt x="137" y="7780"/>
                </a:cubicBezTo>
                <a:lnTo>
                  <a:pt x="221" y="7780"/>
                </a:lnTo>
                <a:lnTo>
                  <a:pt x="221" y="7896"/>
                </a:lnTo>
                <a:moveTo>
                  <a:pt x="0" y="7700"/>
                </a:moveTo>
                <a:lnTo>
                  <a:pt x="0" y="7541"/>
                </a:lnTo>
                <a:lnTo>
                  <a:pt x="116" y="7541"/>
                </a:lnTo>
                <a:lnTo>
                  <a:pt x="116" y="7700"/>
                </a:lnTo>
                <a:lnTo>
                  <a:pt x="0" y="7700"/>
                </a:lnTo>
                <a:moveTo>
                  <a:pt x="0" y="7435"/>
                </a:moveTo>
                <a:lnTo>
                  <a:pt x="0" y="7276"/>
                </a:lnTo>
                <a:lnTo>
                  <a:pt x="116" y="7276"/>
                </a:lnTo>
                <a:lnTo>
                  <a:pt x="116" y="7435"/>
                </a:lnTo>
                <a:lnTo>
                  <a:pt x="0" y="7435"/>
                </a:lnTo>
                <a:moveTo>
                  <a:pt x="0" y="7171"/>
                </a:moveTo>
                <a:lnTo>
                  <a:pt x="0" y="7012"/>
                </a:lnTo>
                <a:lnTo>
                  <a:pt x="116" y="7012"/>
                </a:lnTo>
                <a:lnTo>
                  <a:pt x="116" y="7171"/>
                </a:lnTo>
                <a:lnTo>
                  <a:pt x="0" y="7171"/>
                </a:lnTo>
                <a:moveTo>
                  <a:pt x="0" y="6906"/>
                </a:moveTo>
                <a:lnTo>
                  <a:pt x="0" y="6747"/>
                </a:lnTo>
                <a:lnTo>
                  <a:pt x="116" y="6747"/>
                </a:lnTo>
                <a:lnTo>
                  <a:pt x="116" y="6906"/>
                </a:lnTo>
                <a:lnTo>
                  <a:pt x="0" y="6906"/>
                </a:lnTo>
                <a:moveTo>
                  <a:pt x="0" y="6641"/>
                </a:moveTo>
                <a:lnTo>
                  <a:pt x="0" y="6483"/>
                </a:lnTo>
                <a:lnTo>
                  <a:pt x="116" y="6483"/>
                </a:lnTo>
                <a:lnTo>
                  <a:pt x="116" y="6641"/>
                </a:lnTo>
                <a:lnTo>
                  <a:pt x="0" y="6641"/>
                </a:lnTo>
                <a:moveTo>
                  <a:pt x="0" y="6377"/>
                </a:moveTo>
                <a:lnTo>
                  <a:pt x="0" y="6218"/>
                </a:lnTo>
                <a:lnTo>
                  <a:pt x="116" y="6218"/>
                </a:lnTo>
                <a:lnTo>
                  <a:pt x="116" y="6377"/>
                </a:lnTo>
                <a:lnTo>
                  <a:pt x="0" y="6377"/>
                </a:lnTo>
                <a:moveTo>
                  <a:pt x="0" y="6112"/>
                </a:moveTo>
                <a:lnTo>
                  <a:pt x="0" y="5954"/>
                </a:lnTo>
                <a:lnTo>
                  <a:pt x="116" y="5954"/>
                </a:lnTo>
                <a:lnTo>
                  <a:pt x="116" y="6112"/>
                </a:lnTo>
                <a:lnTo>
                  <a:pt x="0" y="6112"/>
                </a:lnTo>
                <a:moveTo>
                  <a:pt x="0" y="5848"/>
                </a:moveTo>
                <a:lnTo>
                  <a:pt x="0" y="5689"/>
                </a:lnTo>
                <a:lnTo>
                  <a:pt x="116" y="5689"/>
                </a:lnTo>
                <a:lnTo>
                  <a:pt x="116" y="5848"/>
                </a:lnTo>
                <a:lnTo>
                  <a:pt x="0" y="5848"/>
                </a:lnTo>
                <a:moveTo>
                  <a:pt x="0" y="5583"/>
                </a:moveTo>
                <a:lnTo>
                  <a:pt x="0" y="5424"/>
                </a:lnTo>
                <a:lnTo>
                  <a:pt x="116" y="5424"/>
                </a:lnTo>
                <a:lnTo>
                  <a:pt x="116" y="5583"/>
                </a:lnTo>
                <a:lnTo>
                  <a:pt x="0" y="5583"/>
                </a:lnTo>
                <a:moveTo>
                  <a:pt x="0" y="5319"/>
                </a:moveTo>
                <a:lnTo>
                  <a:pt x="0" y="5160"/>
                </a:lnTo>
                <a:lnTo>
                  <a:pt x="116" y="5160"/>
                </a:lnTo>
                <a:lnTo>
                  <a:pt x="116" y="5319"/>
                </a:lnTo>
                <a:lnTo>
                  <a:pt x="0" y="5319"/>
                </a:lnTo>
                <a:moveTo>
                  <a:pt x="0" y="5054"/>
                </a:moveTo>
                <a:lnTo>
                  <a:pt x="0" y="4895"/>
                </a:lnTo>
                <a:lnTo>
                  <a:pt x="116" y="4895"/>
                </a:lnTo>
                <a:lnTo>
                  <a:pt x="116" y="5054"/>
                </a:lnTo>
                <a:lnTo>
                  <a:pt x="0" y="5054"/>
                </a:lnTo>
                <a:moveTo>
                  <a:pt x="0" y="4789"/>
                </a:moveTo>
                <a:lnTo>
                  <a:pt x="0" y="4631"/>
                </a:lnTo>
                <a:lnTo>
                  <a:pt x="116" y="4631"/>
                </a:lnTo>
                <a:lnTo>
                  <a:pt x="116" y="4789"/>
                </a:lnTo>
                <a:lnTo>
                  <a:pt x="0" y="4789"/>
                </a:lnTo>
                <a:moveTo>
                  <a:pt x="0" y="4525"/>
                </a:moveTo>
                <a:lnTo>
                  <a:pt x="0" y="4366"/>
                </a:lnTo>
                <a:lnTo>
                  <a:pt x="116" y="4366"/>
                </a:lnTo>
                <a:lnTo>
                  <a:pt x="116" y="4525"/>
                </a:lnTo>
                <a:lnTo>
                  <a:pt x="0" y="4525"/>
                </a:lnTo>
                <a:moveTo>
                  <a:pt x="0" y="4260"/>
                </a:moveTo>
                <a:lnTo>
                  <a:pt x="0" y="4101"/>
                </a:lnTo>
                <a:lnTo>
                  <a:pt x="116" y="4101"/>
                </a:lnTo>
                <a:lnTo>
                  <a:pt x="116" y="4260"/>
                </a:lnTo>
                <a:lnTo>
                  <a:pt x="0" y="4260"/>
                </a:lnTo>
                <a:moveTo>
                  <a:pt x="0" y="3996"/>
                </a:moveTo>
                <a:lnTo>
                  <a:pt x="0" y="3837"/>
                </a:lnTo>
                <a:lnTo>
                  <a:pt x="116" y="3837"/>
                </a:lnTo>
                <a:lnTo>
                  <a:pt x="116" y="3996"/>
                </a:lnTo>
                <a:lnTo>
                  <a:pt x="0" y="3996"/>
                </a:lnTo>
                <a:moveTo>
                  <a:pt x="0" y="3731"/>
                </a:moveTo>
                <a:lnTo>
                  <a:pt x="0" y="3572"/>
                </a:lnTo>
                <a:lnTo>
                  <a:pt x="116" y="3572"/>
                </a:lnTo>
                <a:lnTo>
                  <a:pt x="116" y="3731"/>
                </a:lnTo>
                <a:lnTo>
                  <a:pt x="0" y="3731"/>
                </a:lnTo>
                <a:moveTo>
                  <a:pt x="0" y="3466"/>
                </a:moveTo>
                <a:lnTo>
                  <a:pt x="0" y="3308"/>
                </a:lnTo>
                <a:lnTo>
                  <a:pt x="116" y="3308"/>
                </a:lnTo>
                <a:lnTo>
                  <a:pt x="116" y="3466"/>
                </a:lnTo>
                <a:lnTo>
                  <a:pt x="0" y="3466"/>
                </a:lnTo>
                <a:moveTo>
                  <a:pt x="0" y="3202"/>
                </a:moveTo>
                <a:lnTo>
                  <a:pt x="0" y="3043"/>
                </a:lnTo>
                <a:lnTo>
                  <a:pt x="116" y="3043"/>
                </a:lnTo>
                <a:lnTo>
                  <a:pt x="116" y="3202"/>
                </a:lnTo>
                <a:lnTo>
                  <a:pt x="0" y="3202"/>
                </a:lnTo>
                <a:moveTo>
                  <a:pt x="0" y="2937"/>
                </a:moveTo>
                <a:lnTo>
                  <a:pt x="0" y="2779"/>
                </a:lnTo>
                <a:lnTo>
                  <a:pt x="116" y="2779"/>
                </a:lnTo>
                <a:lnTo>
                  <a:pt x="116" y="2937"/>
                </a:lnTo>
                <a:lnTo>
                  <a:pt x="0" y="2937"/>
                </a:lnTo>
                <a:moveTo>
                  <a:pt x="0" y="2673"/>
                </a:moveTo>
                <a:lnTo>
                  <a:pt x="0" y="2514"/>
                </a:lnTo>
                <a:lnTo>
                  <a:pt x="116" y="2514"/>
                </a:lnTo>
                <a:lnTo>
                  <a:pt x="116" y="2673"/>
                </a:lnTo>
                <a:lnTo>
                  <a:pt x="0" y="2673"/>
                </a:lnTo>
                <a:moveTo>
                  <a:pt x="0" y="2408"/>
                </a:moveTo>
                <a:lnTo>
                  <a:pt x="0" y="2249"/>
                </a:lnTo>
                <a:lnTo>
                  <a:pt x="116" y="2249"/>
                </a:lnTo>
                <a:lnTo>
                  <a:pt x="116" y="2408"/>
                </a:lnTo>
                <a:lnTo>
                  <a:pt x="0" y="2408"/>
                </a:lnTo>
                <a:moveTo>
                  <a:pt x="0" y="2144"/>
                </a:moveTo>
                <a:lnTo>
                  <a:pt x="0" y="1985"/>
                </a:lnTo>
                <a:lnTo>
                  <a:pt x="116" y="1985"/>
                </a:lnTo>
                <a:lnTo>
                  <a:pt x="116" y="2144"/>
                </a:lnTo>
                <a:lnTo>
                  <a:pt x="0" y="2144"/>
                </a:lnTo>
                <a:moveTo>
                  <a:pt x="0" y="1879"/>
                </a:moveTo>
                <a:lnTo>
                  <a:pt x="0" y="1720"/>
                </a:lnTo>
                <a:lnTo>
                  <a:pt x="116" y="1720"/>
                </a:lnTo>
                <a:lnTo>
                  <a:pt x="116" y="1879"/>
                </a:lnTo>
                <a:lnTo>
                  <a:pt x="0" y="1879"/>
                </a:lnTo>
                <a:moveTo>
                  <a:pt x="0" y="1614"/>
                </a:moveTo>
                <a:lnTo>
                  <a:pt x="0" y="1456"/>
                </a:lnTo>
                <a:lnTo>
                  <a:pt x="116" y="1456"/>
                </a:lnTo>
                <a:lnTo>
                  <a:pt x="116" y="1614"/>
                </a:lnTo>
                <a:lnTo>
                  <a:pt x="0" y="1614"/>
                </a:lnTo>
                <a:moveTo>
                  <a:pt x="0" y="1350"/>
                </a:moveTo>
                <a:lnTo>
                  <a:pt x="0" y="1190"/>
                </a:lnTo>
                <a:lnTo>
                  <a:pt x="116" y="1190"/>
                </a:lnTo>
                <a:lnTo>
                  <a:pt x="116" y="1350"/>
                </a:lnTo>
                <a:lnTo>
                  <a:pt x="0" y="1350"/>
                </a:lnTo>
                <a:moveTo>
                  <a:pt x="0" y="1084"/>
                </a:moveTo>
                <a:lnTo>
                  <a:pt x="0" y="925"/>
                </a:lnTo>
                <a:lnTo>
                  <a:pt x="116" y="925"/>
                </a:lnTo>
                <a:lnTo>
                  <a:pt x="116" y="1084"/>
                </a:lnTo>
                <a:lnTo>
                  <a:pt x="0" y="1084"/>
                </a:lnTo>
                <a:moveTo>
                  <a:pt x="0" y="820"/>
                </a:moveTo>
                <a:lnTo>
                  <a:pt x="0" y="661"/>
                </a:lnTo>
                <a:lnTo>
                  <a:pt x="116" y="661"/>
                </a:lnTo>
                <a:lnTo>
                  <a:pt x="116" y="820"/>
                </a:lnTo>
                <a:lnTo>
                  <a:pt x="0" y="820"/>
                </a:lnTo>
                <a:moveTo>
                  <a:pt x="0" y="555"/>
                </a:moveTo>
                <a:lnTo>
                  <a:pt x="0" y="396"/>
                </a:lnTo>
                <a:lnTo>
                  <a:pt x="116" y="396"/>
                </a:lnTo>
                <a:lnTo>
                  <a:pt x="116" y="555"/>
                </a:lnTo>
                <a:lnTo>
                  <a:pt x="0" y="555"/>
                </a:lnTo>
                <a:moveTo>
                  <a:pt x="0" y="290"/>
                </a:moveTo>
                <a:lnTo>
                  <a:pt x="0" y="138"/>
                </a:lnTo>
                <a:cubicBezTo>
                  <a:pt x="0" y="134"/>
                  <a:pt x="0" y="131"/>
                  <a:pt x="0" y="128"/>
                </a:cubicBezTo>
                <a:lnTo>
                  <a:pt x="116" y="136"/>
                </a:lnTo>
                <a:cubicBezTo>
                  <a:pt x="116" y="137"/>
                  <a:pt x="116" y="137"/>
                  <a:pt x="116" y="138"/>
                </a:cubicBezTo>
                <a:lnTo>
                  <a:pt x="116" y="290"/>
                </a:lnTo>
                <a:lnTo>
                  <a:pt x="0" y="290"/>
                </a:lnTo>
                <a:moveTo>
                  <a:pt x="121" y="1"/>
                </a:moveTo>
                <a:cubicBezTo>
                  <a:pt x="127" y="0"/>
                  <a:pt x="132" y="0"/>
                  <a:pt x="137" y="0"/>
                </a:cubicBezTo>
                <a:lnTo>
                  <a:pt x="296" y="0"/>
                </a:lnTo>
                <a:lnTo>
                  <a:pt x="296" y="116"/>
                </a:lnTo>
                <a:lnTo>
                  <a:pt x="137" y="116"/>
                </a:lnTo>
                <a:cubicBezTo>
                  <a:pt x="136" y="116"/>
                  <a:pt x="135" y="117"/>
                  <a:pt x="135" y="117"/>
                </a:cubicBezTo>
                <a:lnTo>
                  <a:pt x="121" y="1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8942040" y="950400"/>
            <a:ext cx="2842560" cy="2842560"/>
          </a:xfrm>
          <a:custGeom>
            <a:avLst/>
            <a:gdLst/>
            <a:ahLst/>
            <a:rect l="0" t="0" r="r" b="b"/>
            <a:pathLst>
              <a:path w="7896" h="7896">
                <a:moveTo>
                  <a:pt x="402" y="0"/>
                </a:moveTo>
                <a:lnTo>
                  <a:pt x="560" y="0"/>
                </a:lnTo>
                <a:lnTo>
                  <a:pt x="560" y="116"/>
                </a:lnTo>
                <a:lnTo>
                  <a:pt x="402" y="116"/>
                </a:lnTo>
                <a:lnTo>
                  <a:pt x="402" y="0"/>
                </a:lnTo>
                <a:moveTo>
                  <a:pt x="666" y="0"/>
                </a:moveTo>
                <a:lnTo>
                  <a:pt x="825" y="0"/>
                </a:lnTo>
                <a:lnTo>
                  <a:pt x="825" y="116"/>
                </a:lnTo>
                <a:lnTo>
                  <a:pt x="666" y="116"/>
                </a:lnTo>
                <a:lnTo>
                  <a:pt x="666" y="0"/>
                </a:lnTo>
                <a:moveTo>
                  <a:pt x="931" y="0"/>
                </a:moveTo>
                <a:lnTo>
                  <a:pt x="1090" y="0"/>
                </a:lnTo>
                <a:lnTo>
                  <a:pt x="1090" y="116"/>
                </a:lnTo>
                <a:lnTo>
                  <a:pt x="931" y="116"/>
                </a:lnTo>
                <a:lnTo>
                  <a:pt x="931" y="0"/>
                </a:lnTo>
                <a:moveTo>
                  <a:pt x="1195" y="0"/>
                </a:moveTo>
                <a:lnTo>
                  <a:pt x="1354" y="0"/>
                </a:lnTo>
                <a:lnTo>
                  <a:pt x="1354" y="116"/>
                </a:lnTo>
                <a:lnTo>
                  <a:pt x="1195" y="116"/>
                </a:lnTo>
                <a:lnTo>
                  <a:pt x="1195" y="0"/>
                </a:lnTo>
                <a:moveTo>
                  <a:pt x="1460" y="0"/>
                </a:moveTo>
                <a:lnTo>
                  <a:pt x="1619" y="0"/>
                </a:lnTo>
                <a:lnTo>
                  <a:pt x="1619" y="116"/>
                </a:lnTo>
                <a:lnTo>
                  <a:pt x="1460" y="116"/>
                </a:lnTo>
                <a:lnTo>
                  <a:pt x="1460" y="0"/>
                </a:lnTo>
                <a:moveTo>
                  <a:pt x="1725" y="0"/>
                </a:moveTo>
                <a:lnTo>
                  <a:pt x="1883" y="0"/>
                </a:lnTo>
                <a:lnTo>
                  <a:pt x="1883" y="116"/>
                </a:lnTo>
                <a:lnTo>
                  <a:pt x="1725" y="116"/>
                </a:lnTo>
                <a:lnTo>
                  <a:pt x="1725" y="0"/>
                </a:lnTo>
                <a:moveTo>
                  <a:pt x="1989" y="0"/>
                </a:moveTo>
                <a:lnTo>
                  <a:pt x="2148" y="0"/>
                </a:lnTo>
                <a:lnTo>
                  <a:pt x="2148" y="116"/>
                </a:lnTo>
                <a:lnTo>
                  <a:pt x="1989" y="116"/>
                </a:lnTo>
                <a:lnTo>
                  <a:pt x="1989" y="0"/>
                </a:lnTo>
                <a:moveTo>
                  <a:pt x="2254" y="0"/>
                </a:moveTo>
                <a:lnTo>
                  <a:pt x="2413" y="0"/>
                </a:lnTo>
                <a:lnTo>
                  <a:pt x="2413" y="116"/>
                </a:lnTo>
                <a:lnTo>
                  <a:pt x="2254" y="116"/>
                </a:lnTo>
                <a:lnTo>
                  <a:pt x="2254" y="0"/>
                </a:lnTo>
                <a:moveTo>
                  <a:pt x="2518" y="0"/>
                </a:moveTo>
                <a:lnTo>
                  <a:pt x="2677" y="0"/>
                </a:lnTo>
                <a:lnTo>
                  <a:pt x="2677" y="116"/>
                </a:lnTo>
                <a:lnTo>
                  <a:pt x="2518" y="116"/>
                </a:lnTo>
                <a:lnTo>
                  <a:pt x="2518" y="0"/>
                </a:lnTo>
                <a:moveTo>
                  <a:pt x="2783" y="0"/>
                </a:moveTo>
                <a:lnTo>
                  <a:pt x="2943" y="0"/>
                </a:lnTo>
                <a:lnTo>
                  <a:pt x="2943" y="116"/>
                </a:lnTo>
                <a:lnTo>
                  <a:pt x="2783" y="116"/>
                </a:lnTo>
                <a:lnTo>
                  <a:pt x="2783" y="0"/>
                </a:lnTo>
                <a:moveTo>
                  <a:pt x="3049" y="0"/>
                </a:moveTo>
                <a:lnTo>
                  <a:pt x="3207" y="0"/>
                </a:lnTo>
                <a:lnTo>
                  <a:pt x="3207" y="116"/>
                </a:lnTo>
                <a:lnTo>
                  <a:pt x="3049" y="116"/>
                </a:lnTo>
                <a:lnTo>
                  <a:pt x="3049" y="0"/>
                </a:lnTo>
                <a:moveTo>
                  <a:pt x="3313" y="0"/>
                </a:moveTo>
                <a:lnTo>
                  <a:pt x="3472" y="0"/>
                </a:lnTo>
                <a:lnTo>
                  <a:pt x="3472" y="116"/>
                </a:lnTo>
                <a:lnTo>
                  <a:pt x="3313" y="116"/>
                </a:lnTo>
                <a:lnTo>
                  <a:pt x="3313" y="0"/>
                </a:lnTo>
                <a:moveTo>
                  <a:pt x="3578" y="0"/>
                </a:moveTo>
                <a:lnTo>
                  <a:pt x="3736" y="0"/>
                </a:lnTo>
                <a:lnTo>
                  <a:pt x="3736" y="116"/>
                </a:lnTo>
                <a:lnTo>
                  <a:pt x="3578" y="116"/>
                </a:lnTo>
                <a:lnTo>
                  <a:pt x="3578" y="0"/>
                </a:lnTo>
                <a:moveTo>
                  <a:pt x="3842" y="0"/>
                </a:moveTo>
                <a:lnTo>
                  <a:pt x="4001" y="0"/>
                </a:lnTo>
                <a:lnTo>
                  <a:pt x="4001" y="116"/>
                </a:lnTo>
                <a:lnTo>
                  <a:pt x="3842" y="116"/>
                </a:lnTo>
                <a:lnTo>
                  <a:pt x="3842" y="0"/>
                </a:lnTo>
                <a:moveTo>
                  <a:pt x="4107" y="0"/>
                </a:moveTo>
                <a:lnTo>
                  <a:pt x="4266" y="0"/>
                </a:lnTo>
                <a:lnTo>
                  <a:pt x="4266" y="116"/>
                </a:lnTo>
                <a:lnTo>
                  <a:pt x="4107" y="116"/>
                </a:lnTo>
                <a:lnTo>
                  <a:pt x="4107" y="0"/>
                </a:lnTo>
                <a:moveTo>
                  <a:pt x="4371" y="0"/>
                </a:moveTo>
                <a:lnTo>
                  <a:pt x="4530" y="0"/>
                </a:lnTo>
                <a:lnTo>
                  <a:pt x="4530" y="116"/>
                </a:lnTo>
                <a:lnTo>
                  <a:pt x="4371" y="116"/>
                </a:lnTo>
                <a:lnTo>
                  <a:pt x="4371" y="0"/>
                </a:lnTo>
                <a:moveTo>
                  <a:pt x="4636" y="0"/>
                </a:moveTo>
                <a:lnTo>
                  <a:pt x="4795" y="0"/>
                </a:lnTo>
                <a:lnTo>
                  <a:pt x="4795" y="116"/>
                </a:lnTo>
                <a:lnTo>
                  <a:pt x="4636" y="116"/>
                </a:lnTo>
                <a:lnTo>
                  <a:pt x="4636" y="0"/>
                </a:lnTo>
                <a:moveTo>
                  <a:pt x="4901" y="0"/>
                </a:moveTo>
                <a:lnTo>
                  <a:pt x="5059" y="0"/>
                </a:lnTo>
                <a:lnTo>
                  <a:pt x="5059" y="116"/>
                </a:lnTo>
                <a:lnTo>
                  <a:pt x="4901" y="116"/>
                </a:lnTo>
                <a:lnTo>
                  <a:pt x="4901" y="0"/>
                </a:lnTo>
                <a:moveTo>
                  <a:pt x="5165" y="0"/>
                </a:moveTo>
                <a:lnTo>
                  <a:pt x="5324" y="0"/>
                </a:lnTo>
                <a:lnTo>
                  <a:pt x="5324" y="116"/>
                </a:lnTo>
                <a:lnTo>
                  <a:pt x="5165" y="116"/>
                </a:lnTo>
                <a:lnTo>
                  <a:pt x="5165" y="0"/>
                </a:lnTo>
                <a:moveTo>
                  <a:pt x="5430" y="0"/>
                </a:moveTo>
                <a:lnTo>
                  <a:pt x="5589" y="0"/>
                </a:lnTo>
                <a:lnTo>
                  <a:pt x="5589" y="116"/>
                </a:lnTo>
                <a:lnTo>
                  <a:pt x="5430" y="116"/>
                </a:lnTo>
                <a:lnTo>
                  <a:pt x="5430" y="0"/>
                </a:lnTo>
                <a:moveTo>
                  <a:pt x="5694" y="0"/>
                </a:moveTo>
                <a:lnTo>
                  <a:pt x="5853" y="0"/>
                </a:lnTo>
                <a:lnTo>
                  <a:pt x="5853" y="116"/>
                </a:lnTo>
                <a:lnTo>
                  <a:pt x="5694" y="116"/>
                </a:lnTo>
                <a:lnTo>
                  <a:pt x="5694" y="0"/>
                </a:lnTo>
                <a:moveTo>
                  <a:pt x="5959" y="0"/>
                </a:moveTo>
                <a:lnTo>
                  <a:pt x="6118" y="0"/>
                </a:lnTo>
                <a:lnTo>
                  <a:pt x="6118" y="116"/>
                </a:lnTo>
                <a:lnTo>
                  <a:pt x="5959" y="116"/>
                </a:lnTo>
                <a:lnTo>
                  <a:pt x="5959" y="0"/>
                </a:lnTo>
                <a:moveTo>
                  <a:pt x="6224" y="0"/>
                </a:moveTo>
                <a:lnTo>
                  <a:pt x="6382" y="0"/>
                </a:lnTo>
                <a:lnTo>
                  <a:pt x="6382" y="116"/>
                </a:lnTo>
                <a:lnTo>
                  <a:pt x="6224" y="116"/>
                </a:lnTo>
                <a:lnTo>
                  <a:pt x="6224" y="0"/>
                </a:lnTo>
                <a:moveTo>
                  <a:pt x="6488" y="0"/>
                </a:moveTo>
                <a:lnTo>
                  <a:pt x="6647" y="0"/>
                </a:lnTo>
                <a:lnTo>
                  <a:pt x="6647" y="116"/>
                </a:lnTo>
                <a:lnTo>
                  <a:pt x="6488" y="116"/>
                </a:lnTo>
                <a:lnTo>
                  <a:pt x="6488" y="0"/>
                </a:lnTo>
                <a:moveTo>
                  <a:pt x="6753" y="0"/>
                </a:moveTo>
                <a:lnTo>
                  <a:pt x="6911" y="0"/>
                </a:lnTo>
                <a:lnTo>
                  <a:pt x="6911" y="116"/>
                </a:lnTo>
                <a:lnTo>
                  <a:pt x="6753" y="116"/>
                </a:lnTo>
                <a:lnTo>
                  <a:pt x="6753" y="0"/>
                </a:lnTo>
                <a:moveTo>
                  <a:pt x="7017" y="0"/>
                </a:moveTo>
                <a:lnTo>
                  <a:pt x="7176" y="0"/>
                </a:lnTo>
                <a:lnTo>
                  <a:pt x="7176" y="116"/>
                </a:lnTo>
                <a:lnTo>
                  <a:pt x="7017" y="116"/>
                </a:lnTo>
                <a:lnTo>
                  <a:pt x="7017" y="0"/>
                </a:lnTo>
                <a:moveTo>
                  <a:pt x="7282" y="0"/>
                </a:moveTo>
                <a:lnTo>
                  <a:pt x="7441" y="0"/>
                </a:lnTo>
                <a:lnTo>
                  <a:pt x="7441" y="116"/>
                </a:lnTo>
                <a:lnTo>
                  <a:pt x="7282" y="116"/>
                </a:lnTo>
                <a:lnTo>
                  <a:pt x="7282" y="0"/>
                </a:lnTo>
                <a:moveTo>
                  <a:pt x="7546" y="0"/>
                </a:moveTo>
                <a:lnTo>
                  <a:pt x="7705" y="0"/>
                </a:lnTo>
                <a:lnTo>
                  <a:pt x="7705" y="116"/>
                </a:lnTo>
                <a:lnTo>
                  <a:pt x="7546" y="116"/>
                </a:lnTo>
                <a:lnTo>
                  <a:pt x="7546" y="0"/>
                </a:lnTo>
                <a:moveTo>
                  <a:pt x="7845" y="31"/>
                </a:moveTo>
                <a:cubicBezTo>
                  <a:pt x="7879" y="58"/>
                  <a:pt x="7896" y="94"/>
                  <a:pt x="7896" y="138"/>
                </a:cubicBezTo>
                <a:lnTo>
                  <a:pt x="7896" y="228"/>
                </a:lnTo>
                <a:lnTo>
                  <a:pt x="7779" y="228"/>
                </a:lnTo>
                <a:lnTo>
                  <a:pt x="7779" y="138"/>
                </a:lnTo>
                <a:cubicBezTo>
                  <a:pt x="7779" y="131"/>
                  <a:pt x="7777" y="125"/>
                  <a:pt x="7771" y="121"/>
                </a:cubicBezTo>
                <a:lnTo>
                  <a:pt x="7845" y="31"/>
                </a:lnTo>
                <a:moveTo>
                  <a:pt x="7896" y="334"/>
                </a:moveTo>
                <a:lnTo>
                  <a:pt x="7896" y="492"/>
                </a:lnTo>
                <a:lnTo>
                  <a:pt x="7779" y="492"/>
                </a:lnTo>
                <a:lnTo>
                  <a:pt x="7779" y="334"/>
                </a:lnTo>
                <a:lnTo>
                  <a:pt x="7896" y="334"/>
                </a:lnTo>
                <a:moveTo>
                  <a:pt x="7896" y="598"/>
                </a:moveTo>
                <a:lnTo>
                  <a:pt x="7896" y="757"/>
                </a:lnTo>
                <a:lnTo>
                  <a:pt x="7779" y="757"/>
                </a:lnTo>
                <a:lnTo>
                  <a:pt x="7779" y="598"/>
                </a:lnTo>
                <a:lnTo>
                  <a:pt x="7896" y="598"/>
                </a:lnTo>
                <a:moveTo>
                  <a:pt x="7896" y="863"/>
                </a:moveTo>
                <a:lnTo>
                  <a:pt x="7896" y="1022"/>
                </a:lnTo>
                <a:lnTo>
                  <a:pt x="7779" y="1022"/>
                </a:lnTo>
                <a:lnTo>
                  <a:pt x="7779" y="863"/>
                </a:lnTo>
                <a:lnTo>
                  <a:pt x="7896" y="863"/>
                </a:lnTo>
                <a:moveTo>
                  <a:pt x="7896" y="1127"/>
                </a:moveTo>
                <a:lnTo>
                  <a:pt x="7896" y="1286"/>
                </a:lnTo>
                <a:lnTo>
                  <a:pt x="7779" y="1286"/>
                </a:lnTo>
                <a:lnTo>
                  <a:pt x="7779" y="1127"/>
                </a:lnTo>
                <a:lnTo>
                  <a:pt x="7896" y="1127"/>
                </a:lnTo>
                <a:moveTo>
                  <a:pt x="7896" y="1393"/>
                </a:moveTo>
                <a:lnTo>
                  <a:pt x="7896" y="1552"/>
                </a:lnTo>
                <a:lnTo>
                  <a:pt x="7779" y="1552"/>
                </a:lnTo>
                <a:lnTo>
                  <a:pt x="7779" y="1393"/>
                </a:lnTo>
                <a:lnTo>
                  <a:pt x="7896" y="1393"/>
                </a:lnTo>
                <a:moveTo>
                  <a:pt x="7896" y="1658"/>
                </a:moveTo>
                <a:lnTo>
                  <a:pt x="7896" y="1816"/>
                </a:lnTo>
                <a:lnTo>
                  <a:pt x="7779" y="1816"/>
                </a:lnTo>
                <a:lnTo>
                  <a:pt x="7779" y="1658"/>
                </a:lnTo>
                <a:lnTo>
                  <a:pt x="7896" y="1658"/>
                </a:lnTo>
                <a:moveTo>
                  <a:pt x="7896" y="1922"/>
                </a:moveTo>
                <a:lnTo>
                  <a:pt x="7896" y="2081"/>
                </a:lnTo>
                <a:lnTo>
                  <a:pt x="7779" y="2081"/>
                </a:lnTo>
                <a:lnTo>
                  <a:pt x="7779" y="1922"/>
                </a:lnTo>
                <a:lnTo>
                  <a:pt x="7896" y="1922"/>
                </a:lnTo>
                <a:moveTo>
                  <a:pt x="7896" y="2187"/>
                </a:moveTo>
                <a:lnTo>
                  <a:pt x="7896" y="2345"/>
                </a:lnTo>
                <a:lnTo>
                  <a:pt x="7779" y="2345"/>
                </a:lnTo>
                <a:lnTo>
                  <a:pt x="7779" y="2187"/>
                </a:lnTo>
                <a:lnTo>
                  <a:pt x="7896" y="2187"/>
                </a:lnTo>
                <a:moveTo>
                  <a:pt x="7896" y="2451"/>
                </a:moveTo>
                <a:lnTo>
                  <a:pt x="7896" y="2610"/>
                </a:lnTo>
                <a:lnTo>
                  <a:pt x="7779" y="2610"/>
                </a:lnTo>
                <a:lnTo>
                  <a:pt x="7779" y="2451"/>
                </a:lnTo>
                <a:lnTo>
                  <a:pt x="7896" y="2451"/>
                </a:lnTo>
                <a:moveTo>
                  <a:pt x="7896" y="2716"/>
                </a:moveTo>
                <a:lnTo>
                  <a:pt x="7896" y="2875"/>
                </a:lnTo>
                <a:lnTo>
                  <a:pt x="7779" y="2875"/>
                </a:lnTo>
                <a:lnTo>
                  <a:pt x="7779" y="2716"/>
                </a:lnTo>
                <a:lnTo>
                  <a:pt x="7896" y="2716"/>
                </a:lnTo>
                <a:moveTo>
                  <a:pt x="7896" y="2980"/>
                </a:moveTo>
                <a:lnTo>
                  <a:pt x="7896" y="3139"/>
                </a:lnTo>
                <a:lnTo>
                  <a:pt x="7779" y="3139"/>
                </a:lnTo>
                <a:lnTo>
                  <a:pt x="7779" y="2980"/>
                </a:lnTo>
                <a:lnTo>
                  <a:pt x="7896" y="2980"/>
                </a:lnTo>
                <a:moveTo>
                  <a:pt x="7896" y="3245"/>
                </a:moveTo>
                <a:lnTo>
                  <a:pt x="7896" y="3404"/>
                </a:lnTo>
                <a:lnTo>
                  <a:pt x="7779" y="3404"/>
                </a:lnTo>
                <a:lnTo>
                  <a:pt x="7779" y="3245"/>
                </a:lnTo>
                <a:lnTo>
                  <a:pt x="7896" y="3245"/>
                </a:lnTo>
                <a:moveTo>
                  <a:pt x="7896" y="3510"/>
                </a:moveTo>
                <a:lnTo>
                  <a:pt x="7896" y="3668"/>
                </a:lnTo>
                <a:lnTo>
                  <a:pt x="7779" y="3668"/>
                </a:lnTo>
                <a:lnTo>
                  <a:pt x="7779" y="3510"/>
                </a:lnTo>
                <a:lnTo>
                  <a:pt x="7896" y="3510"/>
                </a:lnTo>
                <a:moveTo>
                  <a:pt x="7896" y="3774"/>
                </a:moveTo>
                <a:lnTo>
                  <a:pt x="7896" y="3933"/>
                </a:lnTo>
                <a:lnTo>
                  <a:pt x="7779" y="3933"/>
                </a:lnTo>
                <a:lnTo>
                  <a:pt x="7779" y="3774"/>
                </a:lnTo>
                <a:lnTo>
                  <a:pt x="7896" y="3774"/>
                </a:lnTo>
                <a:moveTo>
                  <a:pt x="7896" y="4039"/>
                </a:moveTo>
                <a:lnTo>
                  <a:pt x="7896" y="4198"/>
                </a:lnTo>
                <a:lnTo>
                  <a:pt x="7779" y="4198"/>
                </a:lnTo>
                <a:lnTo>
                  <a:pt x="7779" y="4039"/>
                </a:lnTo>
                <a:lnTo>
                  <a:pt x="7896" y="4039"/>
                </a:lnTo>
                <a:moveTo>
                  <a:pt x="7896" y="4303"/>
                </a:moveTo>
                <a:lnTo>
                  <a:pt x="7896" y="4462"/>
                </a:lnTo>
                <a:lnTo>
                  <a:pt x="7779" y="4462"/>
                </a:lnTo>
                <a:lnTo>
                  <a:pt x="7779" y="4303"/>
                </a:lnTo>
                <a:lnTo>
                  <a:pt x="7896" y="4303"/>
                </a:lnTo>
                <a:moveTo>
                  <a:pt x="7896" y="4568"/>
                </a:moveTo>
                <a:lnTo>
                  <a:pt x="7896" y="4727"/>
                </a:lnTo>
                <a:lnTo>
                  <a:pt x="7779" y="4727"/>
                </a:lnTo>
                <a:lnTo>
                  <a:pt x="7779" y="4568"/>
                </a:lnTo>
                <a:lnTo>
                  <a:pt x="7896" y="4568"/>
                </a:lnTo>
                <a:moveTo>
                  <a:pt x="7896" y="4833"/>
                </a:moveTo>
                <a:lnTo>
                  <a:pt x="7896" y="4991"/>
                </a:lnTo>
                <a:lnTo>
                  <a:pt x="7779" y="4991"/>
                </a:lnTo>
                <a:lnTo>
                  <a:pt x="7779" y="4833"/>
                </a:lnTo>
                <a:lnTo>
                  <a:pt x="7896" y="4833"/>
                </a:lnTo>
                <a:moveTo>
                  <a:pt x="7896" y="5097"/>
                </a:moveTo>
                <a:lnTo>
                  <a:pt x="7896" y="5256"/>
                </a:lnTo>
                <a:lnTo>
                  <a:pt x="7779" y="5256"/>
                </a:lnTo>
                <a:lnTo>
                  <a:pt x="7779" y="5097"/>
                </a:lnTo>
                <a:lnTo>
                  <a:pt x="7896" y="5097"/>
                </a:lnTo>
                <a:moveTo>
                  <a:pt x="7896" y="5362"/>
                </a:moveTo>
                <a:lnTo>
                  <a:pt x="7896" y="5520"/>
                </a:lnTo>
                <a:lnTo>
                  <a:pt x="7779" y="5520"/>
                </a:lnTo>
                <a:lnTo>
                  <a:pt x="7779" y="5362"/>
                </a:lnTo>
                <a:lnTo>
                  <a:pt x="7896" y="5362"/>
                </a:lnTo>
                <a:moveTo>
                  <a:pt x="7896" y="5626"/>
                </a:moveTo>
                <a:lnTo>
                  <a:pt x="7896" y="5785"/>
                </a:lnTo>
                <a:lnTo>
                  <a:pt x="7779" y="5785"/>
                </a:lnTo>
                <a:lnTo>
                  <a:pt x="7779" y="5626"/>
                </a:lnTo>
                <a:lnTo>
                  <a:pt x="7896" y="5626"/>
                </a:lnTo>
                <a:moveTo>
                  <a:pt x="7896" y="5891"/>
                </a:moveTo>
                <a:lnTo>
                  <a:pt x="7896" y="6050"/>
                </a:lnTo>
                <a:lnTo>
                  <a:pt x="7779" y="6050"/>
                </a:lnTo>
                <a:lnTo>
                  <a:pt x="7779" y="5891"/>
                </a:lnTo>
                <a:lnTo>
                  <a:pt x="7896" y="5891"/>
                </a:lnTo>
                <a:moveTo>
                  <a:pt x="7896" y="6155"/>
                </a:moveTo>
                <a:lnTo>
                  <a:pt x="7896" y="6314"/>
                </a:lnTo>
                <a:lnTo>
                  <a:pt x="7779" y="6314"/>
                </a:lnTo>
                <a:lnTo>
                  <a:pt x="7779" y="6155"/>
                </a:lnTo>
                <a:lnTo>
                  <a:pt x="7896" y="6155"/>
                </a:lnTo>
                <a:moveTo>
                  <a:pt x="7896" y="6420"/>
                </a:moveTo>
                <a:lnTo>
                  <a:pt x="7896" y="6579"/>
                </a:lnTo>
                <a:lnTo>
                  <a:pt x="7779" y="6579"/>
                </a:lnTo>
                <a:lnTo>
                  <a:pt x="7779" y="6420"/>
                </a:lnTo>
                <a:lnTo>
                  <a:pt x="7896" y="6420"/>
                </a:lnTo>
                <a:moveTo>
                  <a:pt x="7896" y="6685"/>
                </a:moveTo>
                <a:lnTo>
                  <a:pt x="7896" y="6843"/>
                </a:lnTo>
                <a:lnTo>
                  <a:pt x="7779" y="6843"/>
                </a:lnTo>
                <a:lnTo>
                  <a:pt x="7779" y="6685"/>
                </a:lnTo>
                <a:lnTo>
                  <a:pt x="7896" y="6685"/>
                </a:lnTo>
                <a:moveTo>
                  <a:pt x="7896" y="6949"/>
                </a:moveTo>
                <a:lnTo>
                  <a:pt x="7896" y="7108"/>
                </a:lnTo>
                <a:lnTo>
                  <a:pt x="7779" y="7108"/>
                </a:lnTo>
                <a:lnTo>
                  <a:pt x="7779" y="6949"/>
                </a:lnTo>
                <a:lnTo>
                  <a:pt x="7896" y="6949"/>
                </a:lnTo>
                <a:moveTo>
                  <a:pt x="7896" y="7214"/>
                </a:moveTo>
                <a:lnTo>
                  <a:pt x="7896" y="7373"/>
                </a:lnTo>
                <a:lnTo>
                  <a:pt x="7779" y="7373"/>
                </a:lnTo>
                <a:lnTo>
                  <a:pt x="7779" y="7214"/>
                </a:lnTo>
                <a:lnTo>
                  <a:pt x="7896" y="7214"/>
                </a:lnTo>
                <a:moveTo>
                  <a:pt x="7896" y="7478"/>
                </a:moveTo>
                <a:lnTo>
                  <a:pt x="7896" y="7637"/>
                </a:lnTo>
                <a:lnTo>
                  <a:pt x="7779" y="7637"/>
                </a:lnTo>
                <a:lnTo>
                  <a:pt x="7779" y="7478"/>
                </a:lnTo>
                <a:lnTo>
                  <a:pt x="7896" y="7478"/>
                </a:lnTo>
                <a:moveTo>
                  <a:pt x="7896" y="7743"/>
                </a:moveTo>
                <a:lnTo>
                  <a:pt x="7896" y="7759"/>
                </a:lnTo>
                <a:cubicBezTo>
                  <a:pt x="7896" y="7797"/>
                  <a:pt x="7882" y="7829"/>
                  <a:pt x="7855" y="7856"/>
                </a:cubicBezTo>
                <a:cubicBezTo>
                  <a:pt x="7829" y="7883"/>
                  <a:pt x="7796" y="7896"/>
                  <a:pt x="7758" y="7896"/>
                </a:cubicBezTo>
                <a:lnTo>
                  <a:pt x="7737" y="7896"/>
                </a:lnTo>
                <a:lnTo>
                  <a:pt x="7737" y="7780"/>
                </a:lnTo>
                <a:lnTo>
                  <a:pt x="7758" y="7780"/>
                </a:lnTo>
                <a:cubicBezTo>
                  <a:pt x="7772" y="7780"/>
                  <a:pt x="7779" y="7773"/>
                  <a:pt x="7779" y="7759"/>
                </a:cubicBezTo>
                <a:lnTo>
                  <a:pt x="7779" y="7743"/>
                </a:lnTo>
                <a:lnTo>
                  <a:pt x="7896" y="7743"/>
                </a:lnTo>
                <a:moveTo>
                  <a:pt x="7631" y="7896"/>
                </a:moveTo>
                <a:lnTo>
                  <a:pt x="7472" y="7896"/>
                </a:lnTo>
                <a:lnTo>
                  <a:pt x="7472" y="7780"/>
                </a:lnTo>
                <a:lnTo>
                  <a:pt x="7631" y="7780"/>
                </a:lnTo>
                <a:lnTo>
                  <a:pt x="7631" y="7896"/>
                </a:lnTo>
                <a:moveTo>
                  <a:pt x="7366" y="7896"/>
                </a:moveTo>
                <a:lnTo>
                  <a:pt x="7207" y="7896"/>
                </a:lnTo>
                <a:lnTo>
                  <a:pt x="7207" y="7780"/>
                </a:lnTo>
                <a:lnTo>
                  <a:pt x="7366" y="7780"/>
                </a:lnTo>
                <a:lnTo>
                  <a:pt x="7366" y="7896"/>
                </a:lnTo>
                <a:moveTo>
                  <a:pt x="7102" y="7896"/>
                </a:moveTo>
                <a:lnTo>
                  <a:pt x="6943" y="7896"/>
                </a:lnTo>
                <a:lnTo>
                  <a:pt x="6943" y="7780"/>
                </a:lnTo>
                <a:lnTo>
                  <a:pt x="7102" y="7780"/>
                </a:lnTo>
                <a:lnTo>
                  <a:pt x="7102" y="7896"/>
                </a:lnTo>
                <a:moveTo>
                  <a:pt x="6837" y="7896"/>
                </a:moveTo>
                <a:lnTo>
                  <a:pt x="6678" y="7896"/>
                </a:lnTo>
                <a:lnTo>
                  <a:pt x="6678" y="7780"/>
                </a:lnTo>
                <a:lnTo>
                  <a:pt x="6837" y="7780"/>
                </a:lnTo>
                <a:lnTo>
                  <a:pt x="6837" y="7896"/>
                </a:lnTo>
                <a:moveTo>
                  <a:pt x="6572" y="7896"/>
                </a:moveTo>
                <a:lnTo>
                  <a:pt x="6414" y="7896"/>
                </a:lnTo>
                <a:lnTo>
                  <a:pt x="6414" y="7780"/>
                </a:lnTo>
                <a:lnTo>
                  <a:pt x="6572" y="7780"/>
                </a:lnTo>
                <a:lnTo>
                  <a:pt x="6572" y="7896"/>
                </a:lnTo>
                <a:moveTo>
                  <a:pt x="6308" y="7896"/>
                </a:moveTo>
                <a:lnTo>
                  <a:pt x="6149" y="7896"/>
                </a:lnTo>
                <a:lnTo>
                  <a:pt x="6149" y="7780"/>
                </a:lnTo>
                <a:lnTo>
                  <a:pt x="6308" y="7780"/>
                </a:lnTo>
                <a:lnTo>
                  <a:pt x="6308" y="7896"/>
                </a:lnTo>
                <a:moveTo>
                  <a:pt x="6043" y="7896"/>
                </a:moveTo>
                <a:lnTo>
                  <a:pt x="5885" y="7896"/>
                </a:lnTo>
                <a:lnTo>
                  <a:pt x="5885" y="7780"/>
                </a:lnTo>
                <a:lnTo>
                  <a:pt x="6043" y="7780"/>
                </a:lnTo>
                <a:lnTo>
                  <a:pt x="6043" y="7896"/>
                </a:lnTo>
                <a:moveTo>
                  <a:pt x="5779" y="7896"/>
                </a:moveTo>
                <a:lnTo>
                  <a:pt x="5620" y="7896"/>
                </a:lnTo>
                <a:lnTo>
                  <a:pt x="5620" y="7780"/>
                </a:lnTo>
                <a:lnTo>
                  <a:pt x="5779" y="7780"/>
                </a:lnTo>
                <a:lnTo>
                  <a:pt x="5779" y="7896"/>
                </a:lnTo>
                <a:moveTo>
                  <a:pt x="5514" y="7896"/>
                </a:moveTo>
                <a:lnTo>
                  <a:pt x="5355" y="7896"/>
                </a:lnTo>
                <a:lnTo>
                  <a:pt x="5355" y="7780"/>
                </a:lnTo>
                <a:lnTo>
                  <a:pt x="5514" y="7780"/>
                </a:lnTo>
                <a:lnTo>
                  <a:pt x="5514" y="7896"/>
                </a:lnTo>
                <a:moveTo>
                  <a:pt x="5250" y="7896"/>
                </a:moveTo>
                <a:lnTo>
                  <a:pt x="5091" y="7896"/>
                </a:lnTo>
                <a:lnTo>
                  <a:pt x="5091" y="7780"/>
                </a:lnTo>
                <a:lnTo>
                  <a:pt x="5250" y="7780"/>
                </a:lnTo>
                <a:lnTo>
                  <a:pt x="5250" y="7896"/>
                </a:lnTo>
                <a:moveTo>
                  <a:pt x="4985" y="7896"/>
                </a:moveTo>
                <a:lnTo>
                  <a:pt x="4826" y="7896"/>
                </a:lnTo>
                <a:lnTo>
                  <a:pt x="4826" y="7780"/>
                </a:lnTo>
                <a:lnTo>
                  <a:pt x="4985" y="7780"/>
                </a:lnTo>
                <a:lnTo>
                  <a:pt x="4985" y="7896"/>
                </a:lnTo>
                <a:moveTo>
                  <a:pt x="4720" y="7896"/>
                </a:moveTo>
                <a:lnTo>
                  <a:pt x="4562" y="7896"/>
                </a:lnTo>
                <a:lnTo>
                  <a:pt x="4562" y="7780"/>
                </a:lnTo>
                <a:lnTo>
                  <a:pt x="4720" y="7780"/>
                </a:lnTo>
                <a:lnTo>
                  <a:pt x="4720" y="7896"/>
                </a:lnTo>
                <a:moveTo>
                  <a:pt x="4456" y="7896"/>
                </a:moveTo>
                <a:lnTo>
                  <a:pt x="4297" y="7896"/>
                </a:lnTo>
                <a:lnTo>
                  <a:pt x="4297" y="7780"/>
                </a:lnTo>
                <a:lnTo>
                  <a:pt x="4456" y="7780"/>
                </a:lnTo>
                <a:lnTo>
                  <a:pt x="4456" y="7896"/>
                </a:lnTo>
                <a:moveTo>
                  <a:pt x="4191" y="7896"/>
                </a:moveTo>
                <a:lnTo>
                  <a:pt x="4032" y="7896"/>
                </a:lnTo>
                <a:lnTo>
                  <a:pt x="4032" y="7780"/>
                </a:lnTo>
                <a:lnTo>
                  <a:pt x="4191" y="7780"/>
                </a:lnTo>
                <a:lnTo>
                  <a:pt x="4191" y="7896"/>
                </a:lnTo>
                <a:moveTo>
                  <a:pt x="3927" y="7896"/>
                </a:moveTo>
                <a:lnTo>
                  <a:pt x="3768" y="7896"/>
                </a:lnTo>
                <a:lnTo>
                  <a:pt x="3768" y="7780"/>
                </a:lnTo>
                <a:lnTo>
                  <a:pt x="3927" y="7780"/>
                </a:lnTo>
                <a:lnTo>
                  <a:pt x="3927" y="7896"/>
                </a:lnTo>
                <a:moveTo>
                  <a:pt x="3662" y="7896"/>
                </a:moveTo>
                <a:lnTo>
                  <a:pt x="3503" y="7896"/>
                </a:lnTo>
                <a:lnTo>
                  <a:pt x="3503" y="7780"/>
                </a:lnTo>
                <a:lnTo>
                  <a:pt x="3662" y="7780"/>
                </a:lnTo>
                <a:lnTo>
                  <a:pt x="3662" y="7896"/>
                </a:lnTo>
                <a:moveTo>
                  <a:pt x="3397" y="7896"/>
                </a:moveTo>
                <a:lnTo>
                  <a:pt x="3239" y="7896"/>
                </a:lnTo>
                <a:lnTo>
                  <a:pt x="3239" y="7780"/>
                </a:lnTo>
                <a:lnTo>
                  <a:pt x="3397" y="7780"/>
                </a:lnTo>
                <a:lnTo>
                  <a:pt x="3397" y="7896"/>
                </a:lnTo>
                <a:moveTo>
                  <a:pt x="3133" y="7896"/>
                </a:moveTo>
                <a:lnTo>
                  <a:pt x="2974" y="7896"/>
                </a:lnTo>
                <a:lnTo>
                  <a:pt x="2974" y="7780"/>
                </a:lnTo>
                <a:lnTo>
                  <a:pt x="3133" y="7780"/>
                </a:lnTo>
                <a:lnTo>
                  <a:pt x="3133" y="7896"/>
                </a:lnTo>
                <a:moveTo>
                  <a:pt x="2868" y="7896"/>
                </a:moveTo>
                <a:lnTo>
                  <a:pt x="2709" y="7896"/>
                </a:lnTo>
                <a:lnTo>
                  <a:pt x="2709" y="7780"/>
                </a:lnTo>
                <a:lnTo>
                  <a:pt x="2868" y="7780"/>
                </a:lnTo>
                <a:lnTo>
                  <a:pt x="2868" y="7896"/>
                </a:lnTo>
                <a:moveTo>
                  <a:pt x="2603" y="7896"/>
                </a:moveTo>
                <a:lnTo>
                  <a:pt x="2444" y="7896"/>
                </a:lnTo>
                <a:lnTo>
                  <a:pt x="2444" y="7780"/>
                </a:lnTo>
                <a:lnTo>
                  <a:pt x="2603" y="7780"/>
                </a:lnTo>
                <a:lnTo>
                  <a:pt x="2603" y="7896"/>
                </a:lnTo>
                <a:moveTo>
                  <a:pt x="2338" y="7896"/>
                </a:moveTo>
                <a:lnTo>
                  <a:pt x="2179" y="7896"/>
                </a:lnTo>
                <a:lnTo>
                  <a:pt x="2179" y="7780"/>
                </a:lnTo>
                <a:lnTo>
                  <a:pt x="2338" y="7780"/>
                </a:lnTo>
                <a:lnTo>
                  <a:pt x="2338" y="7896"/>
                </a:lnTo>
                <a:moveTo>
                  <a:pt x="2074" y="7896"/>
                </a:moveTo>
                <a:lnTo>
                  <a:pt x="1915" y="7896"/>
                </a:lnTo>
                <a:lnTo>
                  <a:pt x="1915" y="7780"/>
                </a:lnTo>
                <a:lnTo>
                  <a:pt x="2074" y="7780"/>
                </a:lnTo>
                <a:lnTo>
                  <a:pt x="2074" y="7896"/>
                </a:lnTo>
                <a:moveTo>
                  <a:pt x="1809" y="7896"/>
                </a:moveTo>
                <a:lnTo>
                  <a:pt x="1650" y="7896"/>
                </a:lnTo>
                <a:lnTo>
                  <a:pt x="1650" y="7780"/>
                </a:lnTo>
                <a:lnTo>
                  <a:pt x="1809" y="7780"/>
                </a:lnTo>
                <a:lnTo>
                  <a:pt x="1809" y="7896"/>
                </a:lnTo>
                <a:moveTo>
                  <a:pt x="1544" y="7896"/>
                </a:moveTo>
                <a:lnTo>
                  <a:pt x="1386" y="7896"/>
                </a:lnTo>
                <a:lnTo>
                  <a:pt x="1386" y="7780"/>
                </a:lnTo>
                <a:lnTo>
                  <a:pt x="1544" y="7780"/>
                </a:lnTo>
                <a:lnTo>
                  <a:pt x="1544" y="7896"/>
                </a:lnTo>
                <a:moveTo>
                  <a:pt x="1280" y="7896"/>
                </a:moveTo>
                <a:lnTo>
                  <a:pt x="1121" y="7896"/>
                </a:lnTo>
                <a:lnTo>
                  <a:pt x="1121" y="7780"/>
                </a:lnTo>
                <a:lnTo>
                  <a:pt x="1280" y="7780"/>
                </a:lnTo>
                <a:lnTo>
                  <a:pt x="1280" y="7896"/>
                </a:lnTo>
                <a:moveTo>
                  <a:pt x="1015" y="7896"/>
                </a:moveTo>
                <a:lnTo>
                  <a:pt x="856" y="7896"/>
                </a:lnTo>
                <a:lnTo>
                  <a:pt x="856" y="7780"/>
                </a:lnTo>
                <a:lnTo>
                  <a:pt x="1015" y="7780"/>
                </a:lnTo>
                <a:lnTo>
                  <a:pt x="1015" y="7896"/>
                </a:lnTo>
                <a:moveTo>
                  <a:pt x="751" y="7896"/>
                </a:moveTo>
                <a:lnTo>
                  <a:pt x="592" y="7896"/>
                </a:lnTo>
                <a:lnTo>
                  <a:pt x="592" y="7780"/>
                </a:lnTo>
                <a:lnTo>
                  <a:pt x="751" y="7780"/>
                </a:lnTo>
                <a:lnTo>
                  <a:pt x="751" y="7896"/>
                </a:lnTo>
                <a:moveTo>
                  <a:pt x="486" y="7896"/>
                </a:moveTo>
                <a:lnTo>
                  <a:pt x="327" y="7896"/>
                </a:lnTo>
                <a:lnTo>
                  <a:pt x="327" y="7780"/>
                </a:lnTo>
                <a:lnTo>
                  <a:pt x="486" y="7780"/>
                </a:lnTo>
                <a:lnTo>
                  <a:pt x="486" y="7896"/>
                </a:lnTo>
                <a:moveTo>
                  <a:pt x="221" y="7896"/>
                </a:moveTo>
                <a:lnTo>
                  <a:pt x="137" y="7896"/>
                </a:lnTo>
                <a:cubicBezTo>
                  <a:pt x="89" y="7896"/>
                  <a:pt x="51" y="7876"/>
                  <a:pt x="24" y="7836"/>
                </a:cubicBezTo>
                <a:lnTo>
                  <a:pt x="120" y="7771"/>
                </a:lnTo>
                <a:cubicBezTo>
                  <a:pt x="124" y="7777"/>
                  <a:pt x="130" y="7780"/>
                  <a:pt x="137" y="7780"/>
                </a:cubicBezTo>
                <a:lnTo>
                  <a:pt x="221" y="7780"/>
                </a:lnTo>
                <a:lnTo>
                  <a:pt x="221" y="7896"/>
                </a:lnTo>
                <a:moveTo>
                  <a:pt x="0" y="7700"/>
                </a:moveTo>
                <a:lnTo>
                  <a:pt x="0" y="7541"/>
                </a:lnTo>
                <a:lnTo>
                  <a:pt x="116" y="7541"/>
                </a:lnTo>
                <a:lnTo>
                  <a:pt x="116" y="7700"/>
                </a:lnTo>
                <a:lnTo>
                  <a:pt x="0" y="7700"/>
                </a:lnTo>
                <a:moveTo>
                  <a:pt x="0" y="7435"/>
                </a:moveTo>
                <a:lnTo>
                  <a:pt x="0" y="7276"/>
                </a:lnTo>
                <a:lnTo>
                  <a:pt x="116" y="7276"/>
                </a:lnTo>
                <a:lnTo>
                  <a:pt x="116" y="7435"/>
                </a:lnTo>
                <a:lnTo>
                  <a:pt x="0" y="7435"/>
                </a:lnTo>
                <a:moveTo>
                  <a:pt x="0" y="7171"/>
                </a:moveTo>
                <a:lnTo>
                  <a:pt x="0" y="7012"/>
                </a:lnTo>
                <a:lnTo>
                  <a:pt x="116" y="7012"/>
                </a:lnTo>
                <a:lnTo>
                  <a:pt x="116" y="7171"/>
                </a:lnTo>
                <a:lnTo>
                  <a:pt x="0" y="7171"/>
                </a:lnTo>
                <a:moveTo>
                  <a:pt x="0" y="6906"/>
                </a:moveTo>
                <a:lnTo>
                  <a:pt x="0" y="6747"/>
                </a:lnTo>
                <a:lnTo>
                  <a:pt x="116" y="6747"/>
                </a:lnTo>
                <a:lnTo>
                  <a:pt x="116" y="6906"/>
                </a:lnTo>
                <a:lnTo>
                  <a:pt x="0" y="6906"/>
                </a:lnTo>
                <a:moveTo>
                  <a:pt x="0" y="6641"/>
                </a:moveTo>
                <a:lnTo>
                  <a:pt x="0" y="6483"/>
                </a:lnTo>
                <a:lnTo>
                  <a:pt x="116" y="6483"/>
                </a:lnTo>
                <a:lnTo>
                  <a:pt x="116" y="6641"/>
                </a:lnTo>
                <a:lnTo>
                  <a:pt x="0" y="6641"/>
                </a:lnTo>
                <a:moveTo>
                  <a:pt x="0" y="6377"/>
                </a:moveTo>
                <a:lnTo>
                  <a:pt x="0" y="6218"/>
                </a:lnTo>
                <a:lnTo>
                  <a:pt x="116" y="6218"/>
                </a:lnTo>
                <a:lnTo>
                  <a:pt x="116" y="6377"/>
                </a:lnTo>
                <a:lnTo>
                  <a:pt x="0" y="6377"/>
                </a:lnTo>
                <a:moveTo>
                  <a:pt x="0" y="6112"/>
                </a:moveTo>
                <a:lnTo>
                  <a:pt x="0" y="5954"/>
                </a:lnTo>
                <a:lnTo>
                  <a:pt x="116" y="5954"/>
                </a:lnTo>
                <a:lnTo>
                  <a:pt x="116" y="6112"/>
                </a:lnTo>
                <a:lnTo>
                  <a:pt x="0" y="6112"/>
                </a:lnTo>
                <a:moveTo>
                  <a:pt x="0" y="5848"/>
                </a:moveTo>
                <a:lnTo>
                  <a:pt x="0" y="5689"/>
                </a:lnTo>
                <a:lnTo>
                  <a:pt x="116" y="5689"/>
                </a:lnTo>
                <a:lnTo>
                  <a:pt x="116" y="5848"/>
                </a:lnTo>
                <a:lnTo>
                  <a:pt x="0" y="5848"/>
                </a:lnTo>
                <a:moveTo>
                  <a:pt x="0" y="5583"/>
                </a:moveTo>
                <a:lnTo>
                  <a:pt x="0" y="5424"/>
                </a:lnTo>
                <a:lnTo>
                  <a:pt x="116" y="5424"/>
                </a:lnTo>
                <a:lnTo>
                  <a:pt x="116" y="5583"/>
                </a:lnTo>
                <a:lnTo>
                  <a:pt x="0" y="5583"/>
                </a:lnTo>
                <a:moveTo>
                  <a:pt x="0" y="5319"/>
                </a:moveTo>
                <a:lnTo>
                  <a:pt x="0" y="5160"/>
                </a:lnTo>
                <a:lnTo>
                  <a:pt x="116" y="5160"/>
                </a:lnTo>
                <a:lnTo>
                  <a:pt x="116" y="5319"/>
                </a:lnTo>
                <a:lnTo>
                  <a:pt x="0" y="5319"/>
                </a:lnTo>
                <a:moveTo>
                  <a:pt x="0" y="5054"/>
                </a:moveTo>
                <a:lnTo>
                  <a:pt x="0" y="4895"/>
                </a:lnTo>
                <a:lnTo>
                  <a:pt x="116" y="4895"/>
                </a:lnTo>
                <a:lnTo>
                  <a:pt x="116" y="5054"/>
                </a:lnTo>
                <a:lnTo>
                  <a:pt x="0" y="5054"/>
                </a:lnTo>
                <a:moveTo>
                  <a:pt x="0" y="4789"/>
                </a:moveTo>
                <a:lnTo>
                  <a:pt x="0" y="4631"/>
                </a:lnTo>
                <a:lnTo>
                  <a:pt x="116" y="4631"/>
                </a:lnTo>
                <a:lnTo>
                  <a:pt x="116" y="4789"/>
                </a:lnTo>
                <a:lnTo>
                  <a:pt x="0" y="4789"/>
                </a:lnTo>
                <a:moveTo>
                  <a:pt x="0" y="4525"/>
                </a:moveTo>
                <a:lnTo>
                  <a:pt x="0" y="4366"/>
                </a:lnTo>
                <a:lnTo>
                  <a:pt x="116" y="4366"/>
                </a:lnTo>
                <a:lnTo>
                  <a:pt x="116" y="4525"/>
                </a:lnTo>
                <a:lnTo>
                  <a:pt x="0" y="4525"/>
                </a:lnTo>
                <a:moveTo>
                  <a:pt x="0" y="4260"/>
                </a:moveTo>
                <a:lnTo>
                  <a:pt x="0" y="4101"/>
                </a:lnTo>
                <a:lnTo>
                  <a:pt x="116" y="4101"/>
                </a:lnTo>
                <a:lnTo>
                  <a:pt x="116" y="4260"/>
                </a:lnTo>
                <a:lnTo>
                  <a:pt x="0" y="4260"/>
                </a:lnTo>
                <a:moveTo>
                  <a:pt x="0" y="3996"/>
                </a:moveTo>
                <a:lnTo>
                  <a:pt x="0" y="3837"/>
                </a:lnTo>
                <a:lnTo>
                  <a:pt x="116" y="3837"/>
                </a:lnTo>
                <a:lnTo>
                  <a:pt x="116" y="3996"/>
                </a:lnTo>
                <a:lnTo>
                  <a:pt x="0" y="3996"/>
                </a:lnTo>
                <a:moveTo>
                  <a:pt x="0" y="3731"/>
                </a:moveTo>
                <a:lnTo>
                  <a:pt x="0" y="3572"/>
                </a:lnTo>
                <a:lnTo>
                  <a:pt x="116" y="3572"/>
                </a:lnTo>
                <a:lnTo>
                  <a:pt x="116" y="3731"/>
                </a:lnTo>
                <a:lnTo>
                  <a:pt x="0" y="3731"/>
                </a:lnTo>
                <a:moveTo>
                  <a:pt x="0" y="3466"/>
                </a:moveTo>
                <a:lnTo>
                  <a:pt x="0" y="3308"/>
                </a:lnTo>
                <a:lnTo>
                  <a:pt x="116" y="3308"/>
                </a:lnTo>
                <a:lnTo>
                  <a:pt x="116" y="3466"/>
                </a:lnTo>
                <a:lnTo>
                  <a:pt x="0" y="3466"/>
                </a:lnTo>
                <a:moveTo>
                  <a:pt x="0" y="3202"/>
                </a:moveTo>
                <a:lnTo>
                  <a:pt x="0" y="3043"/>
                </a:lnTo>
                <a:lnTo>
                  <a:pt x="116" y="3043"/>
                </a:lnTo>
                <a:lnTo>
                  <a:pt x="116" y="3202"/>
                </a:lnTo>
                <a:lnTo>
                  <a:pt x="0" y="3202"/>
                </a:lnTo>
                <a:moveTo>
                  <a:pt x="0" y="2937"/>
                </a:moveTo>
                <a:lnTo>
                  <a:pt x="0" y="2779"/>
                </a:lnTo>
                <a:lnTo>
                  <a:pt x="116" y="2779"/>
                </a:lnTo>
                <a:lnTo>
                  <a:pt x="116" y="2937"/>
                </a:lnTo>
                <a:lnTo>
                  <a:pt x="0" y="2937"/>
                </a:lnTo>
                <a:moveTo>
                  <a:pt x="0" y="2673"/>
                </a:moveTo>
                <a:lnTo>
                  <a:pt x="0" y="2514"/>
                </a:lnTo>
                <a:lnTo>
                  <a:pt x="116" y="2514"/>
                </a:lnTo>
                <a:lnTo>
                  <a:pt x="116" y="2673"/>
                </a:lnTo>
                <a:lnTo>
                  <a:pt x="0" y="2673"/>
                </a:lnTo>
                <a:moveTo>
                  <a:pt x="0" y="2408"/>
                </a:moveTo>
                <a:lnTo>
                  <a:pt x="0" y="2249"/>
                </a:lnTo>
                <a:lnTo>
                  <a:pt x="116" y="2249"/>
                </a:lnTo>
                <a:lnTo>
                  <a:pt x="116" y="2408"/>
                </a:lnTo>
                <a:lnTo>
                  <a:pt x="0" y="2408"/>
                </a:lnTo>
                <a:moveTo>
                  <a:pt x="0" y="2144"/>
                </a:moveTo>
                <a:lnTo>
                  <a:pt x="0" y="1985"/>
                </a:lnTo>
                <a:lnTo>
                  <a:pt x="116" y="1985"/>
                </a:lnTo>
                <a:lnTo>
                  <a:pt x="116" y="2144"/>
                </a:lnTo>
                <a:lnTo>
                  <a:pt x="0" y="2144"/>
                </a:lnTo>
                <a:moveTo>
                  <a:pt x="0" y="1879"/>
                </a:moveTo>
                <a:lnTo>
                  <a:pt x="0" y="1720"/>
                </a:lnTo>
                <a:lnTo>
                  <a:pt x="116" y="1720"/>
                </a:lnTo>
                <a:lnTo>
                  <a:pt x="116" y="1879"/>
                </a:lnTo>
                <a:lnTo>
                  <a:pt x="0" y="1879"/>
                </a:lnTo>
                <a:moveTo>
                  <a:pt x="0" y="1614"/>
                </a:moveTo>
                <a:lnTo>
                  <a:pt x="0" y="1456"/>
                </a:lnTo>
                <a:lnTo>
                  <a:pt x="116" y="1456"/>
                </a:lnTo>
                <a:lnTo>
                  <a:pt x="116" y="1614"/>
                </a:lnTo>
                <a:lnTo>
                  <a:pt x="0" y="1614"/>
                </a:lnTo>
                <a:moveTo>
                  <a:pt x="0" y="1350"/>
                </a:moveTo>
                <a:lnTo>
                  <a:pt x="0" y="1190"/>
                </a:lnTo>
                <a:lnTo>
                  <a:pt x="116" y="1190"/>
                </a:lnTo>
                <a:lnTo>
                  <a:pt x="116" y="1350"/>
                </a:lnTo>
                <a:lnTo>
                  <a:pt x="0" y="1350"/>
                </a:lnTo>
                <a:moveTo>
                  <a:pt x="0" y="1084"/>
                </a:moveTo>
                <a:lnTo>
                  <a:pt x="0" y="925"/>
                </a:lnTo>
                <a:lnTo>
                  <a:pt x="116" y="925"/>
                </a:lnTo>
                <a:lnTo>
                  <a:pt x="116" y="1084"/>
                </a:lnTo>
                <a:lnTo>
                  <a:pt x="0" y="1084"/>
                </a:lnTo>
                <a:moveTo>
                  <a:pt x="0" y="820"/>
                </a:moveTo>
                <a:lnTo>
                  <a:pt x="0" y="661"/>
                </a:lnTo>
                <a:lnTo>
                  <a:pt x="116" y="661"/>
                </a:lnTo>
                <a:lnTo>
                  <a:pt x="116" y="820"/>
                </a:lnTo>
                <a:lnTo>
                  <a:pt x="0" y="820"/>
                </a:lnTo>
                <a:moveTo>
                  <a:pt x="0" y="555"/>
                </a:moveTo>
                <a:lnTo>
                  <a:pt x="0" y="396"/>
                </a:lnTo>
                <a:lnTo>
                  <a:pt x="116" y="396"/>
                </a:lnTo>
                <a:lnTo>
                  <a:pt x="116" y="555"/>
                </a:lnTo>
                <a:lnTo>
                  <a:pt x="0" y="555"/>
                </a:lnTo>
                <a:moveTo>
                  <a:pt x="0" y="290"/>
                </a:moveTo>
                <a:lnTo>
                  <a:pt x="0" y="138"/>
                </a:lnTo>
                <a:cubicBezTo>
                  <a:pt x="0" y="134"/>
                  <a:pt x="0" y="131"/>
                  <a:pt x="0" y="128"/>
                </a:cubicBezTo>
                <a:lnTo>
                  <a:pt x="116" y="136"/>
                </a:lnTo>
                <a:cubicBezTo>
                  <a:pt x="116" y="137"/>
                  <a:pt x="116" y="137"/>
                  <a:pt x="116" y="138"/>
                </a:cubicBezTo>
                <a:lnTo>
                  <a:pt x="116" y="290"/>
                </a:lnTo>
                <a:lnTo>
                  <a:pt x="0" y="290"/>
                </a:lnTo>
                <a:moveTo>
                  <a:pt x="121" y="1"/>
                </a:moveTo>
                <a:cubicBezTo>
                  <a:pt x="127" y="0"/>
                  <a:pt x="132" y="0"/>
                  <a:pt x="137" y="0"/>
                </a:cubicBezTo>
                <a:lnTo>
                  <a:pt x="296" y="0"/>
                </a:lnTo>
                <a:lnTo>
                  <a:pt x="296" y="116"/>
                </a:lnTo>
                <a:lnTo>
                  <a:pt x="137" y="116"/>
                </a:lnTo>
                <a:cubicBezTo>
                  <a:pt x="136" y="116"/>
                  <a:pt x="135" y="117"/>
                  <a:pt x="135" y="117"/>
                </a:cubicBezTo>
                <a:lnTo>
                  <a:pt x="121" y="1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8953560" y="608760"/>
            <a:ext cx="2245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Trải nghiệm ảo, cam kết thật.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8953560" y="3906360"/>
            <a:ext cx="494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INSIGHT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8953560" y="4113720"/>
            <a:ext cx="2533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Khách tin khuôn mặt mình hơn ảnh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8953560" y="4361400"/>
            <a:ext cx="2146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mẫu; cần "thử" trước khi "tin".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8953560" y="4725360"/>
            <a:ext cx="569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THỰC THI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8953560" y="4933080"/>
            <a:ext cx="2548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Chuỗi video "Skincare Journey", quy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8953560" y="5190120"/>
            <a:ext cx="1911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chuẩn Filter AR Try-on trên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8953560" y="5437800"/>
            <a:ext cx="2641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Instagram/TikTok kèm hướng dẫn từ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8953560" y="5685480"/>
            <a:ext cx="819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chuyên gia.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8953560" y="6657120"/>
            <a:ext cx="2660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Trải nghiệm ảo, cam kết thật - Từ thử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856160" y="884880"/>
            <a:ext cx="2545920" cy="2802600"/>
          </a:xfrm>
          <a:custGeom>
            <a:avLst/>
            <a:gdLst/>
            <a:ahLst/>
            <a:rect l="0" t="0" r="r" b="b"/>
            <a:pathLst>
              <a:path w="7072" h="7785">
                <a:moveTo>
                  <a:pt x="498" y="7685"/>
                </a:moveTo>
                <a:lnTo>
                  <a:pt x="0" y="558"/>
                </a:lnTo>
                <a:cubicBezTo>
                  <a:pt x="-1" y="544"/>
                  <a:pt x="1" y="530"/>
                  <a:pt x="5" y="517"/>
                </a:cubicBezTo>
                <a:cubicBezTo>
                  <a:pt x="10" y="504"/>
                  <a:pt x="16" y="492"/>
                  <a:pt x="26" y="481"/>
                </a:cubicBezTo>
                <a:cubicBezTo>
                  <a:pt x="35" y="471"/>
                  <a:pt x="46" y="462"/>
                  <a:pt x="58" y="456"/>
                </a:cubicBezTo>
                <a:cubicBezTo>
                  <a:pt x="71" y="450"/>
                  <a:pt x="84" y="446"/>
                  <a:pt x="98" y="445"/>
                </a:cubicBezTo>
                <a:lnTo>
                  <a:pt x="6460" y="0"/>
                </a:lnTo>
                <a:cubicBezTo>
                  <a:pt x="6474" y="-1"/>
                  <a:pt x="6488" y="1"/>
                  <a:pt x="6501" y="6"/>
                </a:cubicBezTo>
                <a:cubicBezTo>
                  <a:pt x="6514" y="10"/>
                  <a:pt x="6526" y="17"/>
                  <a:pt x="6537" y="26"/>
                </a:cubicBezTo>
                <a:cubicBezTo>
                  <a:pt x="6547" y="35"/>
                  <a:pt x="6556" y="46"/>
                  <a:pt x="6562" y="59"/>
                </a:cubicBezTo>
                <a:cubicBezTo>
                  <a:pt x="6568" y="71"/>
                  <a:pt x="6572" y="85"/>
                  <a:pt x="6573" y="99"/>
                </a:cubicBezTo>
                <a:lnTo>
                  <a:pt x="7071" y="7226"/>
                </a:lnTo>
                <a:cubicBezTo>
                  <a:pt x="7072" y="7240"/>
                  <a:pt x="7071" y="7254"/>
                  <a:pt x="7066" y="7267"/>
                </a:cubicBezTo>
                <a:cubicBezTo>
                  <a:pt x="7062" y="7280"/>
                  <a:pt x="7055" y="7292"/>
                  <a:pt x="7046" y="7303"/>
                </a:cubicBezTo>
                <a:cubicBezTo>
                  <a:pt x="7036" y="7313"/>
                  <a:pt x="7025" y="7322"/>
                  <a:pt x="7013" y="7328"/>
                </a:cubicBezTo>
                <a:cubicBezTo>
                  <a:pt x="7000" y="7334"/>
                  <a:pt x="6987" y="7338"/>
                  <a:pt x="6973" y="7339"/>
                </a:cubicBezTo>
                <a:lnTo>
                  <a:pt x="611" y="7784"/>
                </a:lnTo>
                <a:cubicBezTo>
                  <a:pt x="597" y="7785"/>
                  <a:pt x="583" y="7783"/>
                  <a:pt x="570" y="7778"/>
                </a:cubicBezTo>
                <a:cubicBezTo>
                  <a:pt x="557" y="7774"/>
                  <a:pt x="545" y="7767"/>
                  <a:pt x="534" y="7758"/>
                </a:cubicBezTo>
                <a:cubicBezTo>
                  <a:pt x="524" y="7749"/>
                  <a:pt x="515" y="7738"/>
                  <a:pt x="509" y="7725"/>
                </a:cubicBezTo>
                <a:cubicBezTo>
                  <a:pt x="503" y="7713"/>
                  <a:pt x="499" y="7699"/>
                  <a:pt x="498" y="76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0" name="" descr=""/>
          <p:cNvPicPr/>
          <p:nvPr/>
        </p:nvPicPr>
        <p:blipFill>
          <a:blip r:embed="rId5"/>
          <a:stretch/>
        </p:blipFill>
        <p:spPr>
          <a:xfrm rot="21360000">
            <a:off x="2048040" y="1076760"/>
            <a:ext cx="2142720" cy="2152440"/>
          </a:xfrm>
          <a:prstGeom prst="rect">
            <a:avLst/>
          </a:prstGeom>
          <a:ln w="0">
            <a:noFill/>
          </a:ln>
        </p:spPr>
      </p:pic>
      <p:sp>
        <p:nvSpPr>
          <p:cNvPr id="393" name=""/>
          <p:cNvSpPr/>
          <p:nvPr/>
        </p:nvSpPr>
        <p:spPr>
          <a:xfrm>
            <a:off x="5370840" y="1139760"/>
            <a:ext cx="2973960" cy="3235680"/>
          </a:xfrm>
          <a:custGeom>
            <a:avLst/>
            <a:gdLst/>
            <a:ahLst/>
            <a:rect l="0" t="0" r="r" b="b"/>
            <a:pathLst>
              <a:path w="8261" h="8988">
                <a:moveTo>
                  <a:pt x="0" y="8477"/>
                </a:moveTo>
                <a:lnTo>
                  <a:pt x="438" y="100"/>
                </a:lnTo>
                <a:cubicBezTo>
                  <a:pt x="439" y="86"/>
                  <a:pt x="443" y="73"/>
                  <a:pt x="449" y="60"/>
                </a:cubicBezTo>
                <a:cubicBezTo>
                  <a:pt x="455" y="48"/>
                  <a:pt x="463" y="37"/>
                  <a:pt x="473" y="27"/>
                </a:cubicBezTo>
                <a:cubicBezTo>
                  <a:pt x="484" y="18"/>
                  <a:pt x="496" y="11"/>
                  <a:pt x="509" y="6"/>
                </a:cubicBezTo>
                <a:cubicBezTo>
                  <a:pt x="522" y="1"/>
                  <a:pt x="536" y="-1"/>
                  <a:pt x="550" y="0"/>
                </a:cubicBezTo>
                <a:lnTo>
                  <a:pt x="8160" y="399"/>
                </a:lnTo>
                <a:cubicBezTo>
                  <a:pt x="8174" y="400"/>
                  <a:pt x="8188" y="403"/>
                  <a:pt x="8200" y="409"/>
                </a:cubicBezTo>
                <a:cubicBezTo>
                  <a:pt x="8213" y="415"/>
                  <a:pt x="8224" y="423"/>
                  <a:pt x="8233" y="434"/>
                </a:cubicBezTo>
                <a:cubicBezTo>
                  <a:pt x="8243" y="444"/>
                  <a:pt x="8250" y="456"/>
                  <a:pt x="8254" y="469"/>
                </a:cubicBezTo>
                <a:cubicBezTo>
                  <a:pt x="8259" y="483"/>
                  <a:pt x="8261" y="496"/>
                  <a:pt x="8260" y="510"/>
                </a:cubicBezTo>
                <a:lnTo>
                  <a:pt x="7821" y="8887"/>
                </a:lnTo>
                <a:cubicBezTo>
                  <a:pt x="7821" y="8901"/>
                  <a:pt x="7817" y="8914"/>
                  <a:pt x="7811" y="8927"/>
                </a:cubicBezTo>
                <a:cubicBezTo>
                  <a:pt x="7805" y="8940"/>
                  <a:pt x="7797" y="8951"/>
                  <a:pt x="7787" y="8960"/>
                </a:cubicBezTo>
                <a:cubicBezTo>
                  <a:pt x="7776" y="8970"/>
                  <a:pt x="7764" y="8977"/>
                  <a:pt x="7751" y="8981"/>
                </a:cubicBezTo>
                <a:cubicBezTo>
                  <a:pt x="7738" y="8986"/>
                  <a:pt x="7724" y="8988"/>
                  <a:pt x="7710" y="8987"/>
                </a:cubicBezTo>
                <a:lnTo>
                  <a:pt x="100" y="8588"/>
                </a:lnTo>
                <a:cubicBezTo>
                  <a:pt x="86" y="8588"/>
                  <a:pt x="72" y="8584"/>
                  <a:pt x="60" y="8578"/>
                </a:cubicBezTo>
                <a:cubicBezTo>
                  <a:pt x="47" y="8572"/>
                  <a:pt x="36" y="8564"/>
                  <a:pt x="27" y="8554"/>
                </a:cubicBezTo>
                <a:cubicBezTo>
                  <a:pt x="17" y="8543"/>
                  <a:pt x="10" y="8531"/>
                  <a:pt x="5" y="8518"/>
                </a:cubicBezTo>
                <a:cubicBezTo>
                  <a:pt x="1" y="8505"/>
                  <a:pt x="-1" y="8491"/>
                  <a:pt x="0" y="84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4" name="" descr=""/>
          <p:cNvPicPr/>
          <p:nvPr/>
        </p:nvPicPr>
        <p:blipFill>
          <a:blip r:embed="rId7"/>
          <a:stretch/>
        </p:blipFill>
        <p:spPr>
          <a:xfrm rot="180000">
            <a:off x="5569560" y="1324080"/>
            <a:ext cx="2590560" cy="2599920"/>
          </a:xfrm>
          <a:prstGeom prst="rect">
            <a:avLst/>
          </a:prstGeom>
          <a:ln w="0">
            <a:noFill/>
          </a:ln>
        </p:spPr>
      </p:pic>
      <p:sp>
        <p:nvSpPr>
          <p:cNvPr id="397" name=""/>
          <p:cNvSpPr/>
          <p:nvPr/>
        </p:nvSpPr>
        <p:spPr>
          <a:xfrm>
            <a:off x="9854640" y="2223720"/>
            <a:ext cx="1007640" cy="286560"/>
          </a:xfrm>
          <a:custGeom>
            <a:avLst/>
            <a:gdLst/>
            <a:ahLst/>
            <a:rect l="0" t="0" r="r" b="b"/>
            <a:pathLst>
              <a:path w="2799" h="796">
                <a:moveTo>
                  <a:pt x="0" y="549"/>
                </a:moveTo>
                <a:lnTo>
                  <a:pt x="23" y="100"/>
                </a:lnTo>
                <a:cubicBezTo>
                  <a:pt x="24" y="86"/>
                  <a:pt x="28" y="72"/>
                  <a:pt x="34" y="60"/>
                </a:cubicBezTo>
                <a:cubicBezTo>
                  <a:pt x="40" y="47"/>
                  <a:pt x="48" y="36"/>
                  <a:pt x="58" y="27"/>
                </a:cubicBezTo>
                <a:cubicBezTo>
                  <a:pt x="69" y="17"/>
                  <a:pt x="81" y="10"/>
                  <a:pt x="94" y="6"/>
                </a:cubicBezTo>
                <a:cubicBezTo>
                  <a:pt x="107" y="1"/>
                  <a:pt x="121" y="-1"/>
                  <a:pt x="135" y="0"/>
                </a:cubicBezTo>
                <a:lnTo>
                  <a:pt x="2699" y="134"/>
                </a:lnTo>
                <a:cubicBezTo>
                  <a:pt x="2713" y="135"/>
                  <a:pt x="2726" y="138"/>
                  <a:pt x="2739" y="144"/>
                </a:cubicBezTo>
                <a:cubicBezTo>
                  <a:pt x="2751" y="150"/>
                  <a:pt x="2762" y="158"/>
                  <a:pt x="2772" y="169"/>
                </a:cubicBezTo>
                <a:cubicBezTo>
                  <a:pt x="2781" y="179"/>
                  <a:pt x="2788" y="191"/>
                  <a:pt x="2793" y="204"/>
                </a:cubicBezTo>
                <a:cubicBezTo>
                  <a:pt x="2797" y="218"/>
                  <a:pt x="2799" y="231"/>
                  <a:pt x="2799" y="245"/>
                </a:cubicBezTo>
                <a:lnTo>
                  <a:pt x="2775" y="695"/>
                </a:lnTo>
                <a:cubicBezTo>
                  <a:pt x="2774" y="709"/>
                  <a:pt x="2771" y="723"/>
                  <a:pt x="2765" y="735"/>
                </a:cubicBezTo>
                <a:cubicBezTo>
                  <a:pt x="2759" y="748"/>
                  <a:pt x="2751" y="759"/>
                  <a:pt x="2740" y="768"/>
                </a:cubicBezTo>
                <a:cubicBezTo>
                  <a:pt x="2730" y="778"/>
                  <a:pt x="2718" y="785"/>
                  <a:pt x="2705" y="790"/>
                </a:cubicBezTo>
                <a:cubicBezTo>
                  <a:pt x="2692" y="794"/>
                  <a:pt x="2678" y="796"/>
                  <a:pt x="2664" y="796"/>
                </a:cubicBezTo>
                <a:lnTo>
                  <a:pt x="100" y="661"/>
                </a:lnTo>
                <a:cubicBezTo>
                  <a:pt x="86" y="660"/>
                  <a:pt x="73" y="657"/>
                  <a:pt x="60" y="651"/>
                </a:cubicBezTo>
                <a:cubicBezTo>
                  <a:pt x="47" y="645"/>
                  <a:pt x="36" y="637"/>
                  <a:pt x="27" y="626"/>
                </a:cubicBezTo>
                <a:cubicBezTo>
                  <a:pt x="18" y="616"/>
                  <a:pt x="10" y="604"/>
                  <a:pt x="6" y="591"/>
                </a:cubicBezTo>
                <a:cubicBezTo>
                  <a:pt x="1" y="577"/>
                  <a:pt x="-1" y="563"/>
                  <a:pt x="0" y="549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8953560" y="6837840"/>
            <a:ext cx="1611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nghiệm đến tin tưởng.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730520" y="8518320"/>
            <a:ext cx="3244320" cy="1489680"/>
          </a:xfrm>
          <a:custGeom>
            <a:avLst/>
            <a:gdLst/>
            <a:ahLst/>
            <a:rect l="0" t="0" r="r" b="b"/>
            <a:pathLst>
              <a:path w="9012" h="4138">
                <a:moveTo>
                  <a:pt x="127" y="4036"/>
                </a:moveTo>
                <a:lnTo>
                  <a:pt x="0" y="412"/>
                </a:lnTo>
                <a:cubicBezTo>
                  <a:pt x="0" y="398"/>
                  <a:pt x="2" y="384"/>
                  <a:pt x="7" y="371"/>
                </a:cubicBezTo>
                <a:cubicBezTo>
                  <a:pt x="12" y="358"/>
                  <a:pt x="19" y="346"/>
                  <a:pt x="29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5" y="306"/>
                  <a:pt x="88" y="303"/>
                  <a:pt x="102" y="303"/>
                </a:cubicBezTo>
                <a:lnTo>
                  <a:pt x="8776" y="0"/>
                </a:lnTo>
                <a:cubicBezTo>
                  <a:pt x="8790" y="-1"/>
                  <a:pt x="8804" y="1"/>
                  <a:pt x="8817" y="6"/>
                </a:cubicBezTo>
                <a:cubicBezTo>
                  <a:pt x="8830" y="11"/>
                  <a:pt x="8842" y="19"/>
                  <a:pt x="8852" y="28"/>
                </a:cubicBezTo>
                <a:cubicBezTo>
                  <a:pt x="8863" y="38"/>
                  <a:pt x="8871" y="49"/>
                  <a:pt x="8876" y="62"/>
                </a:cubicBezTo>
                <a:cubicBezTo>
                  <a:pt x="8882" y="74"/>
                  <a:pt x="8885" y="88"/>
                  <a:pt x="8886" y="102"/>
                </a:cubicBezTo>
                <a:lnTo>
                  <a:pt x="9012" y="3725"/>
                </a:lnTo>
                <a:cubicBezTo>
                  <a:pt x="9013" y="3739"/>
                  <a:pt x="9011" y="3753"/>
                  <a:pt x="9006" y="3766"/>
                </a:cubicBezTo>
                <a:cubicBezTo>
                  <a:pt x="9001" y="3779"/>
                  <a:pt x="8994" y="3791"/>
                  <a:pt x="8984" y="3801"/>
                </a:cubicBezTo>
                <a:cubicBezTo>
                  <a:pt x="8974" y="3812"/>
                  <a:pt x="8963" y="3820"/>
                  <a:pt x="8950" y="3825"/>
                </a:cubicBezTo>
                <a:cubicBezTo>
                  <a:pt x="8938" y="3831"/>
                  <a:pt x="8924" y="3834"/>
                  <a:pt x="8910" y="3835"/>
                </a:cubicBezTo>
                <a:lnTo>
                  <a:pt x="236" y="4138"/>
                </a:lnTo>
                <a:cubicBezTo>
                  <a:pt x="222" y="4138"/>
                  <a:pt x="209" y="4136"/>
                  <a:pt x="195" y="4131"/>
                </a:cubicBezTo>
                <a:cubicBezTo>
                  <a:pt x="182" y="4126"/>
                  <a:pt x="171" y="4119"/>
                  <a:pt x="160" y="4109"/>
                </a:cubicBezTo>
                <a:cubicBezTo>
                  <a:pt x="150" y="4100"/>
                  <a:pt x="142" y="4089"/>
                  <a:pt x="136" y="4076"/>
                </a:cubicBezTo>
                <a:cubicBezTo>
                  <a:pt x="130" y="4063"/>
                  <a:pt x="127" y="4050"/>
                  <a:pt x="127" y="403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235840" y="8518320"/>
            <a:ext cx="3244320" cy="1489680"/>
          </a:xfrm>
          <a:custGeom>
            <a:avLst/>
            <a:gdLst/>
            <a:ahLst/>
            <a:rect l="0" t="0" r="r" b="b"/>
            <a:pathLst>
              <a:path w="9012" h="4138">
                <a:moveTo>
                  <a:pt x="126" y="4036"/>
                </a:moveTo>
                <a:lnTo>
                  <a:pt x="0" y="412"/>
                </a:lnTo>
                <a:cubicBezTo>
                  <a:pt x="-1" y="398"/>
                  <a:pt x="2" y="384"/>
                  <a:pt x="7" y="371"/>
                </a:cubicBezTo>
                <a:cubicBezTo>
                  <a:pt x="12" y="358"/>
                  <a:pt x="19" y="346"/>
                  <a:pt x="28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5" y="306"/>
                  <a:pt x="88" y="303"/>
                  <a:pt x="102" y="303"/>
                </a:cubicBezTo>
                <a:lnTo>
                  <a:pt x="8776" y="0"/>
                </a:lnTo>
                <a:cubicBezTo>
                  <a:pt x="8790" y="-1"/>
                  <a:pt x="8804" y="1"/>
                  <a:pt x="8817" y="6"/>
                </a:cubicBezTo>
                <a:cubicBezTo>
                  <a:pt x="8830" y="11"/>
                  <a:pt x="8842" y="19"/>
                  <a:pt x="8852" y="28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4"/>
                  <a:pt x="8885" y="88"/>
                  <a:pt x="8886" y="102"/>
                </a:cubicBezTo>
                <a:lnTo>
                  <a:pt x="9012" y="3725"/>
                </a:lnTo>
                <a:cubicBezTo>
                  <a:pt x="9013" y="3739"/>
                  <a:pt x="9010" y="3753"/>
                  <a:pt x="9005" y="3766"/>
                </a:cubicBezTo>
                <a:cubicBezTo>
                  <a:pt x="9000" y="3779"/>
                  <a:pt x="8993" y="3791"/>
                  <a:pt x="8984" y="3801"/>
                </a:cubicBezTo>
                <a:cubicBezTo>
                  <a:pt x="8974" y="3812"/>
                  <a:pt x="8963" y="3820"/>
                  <a:pt x="8950" y="3825"/>
                </a:cubicBezTo>
                <a:cubicBezTo>
                  <a:pt x="8937" y="3831"/>
                  <a:pt x="8924" y="3834"/>
                  <a:pt x="8910" y="3835"/>
                </a:cubicBezTo>
                <a:lnTo>
                  <a:pt x="236" y="4138"/>
                </a:lnTo>
                <a:cubicBezTo>
                  <a:pt x="222" y="4138"/>
                  <a:pt x="208" y="4136"/>
                  <a:pt x="195" y="4131"/>
                </a:cubicBezTo>
                <a:cubicBezTo>
                  <a:pt x="182" y="4126"/>
                  <a:pt x="170" y="4119"/>
                  <a:pt x="160" y="4109"/>
                </a:cubicBezTo>
                <a:cubicBezTo>
                  <a:pt x="150" y="4100"/>
                  <a:pt x="142" y="4089"/>
                  <a:pt x="136" y="4076"/>
                </a:cubicBezTo>
                <a:cubicBezTo>
                  <a:pt x="130" y="4063"/>
                  <a:pt x="127" y="4050"/>
                  <a:pt x="126" y="403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8741160" y="8518320"/>
            <a:ext cx="3244320" cy="1489680"/>
          </a:xfrm>
          <a:custGeom>
            <a:avLst/>
            <a:gdLst/>
            <a:ahLst/>
            <a:rect l="0" t="0" r="r" b="b"/>
            <a:pathLst>
              <a:path w="9012" h="4138">
                <a:moveTo>
                  <a:pt x="126" y="4036"/>
                </a:moveTo>
                <a:lnTo>
                  <a:pt x="0" y="412"/>
                </a:lnTo>
                <a:cubicBezTo>
                  <a:pt x="-1" y="398"/>
                  <a:pt x="1" y="384"/>
                  <a:pt x="6" y="371"/>
                </a:cubicBezTo>
                <a:cubicBezTo>
                  <a:pt x="11" y="358"/>
                  <a:pt x="18" y="346"/>
                  <a:pt x="28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4" y="306"/>
                  <a:pt x="88" y="303"/>
                  <a:pt x="102" y="303"/>
                </a:cubicBezTo>
                <a:lnTo>
                  <a:pt x="8776" y="0"/>
                </a:lnTo>
                <a:cubicBezTo>
                  <a:pt x="8790" y="-1"/>
                  <a:pt x="8803" y="1"/>
                  <a:pt x="8816" y="6"/>
                </a:cubicBezTo>
                <a:cubicBezTo>
                  <a:pt x="8830" y="11"/>
                  <a:pt x="8841" y="19"/>
                  <a:pt x="8852" y="28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4"/>
                  <a:pt x="8885" y="88"/>
                  <a:pt x="8885" y="102"/>
                </a:cubicBezTo>
                <a:lnTo>
                  <a:pt x="9012" y="3725"/>
                </a:lnTo>
                <a:cubicBezTo>
                  <a:pt x="9012" y="3739"/>
                  <a:pt x="9010" y="3753"/>
                  <a:pt x="9005" y="3766"/>
                </a:cubicBezTo>
                <a:cubicBezTo>
                  <a:pt x="9000" y="3779"/>
                  <a:pt x="8993" y="3791"/>
                  <a:pt x="8983" y="3801"/>
                </a:cubicBezTo>
                <a:cubicBezTo>
                  <a:pt x="8974" y="3812"/>
                  <a:pt x="8963" y="3820"/>
                  <a:pt x="8950" y="3825"/>
                </a:cubicBezTo>
                <a:cubicBezTo>
                  <a:pt x="8937" y="3831"/>
                  <a:pt x="8924" y="3834"/>
                  <a:pt x="8910" y="3835"/>
                </a:cubicBezTo>
                <a:lnTo>
                  <a:pt x="236" y="4138"/>
                </a:lnTo>
                <a:cubicBezTo>
                  <a:pt x="222" y="4138"/>
                  <a:pt x="208" y="4136"/>
                  <a:pt x="195" y="4131"/>
                </a:cubicBezTo>
                <a:cubicBezTo>
                  <a:pt x="182" y="4126"/>
                  <a:pt x="170" y="4119"/>
                  <a:pt x="160" y="4109"/>
                </a:cubicBezTo>
                <a:cubicBezTo>
                  <a:pt x="149" y="4100"/>
                  <a:pt x="141" y="4089"/>
                  <a:pt x="136" y="4076"/>
                </a:cubicBezTo>
                <a:cubicBezTo>
                  <a:pt x="130" y="4063"/>
                  <a:pt x="127" y="4050"/>
                  <a:pt x="126" y="403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 rot="180000">
            <a:off x="9954000" y="226908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1752480" y="2944080"/>
            <a:ext cx="811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BRAND VOICE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730520" y="-54360"/>
            <a:ext cx="3244320" cy="1489680"/>
          </a:xfrm>
          <a:custGeom>
            <a:avLst/>
            <a:gdLst/>
            <a:ahLst/>
            <a:rect l="0" t="0" r="r" b="b"/>
            <a:pathLst>
              <a:path w="9012" h="4138">
                <a:moveTo>
                  <a:pt x="127" y="4036"/>
                </a:moveTo>
                <a:lnTo>
                  <a:pt x="0" y="413"/>
                </a:lnTo>
                <a:cubicBezTo>
                  <a:pt x="0" y="399"/>
                  <a:pt x="2" y="385"/>
                  <a:pt x="7" y="372"/>
                </a:cubicBezTo>
                <a:cubicBezTo>
                  <a:pt x="12" y="359"/>
                  <a:pt x="19" y="347"/>
                  <a:pt x="29" y="337"/>
                </a:cubicBezTo>
                <a:cubicBezTo>
                  <a:pt x="38" y="326"/>
                  <a:pt x="49" y="318"/>
                  <a:pt x="62" y="313"/>
                </a:cubicBezTo>
                <a:cubicBezTo>
                  <a:pt x="75" y="307"/>
                  <a:pt x="88" y="304"/>
                  <a:pt x="102" y="303"/>
                </a:cubicBezTo>
                <a:lnTo>
                  <a:pt x="8776" y="0"/>
                </a:lnTo>
                <a:cubicBezTo>
                  <a:pt x="8790" y="0"/>
                  <a:pt x="8804" y="2"/>
                  <a:pt x="8817" y="7"/>
                </a:cubicBezTo>
                <a:cubicBezTo>
                  <a:pt x="8830" y="12"/>
                  <a:pt x="8842" y="19"/>
                  <a:pt x="8852" y="29"/>
                </a:cubicBezTo>
                <a:cubicBezTo>
                  <a:pt x="8863" y="38"/>
                  <a:pt x="8871" y="49"/>
                  <a:pt x="8876" y="62"/>
                </a:cubicBezTo>
                <a:cubicBezTo>
                  <a:pt x="8882" y="75"/>
                  <a:pt x="8885" y="88"/>
                  <a:pt x="8886" y="102"/>
                </a:cubicBezTo>
                <a:lnTo>
                  <a:pt x="9012" y="3726"/>
                </a:lnTo>
                <a:cubicBezTo>
                  <a:pt x="9013" y="3740"/>
                  <a:pt x="9011" y="3754"/>
                  <a:pt x="9006" y="3767"/>
                </a:cubicBezTo>
                <a:cubicBezTo>
                  <a:pt x="9001" y="3780"/>
                  <a:pt x="8994" y="3791"/>
                  <a:pt x="8984" y="3802"/>
                </a:cubicBezTo>
                <a:cubicBezTo>
                  <a:pt x="8974" y="3812"/>
                  <a:pt x="8963" y="3820"/>
                  <a:pt x="8950" y="3826"/>
                </a:cubicBezTo>
                <a:cubicBezTo>
                  <a:pt x="8938" y="3832"/>
                  <a:pt x="8924" y="3835"/>
                  <a:pt x="8910" y="3835"/>
                </a:cubicBezTo>
                <a:lnTo>
                  <a:pt x="236" y="4138"/>
                </a:lnTo>
                <a:cubicBezTo>
                  <a:pt x="222" y="4139"/>
                  <a:pt x="209" y="4137"/>
                  <a:pt x="195" y="4132"/>
                </a:cubicBezTo>
                <a:cubicBezTo>
                  <a:pt x="182" y="4127"/>
                  <a:pt x="171" y="4119"/>
                  <a:pt x="160" y="4110"/>
                </a:cubicBezTo>
                <a:cubicBezTo>
                  <a:pt x="150" y="4100"/>
                  <a:pt x="142" y="4089"/>
                  <a:pt x="136" y="4076"/>
                </a:cubicBezTo>
                <a:cubicBezTo>
                  <a:pt x="130" y="4064"/>
                  <a:pt x="127" y="4050"/>
                  <a:pt x="127" y="403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752480" y="3306240"/>
            <a:ext cx="889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DỰ ÁN ĐỊNH VỊ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 rot="21480000">
            <a:off x="1928520" y="180000"/>
            <a:ext cx="16513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ĐA NHIỆM ĐA DẠNG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 rot="21480000">
            <a:off x="1938240" y="457200"/>
            <a:ext cx="2743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Content Marketing &amp; truyền thông nội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 rot="21480000">
            <a:off x="1946880" y="705960"/>
            <a:ext cx="2689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bộ, sáng tạo và quy chuẩn, chiến lược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235840" y="-54360"/>
            <a:ext cx="3244320" cy="1489680"/>
          </a:xfrm>
          <a:custGeom>
            <a:avLst/>
            <a:gdLst/>
            <a:ahLst/>
            <a:rect l="0" t="0" r="r" b="b"/>
            <a:pathLst>
              <a:path w="9012" h="4138">
                <a:moveTo>
                  <a:pt x="126" y="4036"/>
                </a:moveTo>
                <a:lnTo>
                  <a:pt x="0" y="413"/>
                </a:lnTo>
                <a:cubicBezTo>
                  <a:pt x="-1" y="399"/>
                  <a:pt x="2" y="385"/>
                  <a:pt x="7" y="372"/>
                </a:cubicBezTo>
                <a:cubicBezTo>
                  <a:pt x="12" y="359"/>
                  <a:pt x="19" y="347"/>
                  <a:pt x="28" y="337"/>
                </a:cubicBezTo>
                <a:cubicBezTo>
                  <a:pt x="38" y="326"/>
                  <a:pt x="49" y="318"/>
                  <a:pt x="62" y="313"/>
                </a:cubicBezTo>
                <a:cubicBezTo>
                  <a:pt x="75" y="307"/>
                  <a:pt x="88" y="304"/>
                  <a:pt x="102" y="303"/>
                </a:cubicBezTo>
                <a:lnTo>
                  <a:pt x="8776" y="0"/>
                </a:lnTo>
                <a:cubicBezTo>
                  <a:pt x="8790" y="0"/>
                  <a:pt x="8804" y="2"/>
                  <a:pt x="8817" y="7"/>
                </a:cubicBezTo>
                <a:cubicBezTo>
                  <a:pt x="8830" y="12"/>
                  <a:pt x="8842" y="19"/>
                  <a:pt x="8852" y="29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5"/>
                  <a:pt x="8885" y="88"/>
                  <a:pt x="8886" y="102"/>
                </a:cubicBezTo>
                <a:lnTo>
                  <a:pt x="9012" y="3726"/>
                </a:lnTo>
                <a:cubicBezTo>
                  <a:pt x="9013" y="3740"/>
                  <a:pt x="9010" y="3754"/>
                  <a:pt x="9005" y="3767"/>
                </a:cubicBezTo>
                <a:cubicBezTo>
                  <a:pt x="9000" y="3780"/>
                  <a:pt x="8993" y="3791"/>
                  <a:pt x="8984" y="3802"/>
                </a:cubicBezTo>
                <a:cubicBezTo>
                  <a:pt x="8974" y="3812"/>
                  <a:pt x="8963" y="3820"/>
                  <a:pt x="8950" y="3826"/>
                </a:cubicBezTo>
                <a:cubicBezTo>
                  <a:pt x="8937" y="3832"/>
                  <a:pt x="8924" y="3835"/>
                  <a:pt x="8910" y="3835"/>
                </a:cubicBezTo>
                <a:lnTo>
                  <a:pt x="236" y="4138"/>
                </a:lnTo>
                <a:cubicBezTo>
                  <a:pt x="222" y="4139"/>
                  <a:pt x="208" y="4137"/>
                  <a:pt x="195" y="4132"/>
                </a:cubicBezTo>
                <a:cubicBezTo>
                  <a:pt x="182" y="4127"/>
                  <a:pt x="170" y="4119"/>
                  <a:pt x="160" y="4110"/>
                </a:cubicBezTo>
                <a:cubicBezTo>
                  <a:pt x="150" y="4100"/>
                  <a:pt x="142" y="4089"/>
                  <a:pt x="136" y="4076"/>
                </a:cubicBezTo>
                <a:cubicBezTo>
                  <a:pt x="130" y="4064"/>
                  <a:pt x="127" y="4050"/>
                  <a:pt x="126" y="403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 rot="21480000">
            <a:off x="1956600" y="996120"/>
            <a:ext cx="796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và thực thi.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 rot="21480000">
            <a:off x="5433840" y="180720"/>
            <a:ext cx="1611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TƯ DUY NGÔN NGỮ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 rot="21480000">
            <a:off x="5443560" y="461520"/>
            <a:ext cx="2509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Pháp - Anh - Trung, mở rộng cơ hội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8741160" y="-54360"/>
            <a:ext cx="3244320" cy="1489680"/>
          </a:xfrm>
          <a:custGeom>
            <a:avLst/>
            <a:gdLst/>
            <a:ahLst/>
            <a:rect l="0" t="0" r="r" b="b"/>
            <a:pathLst>
              <a:path w="9012" h="4138">
                <a:moveTo>
                  <a:pt x="126" y="4036"/>
                </a:moveTo>
                <a:lnTo>
                  <a:pt x="0" y="413"/>
                </a:lnTo>
                <a:cubicBezTo>
                  <a:pt x="-1" y="399"/>
                  <a:pt x="1" y="385"/>
                  <a:pt x="6" y="372"/>
                </a:cubicBezTo>
                <a:cubicBezTo>
                  <a:pt x="11" y="359"/>
                  <a:pt x="18" y="347"/>
                  <a:pt x="28" y="337"/>
                </a:cubicBezTo>
                <a:cubicBezTo>
                  <a:pt x="38" y="326"/>
                  <a:pt x="49" y="318"/>
                  <a:pt x="62" y="313"/>
                </a:cubicBezTo>
                <a:cubicBezTo>
                  <a:pt x="74" y="307"/>
                  <a:pt x="88" y="304"/>
                  <a:pt x="102" y="303"/>
                </a:cubicBezTo>
                <a:lnTo>
                  <a:pt x="8776" y="0"/>
                </a:lnTo>
                <a:cubicBezTo>
                  <a:pt x="8790" y="0"/>
                  <a:pt x="8803" y="2"/>
                  <a:pt x="8816" y="7"/>
                </a:cubicBezTo>
                <a:cubicBezTo>
                  <a:pt x="8830" y="12"/>
                  <a:pt x="8841" y="19"/>
                  <a:pt x="8852" y="29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5"/>
                  <a:pt x="8885" y="88"/>
                  <a:pt x="8885" y="102"/>
                </a:cubicBezTo>
                <a:lnTo>
                  <a:pt x="9012" y="3726"/>
                </a:lnTo>
                <a:cubicBezTo>
                  <a:pt x="9012" y="3740"/>
                  <a:pt x="9010" y="3754"/>
                  <a:pt x="9005" y="3767"/>
                </a:cubicBezTo>
                <a:cubicBezTo>
                  <a:pt x="9000" y="3780"/>
                  <a:pt x="8993" y="3791"/>
                  <a:pt x="8983" y="3802"/>
                </a:cubicBezTo>
                <a:cubicBezTo>
                  <a:pt x="8974" y="3812"/>
                  <a:pt x="8963" y="3820"/>
                  <a:pt x="8950" y="3826"/>
                </a:cubicBezTo>
                <a:cubicBezTo>
                  <a:pt x="8937" y="3832"/>
                  <a:pt x="8924" y="3835"/>
                  <a:pt x="8910" y="3835"/>
                </a:cubicBezTo>
                <a:lnTo>
                  <a:pt x="236" y="4138"/>
                </a:lnTo>
                <a:cubicBezTo>
                  <a:pt x="222" y="4139"/>
                  <a:pt x="208" y="4137"/>
                  <a:pt x="195" y="4132"/>
                </a:cubicBezTo>
                <a:cubicBezTo>
                  <a:pt x="182" y="4127"/>
                  <a:pt x="170" y="4119"/>
                  <a:pt x="160" y="4110"/>
                </a:cubicBezTo>
                <a:cubicBezTo>
                  <a:pt x="149" y="4100"/>
                  <a:pt x="141" y="4089"/>
                  <a:pt x="136" y="4076"/>
                </a:cubicBezTo>
                <a:cubicBezTo>
                  <a:pt x="130" y="4064"/>
                  <a:pt x="127" y="4050"/>
                  <a:pt x="126" y="403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 rot="21480000">
            <a:off x="5452560" y="725040"/>
            <a:ext cx="1603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quốc tế và đa văn hóa.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 rot="21480000">
            <a:off x="8939160" y="169200"/>
            <a:ext cx="22820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TỐI ƯU HIỆU SUẤT ĐA KÊNH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 rot="21480000">
            <a:off x="8948520" y="458280"/>
            <a:ext cx="2692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Làm chủ hệ sinh thái AI và phần mềm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 rot="21480000">
            <a:off x="8957520" y="708120"/>
            <a:ext cx="2554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sáng tạo để xử lý khối lượng lớn, đa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3426480" y="2908080"/>
            <a:ext cx="1005480" cy="270360"/>
          </a:xfrm>
          <a:custGeom>
            <a:avLst/>
            <a:gdLst/>
            <a:ahLst/>
            <a:rect l="0" t="0" r="r" b="b"/>
            <a:pathLst>
              <a:path w="2793" h="751">
                <a:moveTo>
                  <a:pt x="15" y="649"/>
                </a:moveTo>
                <a:lnTo>
                  <a:pt x="0" y="199"/>
                </a:lnTo>
                <a:cubicBezTo>
                  <a:pt x="-1" y="185"/>
                  <a:pt x="1" y="171"/>
                  <a:pt x="6" y="158"/>
                </a:cubicBezTo>
                <a:cubicBezTo>
                  <a:pt x="11" y="145"/>
                  <a:pt x="18" y="133"/>
                  <a:pt x="28" y="123"/>
                </a:cubicBezTo>
                <a:cubicBezTo>
                  <a:pt x="38" y="113"/>
                  <a:pt x="49" y="105"/>
                  <a:pt x="61" y="99"/>
                </a:cubicBezTo>
                <a:cubicBezTo>
                  <a:pt x="74" y="93"/>
                  <a:pt x="88" y="90"/>
                  <a:pt x="102" y="89"/>
                </a:cubicBezTo>
                <a:lnTo>
                  <a:pt x="2668" y="0"/>
                </a:lnTo>
                <a:cubicBezTo>
                  <a:pt x="2682" y="-1"/>
                  <a:pt x="2695" y="2"/>
                  <a:pt x="2708" y="6"/>
                </a:cubicBezTo>
                <a:cubicBezTo>
                  <a:pt x="2721" y="11"/>
                  <a:pt x="2733" y="19"/>
                  <a:pt x="2743" y="28"/>
                </a:cubicBezTo>
                <a:cubicBezTo>
                  <a:pt x="2754" y="38"/>
                  <a:pt x="2762" y="49"/>
                  <a:pt x="2768" y="62"/>
                </a:cubicBezTo>
                <a:cubicBezTo>
                  <a:pt x="2773" y="74"/>
                  <a:pt x="2777" y="88"/>
                  <a:pt x="2777" y="102"/>
                </a:cubicBezTo>
                <a:lnTo>
                  <a:pt x="2793" y="552"/>
                </a:lnTo>
                <a:cubicBezTo>
                  <a:pt x="2793" y="566"/>
                  <a:pt x="2791" y="580"/>
                  <a:pt x="2786" y="593"/>
                </a:cubicBezTo>
                <a:cubicBezTo>
                  <a:pt x="2781" y="606"/>
                  <a:pt x="2774" y="618"/>
                  <a:pt x="2764" y="628"/>
                </a:cubicBezTo>
                <a:cubicBezTo>
                  <a:pt x="2755" y="639"/>
                  <a:pt x="2744" y="647"/>
                  <a:pt x="2731" y="652"/>
                </a:cubicBezTo>
                <a:cubicBezTo>
                  <a:pt x="2718" y="658"/>
                  <a:pt x="2705" y="661"/>
                  <a:pt x="2691" y="662"/>
                </a:cubicBezTo>
                <a:lnTo>
                  <a:pt x="125" y="751"/>
                </a:lnTo>
                <a:cubicBezTo>
                  <a:pt x="111" y="752"/>
                  <a:pt x="97" y="750"/>
                  <a:pt x="84" y="745"/>
                </a:cubicBezTo>
                <a:cubicBezTo>
                  <a:pt x="71" y="740"/>
                  <a:pt x="59" y="733"/>
                  <a:pt x="49" y="723"/>
                </a:cubicBezTo>
                <a:cubicBezTo>
                  <a:pt x="39" y="714"/>
                  <a:pt x="31" y="702"/>
                  <a:pt x="25" y="690"/>
                </a:cubicBezTo>
                <a:cubicBezTo>
                  <a:pt x="19" y="677"/>
                  <a:pt x="16" y="663"/>
                  <a:pt x="15" y="649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 rot="21480000">
            <a:off x="8966520" y="979200"/>
            <a:ext cx="1765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định dạng, đúng tiến độ.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3426480" y="3279600"/>
            <a:ext cx="1005480" cy="270720"/>
          </a:xfrm>
          <a:custGeom>
            <a:avLst/>
            <a:gdLst/>
            <a:ahLst/>
            <a:rect l="0" t="0" r="r" b="b"/>
            <a:pathLst>
              <a:path w="2793" h="752">
                <a:moveTo>
                  <a:pt x="15" y="649"/>
                </a:moveTo>
                <a:lnTo>
                  <a:pt x="0" y="199"/>
                </a:lnTo>
                <a:cubicBezTo>
                  <a:pt x="-1" y="185"/>
                  <a:pt x="1" y="171"/>
                  <a:pt x="6" y="158"/>
                </a:cubicBezTo>
                <a:cubicBezTo>
                  <a:pt x="11" y="145"/>
                  <a:pt x="18" y="133"/>
                  <a:pt x="28" y="123"/>
                </a:cubicBezTo>
                <a:cubicBezTo>
                  <a:pt x="38" y="113"/>
                  <a:pt x="49" y="105"/>
                  <a:pt x="61" y="99"/>
                </a:cubicBezTo>
                <a:cubicBezTo>
                  <a:pt x="74" y="93"/>
                  <a:pt x="88" y="90"/>
                  <a:pt x="102" y="89"/>
                </a:cubicBezTo>
                <a:lnTo>
                  <a:pt x="2668" y="0"/>
                </a:lnTo>
                <a:cubicBezTo>
                  <a:pt x="2682" y="-1"/>
                  <a:pt x="2695" y="1"/>
                  <a:pt x="2708" y="6"/>
                </a:cubicBezTo>
                <a:cubicBezTo>
                  <a:pt x="2721" y="11"/>
                  <a:pt x="2733" y="18"/>
                  <a:pt x="2743" y="28"/>
                </a:cubicBezTo>
                <a:cubicBezTo>
                  <a:pt x="2754" y="38"/>
                  <a:pt x="2762" y="49"/>
                  <a:pt x="2768" y="62"/>
                </a:cubicBezTo>
                <a:cubicBezTo>
                  <a:pt x="2773" y="74"/>
                  <a:pt x="2777" y="88"/>
                  <a:pt x="2777" y="102"/>
                </a:cubicBezTo>
                <a:lnTo>
                  <a:pt x="2793" y="552"/>
                </a:lnTo>
                <a:cubicBezTo>
                  <a:pt x="2793" y="566"/>
                  <a:pt x="2791" y="580"/>
                  <a:pt x="2786" y="593"/>
                </a:cubicBezTo>
                <a:cubicBezTo>
                  <a:pt x="2781" y="606"/>
                  <a:pt x="2774" y="618"/>
                  <a:pt x="2764" y="628"/>
                </a:cubicBezTo>
                <a:cubicBezTo>
                  <a:pt x="2755" y="638"/>
                  <a:pt x="2744" y="646"/>
                  <a:pt x="2731" y="652"/>
                </a:cubicBezTo>
                <a:cubicBezTo>
                  <a:pt x="2718" y="658"/>
                  <a:pt x="2705" y="661"/>
                  <a:pt x="2691" y="662"/>
                </a:cubicBezTo>
                <a:lnTo>
                  <a:pt x="125" y="751"/>
                </a:lnTo>
                <a:cubicBezTo>
                  <a:pt x="111" y="752"/>
                  <a:pt x="97" y="750"/>
                  <a:pt x="84" y="745"/>
                </a:cubicBezTo>
                <a:cubicBezTo>
                  <a:pt x="71" y="740"/>
                  <a:pt x="59" y="733"/>
                  <a:pt x="49" y="723"/>
                </a:cubicBezTo>
                <a:cubicBezTo>
                  <a:pt x="39" y="713"/>
                  <a:pt x="31" y="702"/>
                  <a:pt x="25" y="689"/>
                </a:cubicBezTo>
                <a:cubicBezTo>
                  <a:pt x="19" y="677"/>
                  <a:pt x="16" y="663"/>
                  <a:pt x="15" y="649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 rot="21480000">
            <a:off x="3523680" y="294192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 rot="21480000">
            <a:off x="3523680" y="331344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0"/>
            <a:ext cx="13716000" cy="343080"/>
          </a:xfrm>
          <a:custGeom>
            <a:avLst/>
            <a:gdLst/>
            <a:ahLst/>
            <a:rect l="0" t="0" r="r" b="b"/>
            <a:pathLst>
              <a:path w="38100" h="953">
                <a:moveTo>
                  <a:pt x="0" y="0"/>
                </a:moveTo>
                <a:lnTo>
                  <a:pt x="38100" y="0"/>
                </a:lnTo>
                <a:lnTo>
                  <a:pt x="38100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34200"/>
            <a:ext cx="11811240" cy="308880"/>
          </a:xfrm>
          <a:custGeom>
            <a:avLst/>
            <a:gdLst/>
            <a:ahLst/>
            <a:rect l="0" t="0" r="r" b="b"/>
            <a:pathLst>
              <a:path w="32809" h="858">
                <a:moveTo>
                  <a:pt x="0" y="858"/>
                </a:moveTo>
                <a:lnTo>
                  <a:pt x="0" y="238"/>
                </a:lnTo>
                <a:lnTo>
                  <a:pt x="1587" y="382"/>
                </a:lnTo>
                <a:lnTo>
                  <a:pt x="3016" y="95"/>
                </a:lnTo>
                <a:lnTo>
                  <a:pt x="4656" y="333"/>
                </a:lnTo>
                <a:lnTo>
                  <a:pt x="6191" y="0"/>
                </a:lnTo>
                <a:lnTo>
                  <a:pt x="7937" y="285"/>
                </a:lnTo>
                <a:lnTo>
                  <a:pt x="9366" y="95"/>
                </a:lnTo>
                <a:lnTo>
                  <a:pt x="10953" y="429"/>
                </a:lnTo>
                <a:lnTo>
                  <a:pt x="12435" y="47"/>
                </a:lnTo>
                <a:lnTo>
                  <a:pt x="14128" y="285"/>
                </a:lnTo>
                <a:lnTo>
                  <a:pt x="15663" y="143"/>
                </a:lnTo>
                <a:lnTo>
                  <a:pt x="17304" y="429"/>
                </a:lnTo>
                <a:lnTo>
                  <a:pt x="18733" y="95"/>
                </a:lnTo>
                <a:lnTo>
                  <a:pt x="20320" y="285"/>
                </a:lnTo>
                <a:lnTo>
                  <a:pt x="21802" y="47"/>
                </a:lnTo>
                <a:lnTo>
                  <a:pt x="23495" y="382"/>
                </a:lnTo>
                <a:lnTo>
                  <a:pt x="25030" y="190"/>
                </a:lnTo>
                <a:lnTo>
                  <a:pt x="26670" y="333"/>
                </a:lnTo>
                <a:lnTo>
                  <a:pt x="28099" y="47"/>
                </a:lnTo>
                <a:lnTo>
                  <a:pt x="29687" y="285"/>
                </a:lnTo>
                <a:lnTo>
                  <a:pt x="31168" y="143"/>
                </a:lnTo>
                <a:lnTo>
                  <a:pt x="32809" y="429"/>
                </a:lnTo>
                <a:lnTo>
                  <a:pt x="32809" y="858"/>
                </a:lnTo>
                <a:lnTo>
                  <a:pt x="0" y="858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0" y="333360"/>
            <a:ext cx="13716000" cy="8239320"/>
          </a:xfrm>
          <a:custGeom>
            <a:avLst/>
            <a:gdLst/>
            <a:ahLst/>
            <a:rect l="0" t="0" r="r" b="b"/>
            <a:pathLst>
              <a:path w="38100" h="22887">
                <a:moveTo>
                  <a:pt x="0" y="0"/>
                </a:moveTo>
                <a:lnTo>
                  <a:pt x="38100" y="0"/>
                </a:lnTo>
                <a:lnTo>
                  <a:pt x="38100" y="22887"/>
                </a:lnTo>
                <a:lnTo>
                  <a:pt x="0" y="22887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1752480" y="2081160"/>
            <a:ext cx="7340400" cy="103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CONTENT STRATEGY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752480" y="3705120"/>
            <a:ext cx="3200760" cy="1905120"/>
          </a:xfrm>
          <a:custGeom>
            <a:avLst/>
            <a:gdLst/>
            <a:ahLst/>
            <a:rect l="0" t="0" r="r" b="b"/>
            <a:pathLst>
              <a:path w="8891" h="5292">
                <a:moveTo>
                  <a:pt x="0" y="518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2"/>
                  <a:pt x="8825" y="8"/>
                </a:cubicBezTo>
                <a:cubicBezTo>
                  <a:pt x="8838" y="13"/>
                  <a:pt x="8850" y="21"/>
                  <a:pt x="8860" y="31"/>
                </a:cubicBezTo>
                <a:cubicBezTo>
                  <a:pt x="8870" y="41"/>
                  <a:pt x="8877" y="52"/>
                  <a:pt x="8883" y="65"/>
                </a:cubicBezTo>
                <a:cubicBezTo>
                  <a:pt x="8888" y="78"/>
                  <a:pt x="8891" y="92"/>
                  <a:pt x="8891" y="106"/>
                </a:cubicBezTo>
                <a:lnTo>
                  <a:pt x="8891" y="5187"/>
                </a:lnTo>
                <a:cubicBezTo>
                  <a:pt x="8891" y="5201"/>
                  <a:pt x="8888" y="5214"/>
                  <a:pt x="8883" y="5227"/>
                </a:cubicBezTo>
                <a:cubicBezTo>
                  <a:pt x="8877" y="5240"/>
                  <a:pt x="8870" y="5252"/>
                  <a:pt x="8860" y="5261"/>
                </a:cubicBezTo>
                <a:cubicBezTo>
                  <a:pt x="8850" y="5271"/>
                  <a:pt x="8838" y="5279"/>
                  <a:pt x="8825" y="5284"/>
                </a:cubicBezTo>
                <a:cubicBezTo>
                  <a:pt x="8813" y="5290"/>
                  <a:pt x="8799" y="5292"/>
                  <a:pt x="8785" y="5292"/>
                </a:cubicBezTo>
                <a:lnTo>
                  <a:pt x="106" y="5292"/>
                </a:lnTo>
                <a:cubicBezTo>
                  <a:pt x="92" y="5292"/>
                  <a:pt x="78" y="5290"/>
                  <a:pt x="65" y="5284"/>
                </a:cubicBezTo>
                <a:cubicBezTo>
                  <a:pt x="52" y="5279"/>
                  <a:pt x="41" y="5271"/>
                  <a:pt x="31" y="5261"/>
                </a:cubicBezTo>
                <a:cubicBezTo>
                  <a:pt x="21" y="5252"/>
                  <a:pt x="13" y="5240"/>
                  <a:pt x="8" y="5227"/>
                </a:cubicBezTo>
                <a:cubicBezTo>
                  <a:pt x="3" y="5214"/>
                  <a:pt x="0" y="5201"/>
                  <a:pt x="0" y="5187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752480" y="3161160"/>
            <a:ext cx="4197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Từ nghiên cứu đến lịch đăng: một quy trình, năm mắt xích.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981080" y="3862440"/>
            <a:ext cx="1773000" cy="46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S-Research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1981080" y="4331520"/>
            <a:ext cx="16603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ĐỌC VỊ THỊ TRƯỜNG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981080" y="4647240"/>
            <a:ext cx="2617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Nghiên cứu thị trường, phân tích đối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1981080" y="4894920"/>
            <a:ext cx="2413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thủ, hiểu sâu hành vi người dùng.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752480" y="7477920"/>
            <a:ext cx="14180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DIRECTION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3060000" y="7630560"/>
            <a:ext cx="694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Định hướng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752480" y="7904880"/>
            <a:ext cx="6041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Xác định mục tiêu kênh, chân dung khán giả mục tiêu và thông điệp lõi trước khi viết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749960" y="1829160"/>
            <a:ext cx="1700280" cy="294840"/>
          </a:xfrm>
          <a:custGeom>
            <a:avLst/>
            <a:gdLst/>
            <a:ahLst/>
            <a:rect l="0" t="0" r="r" b="b"/>
            <a:pathLst>
              <a:path w="4723" h="819">
                <a:moveTo>
                  <a:pt x="15" y="717"/>
                </a:moveTo>
                <a:lnTo>
                  <a:pt x="0" y="267"/>
                </a:lnTo>
                <a:cubicBezTo>
                  <a:pt x="-1" y="253"/>
                  <a:pt x="1" y="239"/>
                  <a:pt x="6" y="225"/>
                </a:cubicBezTo>
                <a:cubicBezTo>
                  <a:pt x="11" y="212"/>
                  <a:pt x="18" y="200"/>
                  <a:pt x="28" y="190"/>
                </a:cubicBezTo>
                <a:cubicBezTo>
                  <a:pt x="37" y="180"/>
                  <a:pt x="49" y="172"/>
                  <a:pt x="61" y="166"/>
                </a:cubicBezTo>
                <a:cubicBezTo>
                  <a:pt x="74" y="160"/>
                  <a:pt x="88" y="157"/>
                  <a:pt x="102" y="157"/>
                </a:cubicBezTo>
                <a:lnTo>
                  <a:pt x="4598" y="0"/>
                </a:lnTo>
                <a:cubicBezTo>
                  <a:pt x="4612" y="-1"/>
                  <a:pt x="4625" y="1"/>
                  <a:pt x="4639" y="6"/>
                </a:cubicBezTo>
                <a:cubicBezTo>
                  <a:pt x="4652" y="11"/>
                  <a:pt x="4663" y="18"/>
                  <a:pt x="4674" y="28"/>
                </a:cubicBezTo>
                <a:cubicBezTo>
                  <a:pt x="4684" y="38"/>
                  <a:pt x="4692" y="49"/>
                  <a:pt x="4698" y="61"/>
                </a:cubicBezTo>
                <a:cubicBezTo>
                  <a:pt x="4704" y="74"/>
                  <a:pt x="4707" y="88"/>
                  <a:pt x="4707" y="102"/>
                </a:cubicBezTo>
                <a:lnTo>
                  <a:pt x="4723" y="552"/>
                </a:lnTo>
                <a:cubicBezTo>
                  <a:pt x="4723" y="566"/>
                  <a:pt x="4721" y="580"/>
                  <a:pt x="4716" y="593"/>
                </a:cubicBezTo>
                <a:cubicBezTo>
                  <a:pt x="4711" y="606"/>
                  <a:pt x="4704" y="618"/>
                  <a:pt x="4695" y="628"/>
                </a:cubicBezTo>
                <a:cubicBezTo>
                  <a:pt x="4685" y="638"/>
                  <a:pt x="4674" y="646"/>
                  <a:pt x="4661" y="652"/>
                </a:cubicBezTo>
                <a:cubicBezTo>
                  <a:pt x="4648" y="658"/>
                  <a:pt x="4635" y="661"/>
                  <a:pt x="4621" y="662"/>
                </a:cubicBezTo>
                <a:lnTo>
                  <a:pt x="125" y="819"/>
                </a:lnTo>
                <a:cubicBezTo>
                  <a:pt x="111" y="819"/>
                  <a:pt x="97" y="817"/>
                  <a:pt x="84" y="812"/>
                </a:cubicBezTo>
                <a:cubicBezTo>
                  <a:pt x="71" y="807"/>
                  <a:pt x="59" y="800"/>
                  <a:pt x="49" y="790"/>
                </a:cubicBezTo>
                <a:cubicBezTo>
                  <a:pt x="39" y="781"/>
                  <a:pt x="30" y="769"/>
                  <a:pt x="25" y="757"/>
                </a:cubicBezTo>
                <a:cubicBezTo>
                  <a:pt x="19" y="744"/>
                  <a:pt x="16" y="731"/>
                  <a:pt x="15" y="71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752480" y="8161920"/>
            <a:ext cx="1041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dòng đầu tiên.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5212080" y="3624480"/>
            <a:ext cx="3292200" cy="2066400"/>
          </a:xfrm>
          <a:custGeom>
            <a:avLst/>
            <a:gdLst/>
            <a:ahLst/>
            <a:rect l="0" t="0" r="r" b="b"/>
            <a:pathLst>
              <a:path w="9145" h="5740">
                <a:moveTo>
                  <a:pt x="0" y="5175"/>
                </a:moveTo>
                <a:lnTo>
                  <a:pt x="266" y="100"/>
                </a:lnTo>
                <a:cubicBezTo>
                  <a:pt x="267" y="86"/>
                  <a:pt x="270" y="73"/>
                  <a:pt x="276" y="60"/>
                </a:cubicBezTo>
                <a:cubicBezTo>
                  <a:pt x="282" y="48"/>
                  <a:pt x="290" y="37"/>
                  <a:pt x="301" y="27"/>
                </a:cubicBezTo>
                <a:cubicBezTo>
                  <a:pt x="311" y="18"/>
                  <a:pt x="323" y="11"/>
                  <a:pt x="336" y="6"/>
                </a:cubicBezTo>
                <a:cubicBezTo>
                  <a:pt x="349" y="2"/>
                  <a:pt x="363" y="0"/>
                  <a:pt x="377" y="0"/>
                </a:cubicBezTo>
                <a:lnTo>
                  <a:pt x="9044" y="455"/>
                </a:lnTo>
                <a:cubicBezTo>
                  <a:pt x="9058" y="455"/>
                  <a:pt x="9072" y="459"/>
                  <a:pt x="9084" y="465"/>
                </a:cubicBezTo>
                <a:cubicBezTo>
                  <a:pt x="9097" y="471"/>
                  <a:pt x="9108" y="479"/>
                  <a:pt x="9118" y="489"/>
                </a:cubicBezTo>
                <a:cubicBezTo>
                  <a:pt x="9127" y="500"/>
                  <a:pt x="9134" y="512"/>
                  <a:pt x="9139" y="525"/>
                </a:cubicBezTo>
                <a:cubicBezTo>
                  <a:pt x="9143" y="538"/>
                  <a:pt x="9145" y="552"/>
                  <a:pt x="9145" y="566"/>
                </a:cubicBezTo>
                <a:lnTo>
                  <a:pt x="8879" y="5640"/>
                </a:lnTo>
                <a:cubicBezTo>
                  <a:pt x="8878" y="5654"/>
                  <a:pt x="8875" y="5667"/>
                  <a:pt x="8869" y="5680"/>
                </a:cubicBezTo>
                <a:cubicBezTo>
                  <a:pt x="8863" y="5692"/>
                  <a:pt x="8854" y="5704"/>
                  <a:pt x="8844" y="5713"/>
                </a:cubicBezTo>
                <a:cubicBezTo>
                  <a:pt x="8833" y="5722"/>
                  <a:pt x="8822" y="5729"/>
                  <a:pt x="8808" y="5734"/>
                </a:cubicBezTo>
                <a:cubicBezTo>
                  <a:pt x="8795" y="5739"/>
                  <a:pt x="8782" y="5741"/>
                  <a:pt x="8768" y="5740"/>
                </a:cubicBezTo>
                <a:lnTo>
                  <a:pt x="100" y="5286"/>
                </a:lnTo>
                <a:cubicBezTo>
                  <a:pt x="86" y="5285"/>
                  <a:pt x="73" y="5282"/>
                  <a:pt x="60" y="5276"/>
                </a:cubicBezTo>
                <a:cubicBezTo>
                  <a:pt x="47" y="5270"/>
                  <a:pt x="36" y="5261"/>
                  <a:pt x="27" y="5251"/>
                </a:cubicBezTo>
                <a:cubicBezTo>
                  <a:pt x="18" y="5240"/>
                  <a:pt x="11" y="5229"/>
                  <a:pt x="6" y="5215"/>
                </a:cubicBezTo>
                <a:cubicBezTo>
                  <a:pt x="1" y="5202"/>
                  <a:pt x="-1" y="5189"/>
                  <a:pt x="0" y="5175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 rot="21480000">
            <a:off x="1847520" y="1875600"/>
            <a:ext cx="1547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03 / CONTENT STRATEGY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 rot="180000">
            <a:off x="5516640" y="3821040"/>
            <a:ext cx="1134720" cy="46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S-Story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 rot="180000">
            <a:off x="5497560" y="4320720"/>
            <a:ext cx="19605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KỂ CHUYỆN CÓ BẢN SẮC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 rot="180000">
            <a:off x="5482080" y="4626720"/>
            <a:ext cx="1968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Xây dựng kịch bản độc đáo,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 rot="180000">
            <a:off x="5468760" y="4883400"/>
            <a:ext cx="195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narrative hấp dẫn, phù hợp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8731800" y="3651120"/>
            <a:ext cx="3262680" cy="2013120"/>
          </a:xfrm>
          <a:custGeom>
            <a:avLst/>
            <a:gdLst/>
            <a:ahLst/>
            <a:rect l="0" t="0" r="r" b="b"/>
            <a:pathLst>
              <a:path w="9063" h="5592">
                <a:moveTo>
                  <a:pt x="177" y="5490"/>
                </a:moveTo>
                <a:lnTo>
                  <a:pt x="0" y="412"/>
                </a:lnTo>
                <a:cubicBezTo>
                  <a:pt x="0" y="398"/>
                  <a:pt x="2" y="385"/>
                  <a:pt x="7" y="372"/>
                </a:cubicBezTo>
                <a:cubicBezTo>
                  <a:pt x="12" y="358"/>
                  <a:pt x="19" y="347"/>
                  <a:pt x="28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5" y="306"/>
                  <a:pt x="88" y="303"/>
                  <a:pt x="102" y="303"/>
                </a:cubicBezTo>
                <a:lnTo>
                  <a:pt x="8776" y="0"/>
                </a:lnTo>
                <a:cubicBezTo>
                  <a:pt x="8790" y="-1"/>
                  <a:pt x="8804" y="2"/>
                  <a:pt x="8817" y="7"/>
                </a:cubicBezTo>
                <a:cubicBezTo>
                  <a:pt x="8830" y="12"/>
                  <a:pt x="8842" y="19"/>
                  <a:pt x="8852" y="28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5"/>
                  <a:pt x="8885" y="88"/>
                  <a:pt x="8886" y="102"/>
                </a:cubicBezTo>
                <a:lnTo>
                  <a:pt x="9063" y="5180"/>
                </a:lnTo>
                <a:cubicBezTo>
                  <a:pt x="9063" y="5194"/>
                  <a:pt x="9061" y="5208"/>
                  <a:pt x="9056" y="5221"/>
                </a:cubicBezTo>
                <a:cubicBezTo>
                  <a:pt x="9051" y="5234"/>
                  <a:pt x="9044" y="5246"/>
                  <a:pt x="9035" y="5256"/>
                </a:cubicBezTo>
                <a:cubicBezTo>
                  <a:pt x="9025" y="5266"/>
                  <a:pt x="9014" y="5274"/>
                  <a:pt x="9001" y="5280"/>
                </a:cubicBezTo>
                <a:cubicBezTo>
                  <a:pt x="8988" y="5286"/>
                  <a:pt x="8975" y="5289"/>
                  <a:pt x="8961" y="5289"/>
                </a:cubicBezTo>
                <a:lnTo>
                  <a:pt x="287" y="5592"/>
                </a:lnTo>
                <a:cubicBezTo>
                  <a:pt x="273" y="5593"/>
                  <a:pt x="259" y="5591"/>
                  <a:pt x="246" y="5586"/>
                </a:cubicBezTo>
                <a:cubicBezTo>
                  <a:pt x="233" y="5581"/>
                  <a:pt x="221" y="5573"/>
                  <a:pt x="211" y="5564"/>
                </a:cubicBezTo>
                <a:cubicBezTo>
                  <a:pt x="201" y="5554"/>
                  <a:pt x="193" y="5543"/>
                  <a:pt x="187" y="5530"/>
                </a:cubicBezTo>
                <a:cubicBezTo>
                  <a:pt x="181" y="5518"/>
                  <a:pt x="178" y="5504"/>
                  <a:pt x="177" y="5490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 rot="180000">
            <a:off x="5456520" y="5102280"/>
            <a:ext cx="878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brand voice.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 rot="21480000">
            <a:off x="8972280" y="3882240"/>
            <a:ext cx="1626840" cy="46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S-Solution</a:t>
            </a:r>
            <a:endParaRPr b="0" lang="en-US" sz="2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 rot="21480000">
            <a:off x="8984520" y="4348080"/>
            <a:ext cx="23353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GIẢI BÀI TOÁN THƯƠNG MẠI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 rot="21480000">
            <a:off x="8994600" y="4651560"/>
            <a:ext cx="2475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Tối ưu hóa chuyển đổi, tăng tương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752480" y="7133760"/>
            <a:ext cx="447840" cy="315360"/>
          </a:xfrm>
          <a:custGeom>
            <a:avLst/>
            <a:gdLst/>
            <a:ahLst/>
            <a:rect l="0" t="0" r="r" b="b"/>
            <a:pathLst>
              <a:path w="1244" h="876">
                <a:moveTo>
                  <a:pt x="0" y="459"/>
                </a:moveTo>
                <a:cubicBezTo>
                  <a:pt x="-1" y="430"/>
                  <a:pt x="2" y="402"/>
                  <a:pt x="9" y="373"/>
                </a:cubicBezTo>
                <a:cubicBezTo>
                  <a:pt x="16" y="345"/>
                  <a:pt x="26" y="317"/>
                  <a:pt x="41" y="290"/>
                </a:cubicBezTo>
                <a:cubicBezTo>
                  <a:pt x="55" y="263"/>
                  <a:pt x="73" y="237"/>
                  <a:pt x="95" y="213"/>
                </a:cubicBezTo>
                <a:cubicBezTo>
                  <a:pt x="116" y="188"/>
                  <a:pt x="141" y="165"/>
                  <a:pt x="168" y="144"/>
                </a:cubicBezTo>
                <a:cubicBezTo>
                  <a:pt x="196" y="123"/>
                  <a:pt x="226" y="104"/>
                  <a:pt x="259" y="87"/>
                </a:cubicBezTo>
                <a:cubicBezTo>
                  <a:pt x="292" y="70"/>
                  <a:pt x="326" y="55"/>
                  <a:pt x="363" y="43"/>
                </a:cubicBezTo>
                <a:cubicBezTo>
                  <a:pt x="400" y="30"/>
                  <a:pt x="438" y="21"/>
                  <a:pt x="477" y="14"/>
                </a:cubicBezTo>
                <a:cubicBezTo>
                  <a:pt x="516" y="7"/>
                  <a:pt x="555" y="3"/>
                  <a:pt x="596" y="1"/>
                </a:cubicBezTo>
                <a:lnTo>
                  <a:pt x="617" y="0"/>
                </a:lnTo>
                <a:cubicBezTo>
                  <a:pt x="657" y="-1"/>
                  <a:pt x="697" y="0"/>
                  <a:pt x="737" y="5"/>
                </a:cubicBezTo>
                <a:cubicBezTo>
                  <a:pt x="777" y="9"/>
                  <a:pt x="815" y="16"/>
                  <a:pt x="853" y="26"/>
                </a:cubicBezTo>
                <a:cubicBezTo>
                  <a:pt x="890" y="35"/>
                  <a:pt x="926" y="47"/>
                  <a:pt x="960" y="62"/>
                </a:cubicBezTo>
                <a:cubicBezTo>
                  <a:pt x="994" y="77"/>
                  <a:pt x="1025" y="94"/>
                  <a:pt x="1054" y="113"/>
                </a:cubicBezTo>
                <a:cubicBezTo>
                  <a:pt x="1083" y="132"/>
                  <a:pt x="1109" y="154"/>
                  <a:pt x="1133" y="177"/>
                </a:cubicBezTo>
                <a:cubicBezTo>
                  <a:pt x="1156" y="200"/>
                  <a:pt x="1175" y="224"/>
                  <a:pt x="1192" y="250"/>
                </a:cubicBezTo>
                <a:cubicBezTo>
                  <a:pt x="1208" y="276"/>
                  <a:pt x="1220" y="303"/>
                  <a:pt x="1229" y="331"/>
                </a:cubicBezTo>
                <a:cubicBezTo>
                  <a:pt x="1238" y="359"/>
                  <a:pt x="1243" y="387"/>
                  <a:pt x="1244" y="415"/>
                </a:cubicBezTo>
                <a:cubicBezTo>
                  <a:pt x="1245" y="444"/>
                  <a:pt x="1242" y="473"/>
                  <a:pt x="1235" y="501"/>
                </a:cubicBezTo>
                <a:cubicBezTo>
                  <a:pt x="1228" y="529"/>
                  <a:pt x="1218" y="557"/>
                  <a:pt x="1203" y="584"/>
                </a:cubicBezTo>
                <a:cubicBezTo>
                  <a:pt x="1189" y="611"/>
                  <a:pt x="1171" y="637"/>
                  <a:pt x="1149" y="661"/>
                </a:cubicBezTo>
                <a:cubicBezTo>
                  <a:pt x="1128" y="686"/>
                  <a:pt x="1103" y="709"/>
                  <a:pt x="1076" y="731"/>
                </a:cubicBezTo>
                <a:cubicBezTo>
                  <a:pt x="1048" y="752"/>
                  <a:pt x="1018" y="772"/>
                  <a:pt x="985" y="789"/>
                </a:cubicBezTo>
                <a:cubicBezTo>
                  <a:pt x="952" y="806"/>
                  <a:pt x="918" y="820"/>
                  <a:pt x="881" y="833"/>
                </a:cubicBezTo>
                <a:cubicBezTo>
                  <a:pt x="844" y="845"/>
                  <a:pt x="806" y="855"/>
                  <a:pt x="767" y="862"/>
                </a:cubicBezTo>
                <a:cubicBezTo>
                  <a:pt x="728" y="868"/>
                  <a:pt x="688" y="873"/>
                  <a:pt x="647" y="874"/>
                </a:cubicBezTo>
                <a:lnTo>
                  <a:pt x="626" y="875"/>
                </a:lnTo>
                <a:cubicBezTo>
                  <a:pt x="586" y="876"/>
                  <a:pt x="546" y="875"/>
                  <a:pt x="507" y="871"/>
                </a:cubicBezTo>
                <a:cubicBezTo>
                  <a:pt x="467" y="866"/>
                  <a:pt x="429" y="859"/>
                  <a:pt x="391" y="850"/>
                </a:cubicBezTo>
                <a:cubicBezTo>
                  <a:pt x="354" y="840"/>
                  <a:pt x="318" y="828"/>
                  <a:pt x="284" y="813"/>
                </a:cubicBezTo>
                <a:cubicBezTo>
                  <a:pt x="250" y="798"/>
                  <a:pt x="219" y="781"/>
                  <a:pt x="190" y="762"/>
                </a:cubicBezTo>
                <a:cubicBezTo>
                  <a:pt x="161" y="743"/>
                  <a:pt x="135" y="721"/>
                  <a:pt x="111" y="698"/>
                </a:cubicBezTo>
                <a:cubicBezTo>
                  <a:pt x="88" y="675"/>
                  <a:pt x="69" y="650"/>
                  <a:pt x="52" y="624"/>
                </a:cubicBezTo>
                <a:cubicBezTo>
                  <a:pt x="36" y="598"/>
                  <a:pt x="24" y="571"/>
                  <a:pt x="15" y="544"/>
                </a:cubicBezTo>
                <a:cubicBezTo>
                  <a:pt x="6" y="516"/>
                  <a:pt x="1" y="487"/>
                  <a:pt x="0" y="459"/>
                </a:cubicBezTo>
                <a:moveTo>
                  <a:pt x="53" y="457"/>
                </a:moveTo>
                <a:cubicBezTo>
                  <a:pt x="52" y="432"/>
                  <a:pt x="55" y="407"/>
                  <a:pt x="61" y="382"/>
                </a:cubicBezTo>
                <a:cubicBezTo>
                  <a:pt x="67" y="357"/>
                  <a:pt x="77" y="333"/>
                  <a:pt x="90" y="309"/>
                </a:cubicBezTo>
                <a:cubicBezTo>
                  <a:pt x="104" y="285"/>
                  <a:pt x="120" y="262"/>
                  <a:pt x="140" y="241"/>
                </a:cubicBezTo>
                <a:cubicBezTo>
                  <a:pt x="159" y="219"/>
                  <a:pt x="182" y="199"/>
                  <a:pt x="207" y="180"/>
                </a:cubicBezTo>
                <a:cubicBezTo>
                  <a:pt x="232" y="161"/>
                  <a:pt x="260" y="145"/>
                  <a:pt x="290" y="130"/>
                </a:cubicBezTo>
                <a:cubicBezTo>
                  <a:pt x="320" y="114"/>
                  <a:pt x="351" y="102"/>
                  <a:pt x="385" y="91"/>
                </a:cubicBezTo>
                <a:cubicBezTo>
                  <a:pt x="418" y="80"/>
                  <a:pt x="453" y="71"/>
                  <a:pt x="489" y="65"/>
                </a:cubicBezTo>
                <a:cubicBezTo>
                  <a:pt x="525" y="59"/>
                  <a:pt x="561" y="55"/>
                  <a:pt x="597" y="54"/>
                </a:cubicBezTo>
                <a:lnTo>
                  <a:pt x="619" y="53"/>
                </a:lnTo>
                <a:cubicBezTo>
                  <a:pt x="655" y="52"/>
                  <a:pt x="692" y="53"/>
                  <a:pt x="729" y="57"/>
                </a:cubicBezTo>
                <a:cubicBezTo>
                  <a:pt x="765" y="61"/>
                  <a:pt x="800" y="67"/>
                  <a:pt x="834" y="75"/>
                </a:cubicBezTo>
                <a:cubicBezTo>
                  <a:pt x="868" y="84"/>
                  <a:pt x="901" y="94"/>
                  <a:pt x="932" y="107"/>
                </a:cubicBezTo>
                <a:cubicBezTo>
                  <a:pt x="963" y="120"/>
                  <a:pt x="992" y="135"/>
                  <a:pt x="1018" y="152"/>
                </a:cubicBezTo>
                <a:cubicBezTo>
                  <a:pt x="1045" y="169"/>
                  <a:pt x="1068" y="187"/>
                  <a:pt x="1090" y="208"/>
                </a:cubicBezTo>
                <a:cubicBezTo>
                  <a:pt x="1111" y="228"/>
                  <a:pt x="1129" y="249"/>
                  <a:pt x="1143" y="272"/>
                </a:cubicBezTo>
                <a:cubicBezTo>
                  <a:pt x="1158" y="295"/>
                  <a:pt x="1170" y="318"/>
                  <a:pt x="1178" y="343"/>
                </a:cubicBezTo>
                <a:cubicBezTo>
                  <a:pt x="1186" y="367"/>
                  <a:pt x="1190" y="392"/>
                  <a:pt x="1191" y="417"/>
                </a:cubicBezTo>
                <a:cubicBezTo>
                  <a:pt x="1192" y="442"/>
                  <a:pt x="1189" y="468"/>
                  <a:pt x="1183" y="492"/>
                </a:cubicBezTo>
                <a:cubicBezTo>
                  <a:pt x="1177" y="517"/>
                  <a:pt x="1167" y="542"/>
                  <a:pt x="1154" y="565"/>
                </a:cubicBezTo>
                <a:cubicBezTo>
                  <a:pt x="1140" y="589"/>
                  <a:pt x="1124" y="612"/>
                  <a:pt x="1104" y="634"/>
                </a:cubicBezTo>
                <a:cubicBezTo>
                  <a:pt x="1085" y="655"/>
                  <a:pt x="1062" y="675"/>
                  <a:pt x="1037" y="694"/>
                </a:cubicBezTo>
                <a:cubicBezTo>
                  <a:pt x="1012" y="713"/>
                  <a:pt x="984" y="731"/>
                  <a:pt x="954" y="746"/>
                </a:cubicBezTo>
                <a:cubicBezTo>
                  <a:pt x="924" y="761"/>
                  <a:pt x="893" y="774"/>
                  <a:pt x="859" y="785"/>
                </a:cubicBezTo>
                <a:cubicBezTo>
                  <a:pt x="826" y="795"/>
                  <a:pt x="791" y="804"/>
                  <a:pt x="755" y="810"/>
                </a:cubicBezTo>
                <a:cubicBezTo>
                  <a:pt x="718" y="816"/>
                  <a:pt x="682" y="820"/>
                  <a:pt x="646" y="821"/>
                </a:cubicBezTo>
                <a:lnTo>
                  <a:pt x="624" y="822"/>
                </a:lnTo>
                <a:cubicBezTo>
                  <a:pt x="588" y="823"/>
                  <a:pt x="551" y="822"/>
                  <a:pt x="515" y="818"/>
                </a:cubicBezTo>
                <a:cubicBezTo>
                  <a:pt x="479" y="815"/>
                  <a:pt x="444" y="809"/>
                  <a:pt x="410" y="800"/>
                </a:cubicBezTo>
                <a:cubicBezTo>
                  <a:pt x="376" y="792"/>
                  <a:pt x="343" y="781"/>
                  <a:pt x="312" y="768"/>
                </a:cubicBezTo>
                <a:cubicBezTo>
                  <a:pt x="281" y="755"/>
                  <a:pt x="252" y="740"/>
                  <a:pt x="226" y="722"/>
                </a:cubicBezTo>
                <a:cubicBezTo>
                  <a:pt x="199" y="705"/>
                  <a:pt x="176" y="687"/>
                  <a:pt x="154" y="667"/>
                </a:cubicBezTo>
                <a:cubicBezTo>
                  <a:pt x="133" y="646"/>
                  <a:pt x="115" y="625"/>
                  <a:pt x="101" y="602"/>
                </a:cubicBezTo>
                <a:cubicBezTo>
                  <a:pt x="86" y="579"/>
                  <a:pt x="74" y="556"/>
                  <a:pt x="66" y="531"/>
                </a:cubicBezTo>
                <a:cubicBezTo>
                  <a:pt x="58" y="507"/>
                  <a:pt x="54" y="482"/>
                  <a:pt x="53" y="45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 rot="21480000">
            <a:off x="9003960" y="4909680"/>
            <a:ext cx="2417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tác, đo lường hiệu quả chiến dịch.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752480" y="8571960"/>
            <a:ext cx="447840" cy="315000"/>
          </a:xfrm>
          <a:custGeom>
            <a:avLst/>
            <a:gdLst/>
            <a:ahLst/>
            <a:rect l="0" t="0" r="r" b="b"/>
            <a:pathLst>
              <a:path w="1244" h="875">
                <a:moveTo>
                  <a:pt x="0" y="460"/>
                </a:moveTo>
                <a:cubicBezTo>
                  <a:pt x="-1" y="431"/>
                  <a:pt x="2" y="403"/>
                  <a:pt x="9" y="375"/>
                </a:cubicBezTo>
                <a:cubicBezTo>
                  <a:pt x="16" y="346"/>
                  <a:pt x="26" y="318"/>
                  <a:pt x="41" y="291"/>
                </a:cubicBezTo>
                <a:cubicBezTo>
                  <a:pt x="55" y="264"/>
                  <a:pt x="73" y="239"/>
                  <a:pt x="95" y="213"/>
                </a:cubicBezTo>
                <a:cubicBezTo>
                  <a:pt x="116" y="188"/>
                  <a:pt x="141" y="166"/>
                  <a:pt x="168" y="144"/>
                </a:cubicBezTo>
                <a:cubicBezTo>
                  <a:pt x="196" y="123"/>
                  <a:pt x="226" y="104"/>
                  <a:pt x="259" y="87"/>
                </a:cubicBezTo>
                <a:cubicBezTo>
                  <a:pt x="292" y="70"/>
                  <a:pt x="326" y="55"/>
                  <a:pt x="363" y="43"/>
                </a:cubicBezTo>
                <a:cubicBezTo>
                  <a:pt x="400" y="31"/>
                  <a:pt x="438" y="21"/>
                  <a:pt x="477" y="14"/>
                </a:cubicBezTo>
                <a:cubicBezTo>
                  <a:pt x="516" y="7"/>
                  <a:pt x="555" y="3"/>
                  <a:pt x="596" y="1"/>
                </a:cubicBezTo>
                <a:lnTo>
                  <a:pt x="617" y="1"/>
                </a:lnTo>
                <a:cubicBezTo>
                  <a:pt x="657" y="-1"/>
                  <a:pt x="697" y="1"/>
                  <a:pt x="737" y="5"/>
                </a:cubicBezTo>
                <a:cubicBezTo>
                  <a:pt x="777" y="9"/>
                  <a:pt x="815" y="16"/>
                  <a:pt x="853" y="26"/>
                </a:cubicBezTo>
                <a:cubicBezTo>
                  <a:pt x="890" y="35"/>
                  <a:pt x="926" y="48"/>
                  <a:pt x="960" y="62"/>
                </a:cubicBezTo>
                <a:cubicBezTo>
                  <a:pt x="994" y="77"/>
                  <a:pt x="1025" y="94"/>
                  <a:pt x="1054" y="113"/>
                </a:cubicBezTo>
                <a:cubicBezTo>
                  <a:pt x="1083" y="133"/>
                  <a:pt x="1109" y="154"/>
                  <a:pt x="1133" y="177"/>
                </a:cubicBezTo>
                <a:cubicBezTo>
                  <a:pt x="1156" y="200"/>
                  <a:pt x="1175" y="225"/>
                  <a:pt x="1192" y="251"/>
                </a:cubicBezTo>
                <a:cubicBezTo>
                  <a:pt x="1208" y="277"/>
                  <a:pt x="1220" y="304"/>
                  <a:pt x="1229" y="332"/>
                </a:cubicBezTo>
                <a:cubicBezTo>
                  <a:pt x="1238" y="360"/>
                  <a:pt x="1243" y="388"/>
                  <a:pt x="1244" y="417"/>
                </a:cubicBezTo>
                <a:cubicBezTo>
                  <a:pt x="1245" y="445"/>
                  <a:pt x="1242" y="474"/>
                  <a:pt x="1235" y="502"/>
                </a:cubicBezTo>
                <a:cubicBezTo>
                  <a:pt x="1228" y="531"/>
                  <a:pt x="1218" y="558"/>
                  <a:pt x="1203" y="585"/>
                </a:cubicBezTo>
                <a:cubicBezTo>
                  <a:pt x="1189" y="612"/>
                  <a:pt x="1171" y="638"/>
                  <a:pt x="1149" y="663"/>
                </a:cubicBezTo>
                <a:cubicBezTo>
                  <a:pt x="1128" y="687"/>
                  <a:pt x="1103" y="710"/>
                  <a:pt x="1076" y="731"/>
                </a:cubicBezTo>
                <a:cubicBezTo>
                  <a:pt x="1048" y="753"/>
                  <a:pt x="1018" y="772"/>
                  <a:pt x="985" y="789"/>
                </a:cubicBezTo>
                <a:cubicBezTo>
                  <a:pt x="952" y="806"/>
                  <a:pt x="918" y="821"/>
                  <a:pt x="881" y="833"/>
                </a:cubicBezTo>
                <a:cubicBezTo>
                  <a:pt x="844" y="845"/>
                  <a:pt x="806" y="855"/>
                  <a:pt x="767" y="862"/>
                </a:cubicBezTo>
                <a:cubicBezTo>
                  <a:pt x="728" y="869"/>
                  <a:pt x="688" y="873"/>
                  <a:pt x="647" y="874"/>
                </a:cubicBezTo>
                <a:lnTo>
                  <a:pt x="626" y="875"/>
                </a:lnTo>
                <a:cubicBezTo>
                  <a:pt x="586" y="876"/>
                  <a:pt x="546" y="875"/>
                  <a:pt x="507" y="871"/>
                </a:cubicBezTo>
                <a:cubicBezTo>
                  <a:pt x="467" y="867"/>
                  <a:pt x="429" y="860"/>
                  <a:pt x="391" y="850"/>
                </a:cubicBezTo>
                <a:cubicBezTo>
                  <a:pt x="354" y="840"/>
                  <a:pt x="318" y="828"/>
                  <a:pt x="284" y="813"/>
                </a:cubicBezTo>
                <a:cubicBezTo>
                  <a:pt x="250" y="799"/>
                  <a:pt x="219" y="782"/>
                  <a:pt x="190" y="762"/>
                </a:cubicBezTo>
                <a:cubicBezTo>
                  <a:pt x="161" y="743"/>
                  <a:pt x="135" y="722"/>
                  <a:pt x="111" y="699"/>
                </a:cubicBezTo>
                <a:cubicBezTo>
                  <a:pt x="88" y="676"/>
                  <a:pt x="69" y="651"/>
                  <a:pt x="52" y="625"/>
                </a:cubicBezTo>
                <a:cubicBezTo>
                  <a:pt x="36" y="599"/>
                  <a:pt x="24" y="573"/>
                  <a:pt x="15" y="545"/>
                </a:cubicBezTo>
                <a:cubicBezTo>
                  <a:pt x="6" y="517"/>
                  <a:pt x="1" y="489"/>
                  <a:pt x="0" y="460"/>
                </a:cubicBezTo>
                <a:moveTo>
                  <a:pt x="53" y="458"/>
                </a:moveTo>
                <a:cubicBezTo>
                  <a:pt x="52" y="433"/>
                  <a:pt x="55" y="408"/>
                  <a:pt x="61" y="383"/>
                </a:cubicBezTo>
                <a:cubicBezTo>
                  <a:pt x="67" y="358"/>
                  <a:pt x="77" y="334"/>
                  <a:pt x="90" y="310"/>
                </a:cubicBezTo>
                <a:cubicBezTo>
                  <a:pt x="104" y="286"/>
                  <a:pt x="120" y="264"/>
                  <a:pt x="140" y="242"/>
                </a:cubicBezTo>
                <a:cubicBezTo>
                  <a:pt x="159" y="219"/>
                  <a:pt x="182" y="199"/>
                  <a:pt x="207" y="180"/>
                </a:cubicBezTo>
                <a:cubicBezTo>
                  <a:pt x="232" y="162"/>
                  <a:pt x="260" y="145"/>
                  <a:pt x="290" y="130"/>
                </a:cubicBezTo>
                <a:cubicBezTo>
                  <a:pt x="320" y="115"/>
                  <a:pt x="351" y="102"/>
                  <a:pt x="385" y="91"/>
                </a:cubicBezTo>
                <a:cubicBezTo>
                  <a:pt x="418" y="80"/>
                  <a:pt x="453" y="72"/>
                  <a:pt x="489" y="65"/>
                </a:cubicBezTo>
                <a:cubicBezTo>
                  <a:pt x="525" y="59"/>
                  <a:pt x="561" y="56"/>
                  <a:pt x="597" y="54"/>
                </a:cubicBezTo>
                <a:lnTo>
                  <a:pt x="619" y="54"/>
                </a:lnTo>
                <a:cubicBezTo>
                  <a:pt x="655" y="52"/>
                  <a:pt x="692" y="53"/>
                  <a:pt x="729" y="57"/>
                </a:cubicBezTo>
                <a:cubicBezTo>
                  <a:pt x="765" y="61"/>
                  <a:pt x="800" y="67"/>
                  <a:pt x="834" y="75"/>
                </a:cubicBezTo>
                <a:cubicBezTo>
                  <a:pt x="868" y="84"/>
                  <a:pt x="901" y="94"/>
                  <a:pt x="932" y="107"/>
                </a:cubicBezTo>
                <a:cubicBezTo>
                  <a:pt x="963" y="120"/>
                  <a:pt x="992" y="135"/>
                  <a:pt x="1018" y="152"/>
                </a:cubicBezTo>
                <a:cubicBezTo>
                  <a:pt x="1045" y="169"/>
                  <a:pt x="1068" y="188"/>
                  <a:pt x="1090" y="208"/>
                </a:cubicBezTo>
                <a:cubicBezTo>
                  <a:pt x="1111" y="229"/>
                  <a:pt x="1129" y="250"/>
                  <a:pt x="1143" y="273"/>
                </a:cubicBezTo>
                <a:cubicBezTo>
                  <a:pt x="1158" y="296"/>
                  <a:pt x="1170" y="320"/>
                  <a:pt x="1178" y="344"/>
                </a:cubicBezTo>
                <a:cubicBezTo>
                  <a:pt x="1186" y="369"/>
                  <a:pt x="1190" y="393"/>
                  <a:pt x="1191" y="418"/>
                </a:cubicBezTo>
                <a:cubicBezTo>
                  <a:pt x="1192" y="444"/>
                  <a:pt x="1189" y="469"/>
                  <a:pt x="1183" y="494"/>
                </a:cubicBezTo>
                <a:cubicBezTo>
                  <a:pt x="1177" y="519"/>
                  <a:pt x="1167" y="543"/>
                  <a:pt x="1154" y="567"/>
                </a:cubicBezTo>
                <a:cubicBezTo>
                  <a:pt x="1140" y="590"/>
                  <a:pt x="1124" y="613"/>
                  <a:pt x="1104" y="635"/>
                </a:cubicBezTo>
                <a:cubicBezTo>
                  <a:pt x="1085" y="656"/>
                  <a:pt x="1062" y="677"/>
                  <a:pt x="1037" y="695"/>
                </a:cubicBezTo>
                <a:cubicBezTo>
                  <a:pt x="1012" y="714"/>
                  <a:pt x="984" y="731"/>
                  <a:pt x="954" y="746"/>
                </a:cubicBezTo>
                <a:cubicBezTo>
                  <a:pt x="924" y="761"/>
                  <a:pt x="893" y="774"/>
                  <a:pt x="859" y="785"/>
                </a:cubicBezTo>
                <a:cubicBezTo>
                  <a:pt x="826" y="796"/>
                  <a:pt x="791" y="804"/>
                  <a:pt x="755" y="810"/>
                </a:cubicBezTo>
                <a:cubicBezTo>
                  <a:pt x="718" y="816"/>
                  <a:pt x="682" y="820"/>
                  <a:pt x="646" y="821"/>
                </a:cubicBezTo>
                <a:lnTo>
                  <a:pt x="624" y="822"/>
                </a:lnTo>
                <a:cubicBezTo>
                  <a:pt x="588" y="823"/>
                  <a:pt x="551" y="822"/>
                  <a:pt x="515" y="819"/>
                </a:cubicBezTo>
                <a:cubicBezTo>
                  <a:pt x="479" y="815"/>
                  <a:pt x="444" y="809"/>
                  <a:pt x="410" y="800"/>
                </a:cubicBezTo>
                <a:cubicBezTo>
                  <a:pt x="376" y="792"/>
                  <a:pt x="343" y="781"/>
                  <a:pt x="312" y="768"/>
                </a:cubicBezTo>
                <a:cubicBezTo>
                  <a:pt x="281" y="755"/>
                  <a:pt x="252" y="741"/>
                  <a:pt x="226" y="724"/>
                </a:cubicBezTo>
                <a:cubicBezTo>
                  <a:pt x="199" y="707"/>
                  <a:pt x="176" y="688"/>
                  <a:pt x="154" y="668"/>
                </a:cubicBezTo>
                <a:cubicBezTo>
                  <a:pt x="133" y="648"/>
                  <a:pt x="115" y="626"/>
                  <a:pt x="101" y="603"/>
                </a:cubicBezTo>
                <a:cubicBezTo>
                  <a:pt x="86" y="581"/>
                  <a:pt x="74" y="557"/>
                  <a:pt x="66" y="533"/>
                </a:cubicBezTo>
                <a:cubicBezTo>
                  <a:pt x="58" y="508"/>
                  <a:pt x="54" y="483"/>
                  <a:pt x="53" y="458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 rot="21480000">
            <a:off x="1905840" y="7201800"/>
            <a:ext cx="140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01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752480" y="343440"/>
            <a:ext cx="6742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PLAN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2453040" y="496440"/>
            <a:ext cx="534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Kế hoạch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1752480" y="770400"/>
            <a:ext cx="5610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Xây dựng 4+ tuyến nội dung chính cho mỗi kênh và đề xuất ý tưởng theo tuần.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1752480" y="2096280"/>
            <a:ext cx="13600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CALENDAR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3043800" y="2248920"/>
            <a:ext cx="784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Lịch nội dung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1752480" y="2523240"/>
            <a:ext cx="5394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Lịch sản xuất 3-4 video/tuần, bám sát tiến độ quay dựng và thời điểm đăng.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4648320" y="4763160"/>
            <a:ext cx="8679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PILLAR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539680" y="4915800"/>
            <a:ext cx="747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Trụ nội dung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1752480" y="-360"/>
            <a:ext cx="447840" cy="315360"/>
          </a:xfrm>
          <a:custGeom>
            <a:avLst/>
            <a:gdLst/>
            <a:ahLst/>
            <a:rect l="0" t="0" r="r" b="b"/>
            <a:pathLst>
              <a:path w="1244" h="876">
                <a:moveTo>
                  <a:pt x="0" y="460"/>
                </a:moveTo>
                <a:cubicBezTo>
                  <a:pt x="-1" y="430"/>
                  <a:pt x="2" y="401"/>
                  <a:pt x="9" y="373"/>
                </a:cubicBezTo>
                <a:cubicBezTo>
                  <a:pt x="16" y="345"/>
                  <a:pt x="26" y="317"/>
                  <a:pt x="41" y="290"/>
                </a:cubicBezTo>
                <a:cubicBezTo>
                  <a:pt x="55" y="263"/>
                  <a:pt x="73" y="237"/>
                  <a:pt x="95" y="213"/>
                </a:cubicBezTo>
                <a:cubicBezTo>
                  <a:pt x="116" y="188"/>
                  <a:pt x="141" y="165"/>
                  <a:pt x="168" y="144"/>
                </a:cubicBezTo>
                <a:cubicBezTo>
                  <a:pt x="196" y="123"/>
                  <a:pt x="226" y="103"/>
                  <a:pt x="259" y="86"/>
                </a:cubicBezTo>
                <a:cubicBezTo>
                  <a:pt x="292" y="69"/>
                  <a:pt x="326" y="55"/>
                  <a:pt x="363" y="42"/>
                </a:cubicBezTo>
                <a:cubicBezTo>
                  <a:pt x="400" y="30"/>
                  <a:pt x="438" y="20"/>
                  <a:pt x="477" y="13"/>
                </a:cubicBezTo>
                <a:cubicBezTo>
                  <a:pt x="516" y="7"/>
                  <a:pt x="555" y="2"/>
                  <a:pt x="596" y="1"/>
                </a:cubicBezTo>
                <a:lnTo>
                  <a:pt x="617" y="0"/>
                </a:lnTo>
                <a:cubicBezTo>
                  <a:pt x="657" y="-1"/>
                  <a:pt x="697" y="0"/>
                  <a:pt x="737" y="4"/>
                </a:cubicBezTo>
                <a:cubicBezTo>
                  <a:pt x="777" y="9"/>
                  <a:pt x="815" y="16"/>
                  <a:pt x="853" y="25"/>
                </a:cubicBezTo>
                <a:cubicBezTo>
                  <a:pt x="890" y="35"/>
                  <a:pt x="926" y="47"/>
                  <a:pt x="960" y="62"/>
                </a:cubicBezTo>
                <a:cubicBezTo>
                  <a:pt x="994" y="77"/>
                  <a:pt x="1025" y="94"/>
                  <a:pt x="1054" y="113"/>
                </a:cubicBezTo>
                <a:cubicBezTo>
                  <a:pt x="1083" y="132"/>
                  <a:pt x="1109" y="153"/>
                  <a:pt x="1133" y="176"/>
                </a:cubicBezTo>
                <a:cubicBezTo>
                  <a:pt x="1156" y="199"/>
                  <a:pt x="1175" y="224"/>
                  <a:pt x="1192" y="250"/>
                </a:cubicBezTo>
                <a:cubicBezTo>
                  <a:pt x="1208" y="276"/>
                  <a:pt x="1220" y="303"/>
                  <a:pt x="1229" y="330"/>
                </a:cubicBezTo>
                <a:cubicBezTo>
                  <a:pt x="1238" y="358"/>
                  <a:pt x="1243" y="386"/>
                  <a:pt x="1244" y="415"/>
                </a:cubicBezTo>
                <a:cubicBezTo>
                  <a:pt x="1245" y="445"/>
                  <a:pt x="1242" y="473"/>
                  <a:pt x="1235" y="502"/>
                </a:cubicBezTo>
                <a:cubicBezTo>
                  <a:pt x="1228" y="530"/>
                  <a:pt x="1218" y="558"/>
                  <a:pt x="1203" y="585"/>
                </a:cubicBezTo>
                <a:cubicBezTo>
                  <a:pt x="1189" y="612"/>
                  <a:pt x="1171" y="638"/>
                  <a:pt x="1149" y="662"/>
                </a:cubicBezTo>
                <a:cubicBezTo>
                  <a:pt x="1128" y="687"/>
                  <a:pt x="1103" y="710"/>
                  <a:pt x="1076" y="731"/>
                </a:cubicBezTo>
                <a:cubicBezTo>
                  <a:pt x="1048" y="752"/>
                  <a:pt x="1018" y="771"/>
                  <a:pt x="985" y="788"/>
                </a:cubicBezTo>
                <a:cubicBezTo>
                  <a:pt x="952" y="805"/>
                  <a:pt x="918" y="820"/>
                  <a:pt x="881" y="832"/>
                </a:cubicBezTo>
                <a:cubicBezTo>
                  <a:pt x="844" y="845"/>
                  <a:pt x="806" y="854"/>
                  <a:pt x="767" y="861"/>
                </a:cubicBezTo>
                <a:cubicBezTo>
                  <a:pt x="728" y="868"/>
                  <a:pt x="688" y="872"/>
                  <a:pt x="647" y="874"/>
                </a:cubicBezTo>
                <a:lnTo>
                  <a:pt x="626" y="875"/>
                </a:lnTo>
                <a:cubicBezTo>
                  <a:pt x="586" y="876"/>
                  <a:pt x="546" y="875"/>
                  <a:pt x="507" y="870"/>
                </a:cubicBezTo>
                <a:cubicBezTo>
                  <a:pt x="467" y="866"/>
                  <a:pt x="429" y="859"/>
                  <a:pt x="391" y="849"/>
                </a:cubicBezTo>
                <a:cubicBezTo>
                  <a:pt x="354" y="840"/>
                  <a:pt x="318" y="828"/>
                  <a:pt x="284" y="813"/>
                </a:cubicBezTo>
                <a:cubicBezTo>
                  <a:pt x="250" y="798"/>
                  <a:pt x="219" y="781"/>
                  <a:pt x="190" y="762"/>
                </a:cubicBezTo>
                <a:cubicBezTo>
                  <a:pt x="161" y="743"/>
                  <a:pt x="135" y="721"/>
                  <a:pt x="111" y="698"/>
                </a:cubicBezTo>
                <a:cubicBezTo>
                  <a:pt x="88" y="675"/>
                  <a:pt x="69" y="651"/>
                  <a:pt x="52" y="625"/>
                </a:cubicBezTo>
                <a:cubicBezTo>
                  <a:pt x="36" y="599"/>
                  <a:pt x="24" y="572"/>
                  <a:pt x="15" y="544"/>
                </a:cubicBezTo>
                <a:cubicBezTo>
                  <a:pt x="6" y="516"/>
                  <a:pt x="1" y="488"/>
                  <a:pt x="0" y="460"/>
                </a:cubicBezTo>
                <a:moveTo>
                  <a:pt x="53" y="458"/>
                </a:moveTo>
                <a:cubicBezTo>
                  <a:pt x="52" y="432"/>
                  <a:pt x="55" y="406"/>
                  <a:pt x="61" y="382"/>
                </a:cubicBezTo>
                <a:cubicBezTo>
                  <a:pt x="67" y="357"/>
                  <a:pt x="77" y="332"/>
                  <a:pt x="90" y="308"/>
                </a:cubicBezTo>
                <a:cubicBezTo>
                  <a:pt x="104" y="285"/>
                  <a:pt x="120" y="262"/>
                  <a:pt x="140" y="240"/>
                </a:cubicBezTo>
                <a:cubicBezTo>
                  <a:pt x="159" y="219"/>
                  <a:pt x="182" y="199"/>
                  <a:pt x="207" y="180"/>
                </a:cubicBezTo>
                <a:cubicBezTo>
                  <a:pt x="232" y="161"/>
                  <a:pt x="260" y="144"/>
                  <a:pt x="290" y="129"/>
                </a:cubicBezTo>
                <a:cubicBezTo>
                  <a:pt x="320" y="114"/>
                  <a:pt x="351" y="101"/>
                  <a:pt x="385" y="90"/>
                </a:cubicBezTo>
                <a:cubicBezTo>
                  <a:pt x="418" y="80"/>
                  <a:pt x="453" y="71"/>
                  <a:pt x="489" y="65"/>
                </a:cubicBezTo>
                <a:cubicBezTo>
                  <a:pt x="525" y="59"/>
                  <a:pt x="561" y="55"/>
                  <a:pt x="597" y="54"/>
                </a:cubicBezTo>
                <a:lnTo>
                  <a:pt x="619" y="53"/>
                </a:lnTo>
                <a:cubicBezTo>
                  <a:pt x="655" y="52"/>
                  <a:pt x="692" y="53"/>
                  <a:pt x="729" y="57"/>
                </a:cubicBezTo>
                <a:cubicBezTo>
                  <a:pt x="765" y="60"/>
                  <a:pt x="800" y="66"/>
                  <a:pt x="834" y="75"/>
                </a:cubicBezTo>
                <a:cubicBezTo>
                  <a:pt x="868" y="83"/>
                  <a:pt x="901" y="94"/>
                  <a:pt x="932" y="107"/>
                </a:cubicBezTo>
                <a:cubicBezTo>
                  <a:pt x="963" y="120"/>
                  <a:pt x="992" y="135"/>
                  <a:pt x="1018" y="152"/>
                </a:cubicBezTo>
                <a:cubicBezTo>
                  <a:pt x="1045" y="168"/>
                  <a:pt x="1068" y="187"/>
                  <a:pt x="1090" y="207"/>
                </a:cubicBezTo>
                <a:cubicBezTo>
                  <a:pt x="1111" y="227"/>
                  <a:pt x="1129" y="249"/>
                  <a:pt x="1143" y="272"/>
                </a:cubicBezTo>
                <a:cubicBezTo>
                  <a:pt x="1158" y="295"/>
                  <a:pt x="1170" y="318"/>
                  <a:pt x="1178" y="343"/>
                </a:cubicBezTo>
                <a:cubicBezTo>
                  <a:pt x="1186" y="367"/>
                  <a:pt x="1190" y="392"/>
                  <a:pt x="1191" y="417"/>
                </a:cubicBezTo>
                <a:cubicBezTo>
                  <a:pt x="1192" y="443"/>
                  <a:pt x="1189" y="468"/>
                  <a:pt x="1183" y="493"/>
                </a:cubicBezTo>
                <a:cubicBezTo>
                  <a:pt x="1177" y="518"/>
                  <a:pt x="1167" y="542"/>
                  <a:pt x="1154" y="566"/>
                </a:cubicBezTo>
                <a:cubicBezTo>
                  <a:pt x="1140" y="590"/>
                  <a:pt x="1124" y="613"/>
                  <a:pt x="1104" y="634"/>
                </a:cubicBezTo>
                <a:cubicBezTo>
                  <a:pt x="1085" y="656"/>
                  <a:pt x="1062" y="676"/>
                  <a:pt x="1037" y="695"/>
                </a:cubicBezTo>
                <a:cubicBezTo>
                  <a:pt x="1012" y="714"/>
                  <a:pt x="984" y="730"/>
                  <a:pt x="954" y="745"/>
                </a:cubicBezTo>
                <a:cubicBezTo>
                  <a:pt x="924" y="760"/>
                  <a:pt x="893" y="773"/>
                  <a:pt x="859" y="784"/>
                </a:cubicBezTo>
                <a:cubicBezTo>
                  <a:pt x="826" y="795"/>
                  <a:pt x="791" y="804"/>
                  <a:pt x="755" y="810"/>
                </a:cubicBezTo>
                <a:cubicBezTo>
                  <a:pt x="718" y="816"/>
                  <a:pt x="682" y="820"/>
                  <a:pt x="646" y="821"/>
                </a:cubicBezTo>
                <a:lnTo>
                  <a:pt x="624" y="822"/>
                </a:lnTo>
                <a:cubicBezTo>
                  <a:pt x="588" y="823"/>
                  <a:pt x="551" y="822"/>
                  <a:pt x="515" y="818"/>
                </a:cubicBezTo>
                <a:cubicBezTo>
                  <a:pt x="479" y="814"/>
                  <a:pt x="444" y="808"/>
                  <a:pt x="410" y="800"/>
                </a:cubicBezTo>
                <a:cubicBezTo>
                  <a:pt x="376" y="791"/>
                  <a:pt x="343" y="781"/>
                  <a:pt x="312" y="768"/>
                </a:cubicBezTo>
                <a:cubicBezTo>
                  <a:pt x="281" y="755"/>
                  <a:pt x="252" y="740"/>
                  <a:pt x="226" y="723"/>
                </a:cubicBezTo>
                <a:cubicBezTo>
                  <a:pt x="199" y="706"/>
                  <a:pt x="176" y="688"/>
                  <a:pt x="154" y="667"/>
                </a:cubicBezTo>
                <a:cubicBezTo>
                  <a:pt x="133" y="647"/>
                  <a:pt x="115" y="626"/>
                  <a:pt x="101" y="603"/>
                </a:cubicBezTo>
                <a:cubicBezTo>
                  <a:pt x="86" y="580"/>
                  <a:pt x="74" y="557"/>
                  <a:pt x="66" y="532"/>
                </a:cubicBezTo>
                <a:cubicBezTo>
                  <a:pt x="58" y="508"/>
                  <a:pt x="54" y="483"/>
                  <a:pt x="53" y="458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4648320" y="5199480"/>
            <a:ext cx="4284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Phân loại nội dung theo mục tiêu và hành trình khách hàng.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1752480" y="1742760"/>
            <a:ext cx="447840" cy="315000"/>
          </a:xfrm>
          <a:custGeom>
            <a:avLst/>
            <a:gdLst/>
            <a:ahLst/>
            <a:rect l="0" t="0" r="r" b="b"/>
            <a:pathLst>
              <a:path w="1244" h="875">
                <a:moveTo>
                  <a:pt x="0" y="458"/>
                </a:moveTo>
                <a:cubicBezTo>
                  <a:pt x="-1" y="430"/>
                  <a:pt x="2" y="401"/>
                  <a:pt x="9" y="373"/>
                </a:cubicBezTo>
                <a:cubicBezTo>
                  <a:pt x="16" y="345"/>
                  <a:pt x="26" y="317"/>
                  <a:pt x="41" y="290"/>
                </a:cubicBezTo>
                <a:cubicBezTo>
                  <a:pt x="55" y="263"/>
                  <a:pt x="73" y="237"/>
                  <a:pt x="95" y="212"/>
                </a:cubicBezTo>
                <a:cubicBezTo>
                  <a:pt x="116" y="188"/>
                  <a:pt x="141" y="165"/>
                  <a:pt x="168" y="144"/>
                </a:cubicBezTo>
                <a:cubicBezTo>
                  <a:pt x="196" y="122"/>
                  <a:pt x="226" y="103"/>
                  <a:pt x="259" y="86"/>
                </a:cubicBezTo>
                <a:cubicBezTo>
                  <a:pt x="292" y="69"/>
                  <a:pt x="326" y="54"/>
                  <a:pt x="363" y="42"/>
                </a:cubicBezTo>
                <a:cubicBezTo>
                  <a:pt x="400" y="30"/>
                  <a:pt x="438" y="20"/>
                  <a:pt x="477" y="13"/>
                </a:cubicBezTo>
                <a:cubicBezTo>
                  <a:pt x="516" y="6"/>
                  <a:pt x="555" y="2"/>
                  <a:pt x="596" y="1"/>
                </a:cubicBezTo>
                <a:lnTo>
                  <a:pt x="617" y="0"/>
                </a:lnTo>
                <a:cubicBezTo>
                  <a:pt x="657" y="-1"/>
                  <a:pt x="697" y="0"/>
                  <a:pt x="737" y="4"/>
                </a:cubicBezTo>
                <a:cubicBezTo>
                  <a:pt x="777" y="8"/>
                  <a:pt x="815" y="15"/>
                  <a:pt x="853" y="25"/>
                </a:cubicBezTo>
                <a:cubicBezTo>
                  <a:pt x="890" y="35"/>
                  <a:pt x="926" y="47"/>
                  <a:pt x="960" y="62"/>
                </a:cubicBezTo>
                <a:cubicBezTo>
                  <a:pt x="994" y="76"/>
                  <a:pt x="1025" y="93"/>
                  <a:pt x="1054" y="113"/>
                </a:cubicBezTo>
                <a:cubicBezTo>
                  <a:pt x="1083" y="132"/>
                  <a:pt x="1109" y="153"/>
                  <a:pt x="1133" y="176"/>
                </a:cubicBezTo>
                <a:cubicBezTo>
                  <a:pt x="1156" y="199"/>
                  <a:pt x="1175" y="224"/>
                  <a:pt x="1192" y="250"/>
                </a:cubicBezTo>
                <a:cubicBezTo>
                  <a:pt x="1208" y="276"/>
                  <a:pt x="1220" y="302"/>
                  <a:pt x="1229" y="330"/>
                </a:cubicBezTo>
                <a:cubicBezTo>
                  <a:pt x="1238" y="358"/>
                  <a:pt x="1243" y="386"/>
                  <a:pt x="1244" y="415"/>
                </a:cubicBezTo>
                <a:cubicBezTo>
                  <a:pt x="1245" y="444"/>
                  <a:pt x="1242" y="472"/>
                  <a:pt x="1235" y="501"/>
                </a:cubicBezTo>
                <a:cubicBezTo>
                  <a:pt x="1228" y="529"/>
                  <a:pt x="1218" y="557"/>
                  <a:pt x="1203" y="584"/>
                </a:cubicBezTo>
                <a:cubicBezTo>
                  <a:pt x="1189" y="611"/>
                  <a:pt x="1171" y="636"/>
                  <a:pt x="1149" y="661"/>
                </a:cubicBezTo>
                <a:cubicBezTo>
                  <a:pt x="1128" y="686"/>
                  <a:pt x="1103" y="709"/>
                  <a:pt x="1076" y="730"/>
                </a:cubicBezTo>
                <a:cubicBezTo>
                  <a:pt x="1048" y="751"/>
                  <a:pt x="1018" y="770"/>
                  <a:pt x="985" y="787"/>
                </a:cubicBezTo>
                <a:cubicBezTo>
                  <a:pt x="952" y="804"/>
                  <a:pt x="918" y="819"/>
                  <a:pt x="881" y="831"/>
                </a:cubicBezTo>
                <a:cubicBezTo>
                  <a:pt x="844" y="845"/>
                  <a:pt x="806" y="854"/>
                  <a:pt x="767" y="861"/>
                </a:cubicBezTo>
                <a:cubicBezTo>
                  <a:pt x="728" y="868"/>
                  <a:pt x="688" y="872"/>
                  <a:pt x="647" y="874"/>
                </a:cubicBezTo>
                <a:lnTo>
                  <a:pt x="626" y="874"/>
                </a:lnTo>
                <a:cubicBezTo>
                  <a:pt x="586" y="876"/>
                  <a:pt x="546" y="874"/>
                  <a:pt x="507" y="870"/>
                </a:cubicBezTo>
                <a:cubicBezTo>
                  <a:pt x="467" y="866"/>
                  <a:pt x="429" y="859"/>
                  <a:pt x="391" y="849"/>
                </a:cubicBezTo>
                <a:cubicBezTo>
                  <a:pt x="354" y="839"/>
                  <a:pt x="318" y="826"/>
                  <a:pt x="284" y="812"/>
                </a:cubicBezTo>
                <a:cubicBezTo>
                  <a:pt x="250" y="797"/>
                  <a:pt x="219" y="780"/>
                  <a:pt x="190" y="761"/>
                </a:cubicBezTo>
                <a:cubicBezTo>
                  <a:pt x="161" y="741"/>
                  <a:pt x="135" y="720"/>
                  <a:pt x="111" y="697"/>
                </a:cubicBezTo>
                <a:cubicBezTo>
                  <a:pt x="88" y="674"/>
                  <a:pt x="69" y="650"/>
                  <a:pt x="52" y="624"/>
                </a:cubicBezTo>
                <a:cubicBezTo>
                  <a:pt x="36" y="598"/>
                  <a:pt x="24" y="571"/>
                  <a:pt x="15" y="543"/>
                </a:cubicBezTo>
                <a:cubicBezTo>
                  <a:pt x="6" y="515"/>
                  <a:pt x="1" y="487"/>
                  <a:pt x="0" y="458"/>
                </a:cubicBezTo>
                <a:moveTo>
                  <a:pt x="53" y="457"/>
                </a:moveTo>
                <a:cubicBezTo>
                  <a:pt x="52" y="431"/>
                  <a:pt x="55" y="406"/>
                  <a:pt x="61" y="381"/>
                </a:cubicBezTo>
                <a:cubicBezTo>
                  <a:pt x="67" y="356"/>
                  <a:pt x="77" y="332"/>
                  <a:pt x="90" y="308"/>
                </a:cubicBezTo>
                <a:cubicBezTo>
                  <a:pt x="104" y="285"/>
                  <a:pt x="120" y="262"/>
                  <a:pt x="140" y="240"/>
                </a:cubicBezTo>
                <a:cubicBezTo>
                  <a:pt x="159" y="219"/>
                  <a:pt x="182" y="198"/>
                  <a:pt x="207" y="180"/>
                </a:cubicBezTo>
                <a:cubicBezTo>
                  <a:pt x="232" y="161"/>
                  <a:pt x="260" y="144"/>
                  <a:pt x="290" y="129"/>
                </a:cubicBezTo>
                <a:cubicBezTo>
                  <a:pt x="320" y="114"/>
                  <a:pt x="351" y="101"/>
                  <a:pt x="385" y="90"/>
                </a:cubicBezTo>
                <a:cubicBezTo>
                  <a:pt x="418" y="80"/>
                  <a:pt x="453" y="71"/>
                  <a:pt x="489" y="65"/>
                </a:cubicBezTo>
                <a:cubicBezTo>
                  <a:pt x="525" y="59"/>
                  <a:pt x="561" y="55"/>
                  <a:pt x="597" y="54"/>
                </a:cubicBezTo>
                <a:lnTo>
                  <a:pt x="619" y="53"/>
                </a:lnTo>
                <a:cubicBezTo>
                  <a:pt x="655" y="52"/>
                  <a:pt x="692" y="53"/>
                  <a:pt x="729" y="56"/>
                </a:cubicBezTo>
                <a:cubicBezTo>
                  <a:pt x="765" y="60"/>
                  <a:pt x="800" y="66"/>
                  <a:pt x="834" y="75"/>
                </a:cubicBezTo>
                <a:cubicBezTo>
                  <a:pt x="868" y="83"/>
                  <a:pt x="901" y="94"/>
                  <a:pt x="932" y="107"/>
                </a:cubicBezTo>
                <a:cubicBezTo>
                  <a:pt x="963" y="120"/>
                  <a:pt x="992" y="135"/>
                  <a:pt x="1018" y="151"/>
                </a:cubicBezTo>
                <a:cubicBezTo>
                  <a:pt x="1045" y="168"/>
                  <a:pt x="1068" y="187"/>
                  <a:pt x="1090" y="207"/>
                </a:cubicBezTo>
                <a:cubicBezTo>
                  <a:pt x="1111" y="227"/>
                  <a:pt x="1129" y="249"/>
                  <a:pt x="1143" y="272"/>
                </a:cubicBezTo>
                <a:cubicBezTo>
                  <a:pt x="1158" y="294"/>
                  <a:pt x="1170" y="318"/>
                  <a:pt x="1178" y="342"/>
                </a:cubicBezTo>
                <a:cubicBezTo>
                  <a:pt x="1186" y="367"/>
                  <a:pt x="1190" y="392"/>
                  <a:pt x="1191" y="417"/>
                </a:cubicBezTo>
                <a:cubicBezTo>
                  <a:pt x="1192" y="442"/>
                  <a:pt x="1189" y="467"/>
                  <a:pt x="1183" y="492"/>
                </a:cubicBezTo>
                <a:cubicBezTo>
                  <a:pt x="1177" y="517"/>
                  <a:pt x="1167" y="541"/>
                  <a:pt x="1154" y="565"/>
                </a:cubicBezTo>
                <a:cubicBezTo>
                  <a:pt x="1140" y="589"/>
                  <a:pt x="1124" y="612"/>
                  <a:pt x="1104" y="633"/>
                </a:cubicBezTo>
                <a:cubicBezTo>
                  <a:pt x="1085" y="655"/>
                  <a:pt x="1062" y="675"/>
                  <a:pt x="1037" y="694"/>
                </a:cubicBezTo>
                <a:cubicBezTo>
                  <a:pt x="1012" y="712"/>
                  <a:pt x="984" y="729"/>
                  <a:pt x="954" y="744"/>
                </a:cubicBezTo>
                <a:cubicBezTo>
                  <a:pt x="924" y="759"/>
                  <a:pt x="893" y="772"/>
                  <a:pt x="859" y="783"/>
                </a:cubicBezTo>
                <a:cubicBezTo>
                  <a:pt x="826" y="794"/>
                  <a:pt x="791" y="802"/>
                  <a:pt x="755" y="809"/>
                </a:cubicBezTo>
                <a:cubicBezTo>
                  <a:pt x="718" y="815"/>
                  <a:pt x="682" y="818"/>
                  <a:pt x="646" y="820"/>
                </a:cubicBezTo>
                <a:lnTo>
                  <a:pt x="624" y="821"/>
                </a:lnTo>
                <a:cubicBezTo>
                  <a:pt x="588" y="822"/>
                  <a:pt x="551" y="821"/>
                  <a:pt x="515" y="817"/>
                </a:cubicBezTo>
                <a:cubicBezTo>
                  <a:pt x="479" y="813"/>
                  <a:pt x="444" y="807"/>
                  <a:pt x="410" y="799"/>
                </a:cubicBezTo>
                <a:cubicBezTo>
                  <a:pt x="376" y="790"/>
                  <a:pt x="343" y="780"/>
                  <a:pt x="312" y="767"/>
                </a:cubicBezTo>
                <a:cubicBezTo>
                  <a:pt x="281" y="754"/>
                  <a:pt x="252" y="739"/>
                  <a:pt x="226" y="722"/>
                </a:cubicBezTo>
                <a:cubicBezTo>
                  <a:pt x="199" y="705"/>
                  <a:pt x="176" y="687"/>
                  <a:pt x="154" y="666"/>
                </a:cubicBezTo>
                <a:cubicBezTo>
                  <a:pt x="133" y="646"/>
                  <a:pt x="115" y="625"/>
                  <a:pt x="101" y="602"/>
                </a:cubicBezTo>
                <a:cubicBezTo>
                  <a:pt x="86" y="579"/>
                  <a:pt x="74" y="555"/>
                  <a:pt x="66" y="531"/>
                </a:cubicBezTo>
                <a:cubicBezTo>
                  <a:pt x="58" y="507"/>
                  <a:pt x="54" y="482"/>
                  <a:pt x="53" y="45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 rot="21480000">
            <a:off x="1897920" y="67680"/>
            <a:ext cx="140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02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7704000" y="1242360"/>
            <a:ext cx="4289760" cy="2020680"/>
          </a:xfrm>
          <a:custGeom>
            <a:avLst/>
            <a:gdLst/>
            <a:ahLst/>
            <a:rect l="0" t="0" r="r" b="b"/>
            <a:pathLst>
              <a:path w="11916" h="5613">
                <a:moveTo>
                  <a:pt x="175" y="5511"/>
                </a:moveTo>
                <a:lnTo>
                  <a:pt x="0" y="512"/>
                </a:lnTo>
                <a:cubicBezTo>
                  <a:pt x="-1" y="498"/>
                  <a:pt x="2" y="484"/>
                  <a:pt x="7" y="471"/>
                </a:cubicBezTo>
                <a:cubicBezTo>
                  <a:pt x="12" y="458"/>
                  <a:pt x="19" y="446"/>
                  <a:pt x="28" y="436"/>
                </a:cubicBezTo>
                <a:cubicBezTo>
                  <a:pt x="38" y="426"/>
                  <a:pt x="49" y="418"/>
                  <a:pt x="62" y="412"/>
                </a:cubicBezTo>
                <a:cubicBezTo>
                  <a:pt x="75" y="406"/>
                  <a:pt x="88" y="403"/>
                  <a:pt x="102" y="403"/>
                </a:cubicBezTo>
                <a:lnTo>
                  <a:pt x="11632" y="0"/>
                </a:lnTo>
                <a:cubicBezTo>
                  <a:pt x="11646" y="0"/>
                  <a:pt x="11659" y="2"/>
                  <a:pt x="11673" y="7"/>
                </a:cubicBezTo>
                <a:cubicBezTo>
                  <a:pt x="11686" y="12"/>
                  <a:pt x="11697" y="19"/>
                  <a:pt x="11708" y="28"/>
                </a:cubicBezTo>
                <a:cubicBezTo>
                  <a:pt x="11718" y="38"/>
                  <a:pt x="11726" y="49"/>
                  <a:pt x="11732" y="62"/>
                </a:cubicBezTo>
                <a:cubicBezTo>
                  <a:pt x="11738" y="75"/>
                  <a:pt x="11741" y="88"/>
                  <a:pt x="11741" y="102"/>
                </a:cubicBezTo>
                <a:lnTo>
                  <a:pt x="11916" y="5101"/>
                </a:lnTo>
                <a:cubicBezTo>
                  <a:pt x="11916" y="5115"/>
                  <a:pt x="11914" y="5128"/>
                  <a:pt x="11909" y="5141"/>
                </a:cubicBezTo>
                <a:cubicBezTo>
                  <a:pt x="11904" y="5155"/>
                  <a:pt x="11897" y="5166"/>
                  <a:pt x="11887" y="5177"/>
                </a:cubicBezTo>
                <a:cubicBezTo>
                  <a:pt x="11878" y="5187"/>
                  <a:pt x="11867" y="5195"/>
                  <a:pt x="11854" y="5201"/>
                </a:cubicBezTo>
                <a:cubicBezTo>
                  <a:pt x="11841" y="5207"/>
                  <a:pt x="11828" y="5210"/>
                  <a:pt x="11814" y="5210"/>
                </a:cubicBezTo>
                <a:lnTo>
                  <a:pt x="284" y="5613"/>
                </a:lnTo>
                <a:cubicBezTo>
                  <a:pt x="270" y="5613"/>
                  <a:pt x="256" y="5611"/>
                  <a:pt x="243" y="5606"/>
                </a:cubicBezTo>
                <a:cubicBezTo>
                  <a:pt x="230" y="5601"/>
                  <a:pt x="218" y="5594"/>
                  <a:pt x="208" y="5584"/>
                </a:cubicBezTo>
                <a:cubicBezTo>
                  <a:pt x="198" y="5575"/>
                  <a:pt x="190" y="5564"/>
                  <a:pt x="184" y="5551"/>
                </a:cubicBezTo>
                <a:cubicBezTo>
                  <a:pt x="178" y="5538"/>
                  <a:pt x="175" y="5525"/>
                  <a:pt x="175" y="551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99" name="" descr=""/>
          <p:cNvPicPr/>
          <p:nvPr/>
        </p:nvPicPr>
        <p:blipFill>
          <a:blip r:embed="rId2"/>
          <a:stretch/>
        </p:blipFill>
        <p:spPr>
          <a:xfrm rot="21480000">
            <a:off x="7843680" y="1428480"/>
            <a:ext cx="4000320" cy="1380600"/>
          </a:xfrm>
          <a:prstGeom prst="rect">
            <a:avLst/>
          </a:prstGeom>
          <a:ln w="0">
            <a:noFill/>
          </a:ln>
        </p:spPr>
      </p:pic>
      <p:sp>
        <p:nvSpPr>
          <p:cNvPr id="500" name=""/>
          <p:cNvSpPr/>
          <p:nvPr/>
        </p:nvSpPr>
        <p:spPr>
          <a:xfrm>
            <a:off x="4647960" y="4419000"/>
            <a:ext cx="447840" cy="315000"/>
          </a:xfrm>
          <a:custGeom>
            <a:avLst/>
            <a:gdLst/>
            <a:ahLst/>
            <a:rect l="0" t="0" r="r" b="b"/>
            <a:pathLst>
              <a:path w="1244" h="875">
                <a:moveTo>
                  <a:pt x="0" y="459"/>
                </a:moveTo>
                <a:cubicBezTo>
                  <a:pt x="-1" y="431"/>
                  <a:pt x="2" y="402"/>
                  <a:pt x="9" y="373"/>
                </a:cubicBezTo>
                <a:cubicBezTo>
                  <a:pt x="16" y="344"/>
                  <a:pt x="27" y="317"/>
                  <a:pt x="41" y="290"/>
                </a:cubicBezTo>
                <a:cubicBezTo>
                  <a:pt x="55" y="263"/>
                  <a:pt x="73" y="237"/>
                  <a:pt x="95" y="212"/>
                </a:cubicBezTo>
                <a:cubicBezTo>
                  <a:pt x="116" y="188"/>
                  <a:pt x="142" y="165"/>
                  <a:pt x="169" y="144"/>
                </a:cubicBezTo>
                <a:cubicBezTo>
                  <a:pt x="197" y="122"/>
                  <a:pt x="227" y="103"/>
                  <a:pt x="260" y="86"/>
                </a:cubicBezTo>
                <a:cubicBezTo>
                  <a:pt x="293" y="69"/>
                  <a:pt x="328" y="54"/>
                  <a:pt x="364" y="42"/>
                </a:cubicBezTo>
                <a:cubicBezTo>
                  <a:pt x="401" y="30"/>
                  <a:pt x="439" y="20"/>
                  <a:pt x="478" y="13"/>
                </a:cubicBezTo>
                <a:cubicBezTo>
                  <a:pt x="517" y="6"/>
                  <a:pt x="557" y="2"/>
                  <a:pt x="597" y="1"/>
                </a:cubicBezTo>
                <a:lnTo>
                  <a:pt x="618" y="0"/>
                </a:lnTo>
                <a:cubicBezTo>
                  <a:pt x="658" y="-1"/>
                  <a:pt x="698" y="0"/>
                  <a:pt x="738" y="4"/>
                </a:cubicBezTo>
                <a:cubicBezTo>
                  <a:pt x="777" y="8"/>
                  <a:pt x="816" y="15"/>
                  <a:pt x="853" y="25"/>
                </a:cubicBezTo>
                <a:cubicBezTo>
                  <a:pt x="890" y="35"/>
                  <a:pt x="926" y="47"/>
                  <a:pt x="960" y="62"/>
                </a:cubicBezTo>
                <a:cubicBezTo>
                  <a:pt x="994" y="76"/>
                  <a:pt x="1025" y="93"/>
                  <a:pt x="1054" y="113"/>
                </a:cubicBezTo>
                <a:cubicBezTo>
                  <a:pt x="1084" y="132"/>
                  <a:pt x="1110" y="153"/>
                  <a:pt x="1133" y="176"/>
                </a:cubicBezTo>
                <a:cubicBezTo>
                  <a:pt x="1156" y="199"/>
                  <a:pt x="1176" y="224"/>
                  <a:pt x="1192" y="250"/>
                </a:cubicBezTo>
                <a:cubicBezTo>
                  <a:pt x="1208" y="276"/>
                  <a:pt x="1221" y="302"/>
                  <a:pt x="1229" y="330"/>
                </a:cubicBezTo>
                <a:cubicBezTo>
                  <a:pt x="1238" y="358"/>
                  <a:pt x="1243" y="386"/>
                  <a:pt x="1244" y="416"/>
                </a:cubicBezTo>
                <a:cubicBezTo>
                  <a:pt x="1245" y="445"/>
                  <a:pt x="1242" y="473"/>
                  <a:pt x="1235" y="501"/>
                </a:cubicBezTo>
                <a:cubicBezTo>
                  <a:pt x="1229" y="530"/>
                  <a:pt x="1218" y="558"/>
                  <a:pt x="1203" y="585"/>
                </a:cubicBezTo>
                <a:cubicBezTo>
                  <a:pt x="1189" y="612"/>
                  <a:pt x="1171" y="637"/>
                  <a:pt x="1150" y="662"/>
                </a:cubicBezTo>
                <a:cubicBezTo>
                  <a:pt x="1128" y="687"/>
                  <a:pt x="1104" y="709"/>
                  <a:pt x="1076" y="731"/>
                </a:cubicBezTo>
                <a:cubicBezTo>
                  <a:pt x="1048" y="752"/>
                  <a:pt x="1018" y="771"/>
                  <a:pt x="985" y="788"/>
                </a:cubicBezTo>
                <a:cubicBezTo>
                  <a:pt x="953" y="805"/>
                  <a:pt x="918" y="820"/>
                  <a:pt x="881" y="832"/>
                </a:cubicBezTo>
                <a:cubicBezTo>
                  <a:pt x="845" y="844"/>
                  <a:pt x="807" y="854"/>
                  <a:pt x="768" y="861"/>
                </a:cubicBezTo>
                <a:cubicBezTo>
                  <a:pt x="728" y="868"/>
                  <a:pt x="689" y="872"/>
                  <a:pt x="649" y="874"/>
                </a:cubicBezTo>
                <a:lnTo>
                  <a:pt x="627" y="874"/>
                </a:lnTo>
                <a:cubicBezTo>
                  <a:pt x="587" y="876"/>
                  <a:pt x="547" y="874"/>
                  <a:pt x="508" y="870"/>
                </a:cubicBezTo>
                <a:cubicBezTo>
                  <a:pt x="468" y="866"/>
                  <a:pt x="430" y="859"/>
                  <a:pt x="392" y="849"/>
                </a:cubicBezTo>
                <a:cubicBezTo>
                  <a:pt x="355" y="840"/>
                  <a:pt x="319" y="827"/>
                  <a:pt x="285" y="813"/>
                </a:cubicBezTo>
                <a:cubicBezTo>
                  <a:pt x="251" y="798"/>
                  <a:pt x="220" y="781"/>
                  <a:pt x="191" y="762"/>
                </a:cubicBezTo>
                <a:cubicBezTo>
                  <a:pt x="162" y="742"/>
                  <a:pt x="135" y="721"/>
                  <a:pt x="112" y="698"/>
                </a:cubicBezTo>
                <a:cubicBezTo>
                  <a:pt x="89" y="675"/>
                  <a:pt x="69" y="651"/>
                  <a:pt x="53" y="625"/>
                </a:cubicBezTo>
                <a:cubicBezTo>
                  <a:pt x="36" y="599"/>
                  <a:pt x="24" y="572"/>
                  <a:pt x="15" y="544"/>
                </a:cubicBezTo>
                <a:cubicBezTo>
                  <a:pt x="6" y="516"/>
                  <a:pt x="1" y="488"/>
                  <a:pt x="0" y="459"/>
                </a:cubicBezTo>
                <a:moveTo>
                  <a:pt x="53" y="458"/>
                </a:moveTo>
                <a:cubicBezTo>
                  <a:pt x="52" y="432"/>
                  <a:pt x="55" y="407"/>
                  <a:pt x="61" y="381"/>
                </a:cubicBezTo>
                <a:cubicBezTo>
                  <a:pt x="68" y="356"/>
                  <a:pt x="77" y="332"/>
                  <a:pt x="91" y="308"/>
                </a:cubicBezTo>
                <a:cubicBezTo>
                  <a:pt x="104" y="285"/>
                  <a:pt x="120" y="262"/>
                  <a:pt x="140" y="240"/>
                </a:cubicBezTo>
                <a:cubicBezTo>
                  <a:pt x="160" y="219"/>
                  <a:pt x="183" y="198"/>
                  <a:pt x="208" y="180"/>
                </a:cubicBezTo>
                <a:cubicBezTo>
                  <a:pt x="233" y="161"/>
                  <a:pt x="261" y="144"/>
                  <a:pt x="291" y="129"/>
                </a:cubicBezTo>
                <a:cubicBezTo>
                  <a:pt x="321" y="114"/>
                  <a:pt x="353" y="101"/>
                  <a:pt x="386" y="90"/>
                </a:cubicBezTo>
                <a:cubicBezTo>
                  <a:pt x="420" y="79"/>
                  <a:pt x="454" y="71"/>
                  <a:pt x="490" y="65"/>
                </a:cubicBezTo>
                <a:cubicBezTo>
                  <a:pt x="526" y="59"/>
                  <a:pt x="562" y="55"/>
                  <a:pt x="599" y="54"/>
                </a:cubicBezTo>
                <a:lnTo>
                  <a:pt x="620" y="53"/>
                </a:lnTo>
                <a:cubicBezTo>
                  <a:pt x="657" y="52"/>
                  <a:pt x="693" y="53"/>
                  <a:pt x="729" y="56"/>
                </a:cubicBezTo>
                <a:cubicBezTo>
                  <a:pt x="765" y="60"/>
                  <a:pt x="800" y="66"/>
                  <a:pt x="835" y="75"/>
                </a:cubicBezTo>
                <a:cubicBezTo>
                  <a:pt x="869" y="83"/>
                  <a:pt x="901" y="94"/>
                  <a:pt x="932" y="107"/>
                </a:cubicBezTo>
                <a:cubicBezTo>
                  <a:pt x="963" y="120"/>
                  <a:pt x="992" y="135"/>
                  <a:pt x="1018" y="151"/>
                </a:cubicBezTo>
                <a:cubicBezTo>
                  <a:pt x="1045" y="168"/>
                  <a:pt x="1069" y="187"/>
                  <a:pt x="1090" y="207"/>
                </a:cubicBezTo>
                <a:cubicBezTo>
                  <a:pt x="1111" y="227"/>
                  <a:pt x="1129" y="249"/>
                  <a:pt x="1144" y="272"/>
                </a:cubicBezTo>
                <a:cubicBezTo>
                  <a:pt x="1158" y="294"/>
                  <a:pt x="1170" y="318"/>
                  <a:pt x="1178" y="342"/>
                </a:cubicBezTo>
                <a:cubicBezTo>
                  <a:pt x="1186" y="367"/>
                  <a:pt x="1190" y="392"/>
                  <a:pt x="1191" y="418"/>
                </a:cubicBezTo>
                <a:cubicBezTo>
                  <a:pt x="1192" y="443"/>
                  <a:pt x="1189" y="468"/>
                  <a:pt x="1183" y="493"/>
                </a:cubicBezTo>
                <a:cubicBezTo>
                  <a:pt x="1177" y="518"/>
                  <a:pt x="1167" y="542"/>
                  <a:pt x="1154" y="566"/>
                </a:cubicBezTo>
                <a:cubicBezTo>
                  <a:pt x="1141" y="590"/>
                  <a:pt x="1124" y="612"/>
                  <a:pt x="1105" y="634"/>
                </a:cubicBezTo>
                <a:cubicBezTo>
                  <a:pt x="1085" y="656"/>
                  <a:pt x="1063" y="676"/>
                  <a:pt x="1037" y="695"/>
                </a:cubicBezTo>
                <a:cubicBezTo>
                  <a:pt x="1012" y="713"/>
                  <a:pt x="984" y="730"/>
                  <a:pt x="954" y="745"/>
                </a:cubicBezTo>
                <a:cubicBezTo>
                  <a:pt x="925" y="760"/>
                  <a:pt x="893" y="773"/>
                  <a:pt x="859" y="784"/>
                </a:cubicBezTo>
                <a:cubicBezTo>
                  <a:pt x="826" y="795"/>
                  <a:pt x="791" y="803"/>
                  <a:pt x="755" y="810"/>
                </a:cubicBezTo>
                <a:cubicBezTo>
                  <a:pt x="720" y="816"/>
                  <a:pt x="683" y="819"/>
                  <a:pt x="647" y="821"/>
                </a:cubicBezTo>
                <a:lnTo>
                  <a:pt x="625" y="821"/>
                </a:lnTo>
                <a:cubicBezTo>
                  <a:pt x="589" y="823"/>
                  <a:pt x="552" y="822"/>
                  <a:pt x="516" y="818"/>
                </a:cubicBezTo>
                <a:cubicBezTo>
                  <a:pt x="480" y="814"/>
                  <a:pt x="445" y="808"/>
                  <a:pt x="411" y="800"/>
                </a:cubicBezTo>
                <a:cubicBezTo>
                  <a:pt x="377" y="791"/>
                  <a:pt x="344" y="781"/>
                  <a:pt x="313" y="768"/>
                </a:cubicBezTo>
                <a:cubicBezTo>
                  <a:pt x="282" y="755"/>
                  <a:pt x="254" y="740"/>
                  <a:pt x="227" y="723"/>
                </a:cubicBezTo>
                <a:cubicBezTo>
                  <a:pt x="201" y="706"/>
                  <a:pt x="177" y="687"/>
                  <a:pt x="156" y="667"/>
                </a:cubicBezTo>
                <a:cubicBezTo>
                  <a:pt x="134" y="647"/>
                  <a:pt x="116" y="626"/>
                  <a:pt x="101" y="603"/>
                </a:cubicBezTo>
                <a:cubicBezTo>
                  <a:pt x="86" y="580"/>
                  <a:pt x="75" y="556"/>
                  <a:pt x="67" y="532"/>
                </a:cubicBezTo>
                <a:cubicBezTo>
                  <a:pt x="59" y="507"/>
                  <a:pt x="54" y="483"/>
                  <a:pt x="53" y="458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 rot="21480000">
            <a:off x="1898280" y="1810800"/>
            <a:ext cx="140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03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613880" y="3371760"/>
            <a:ext cx="2868120" cy="3105720"/>
          </a:xfrm>
          <a:custGeom>
            <a:avLst/>
            <a:gdLst/>
            <a:ahLst/>
            <a:rect l="0" t="0" r="r" b="b"/>
            <a:pathLst>
              <a:path w="7967" h="8627">
                <a:moveTo>
                  <a:pt x="1" y="7779"/>
                </a:moveTo>
                <a:lnTo>
                  <a:pt x="808" y="95"/>
                </a:lnTo>
                <a:cubicBezTo>
                  <a:pt x="810" y="81"/>
                  <a:pt x="814" y="67"/>
                  <a:pt x="821" y="55"/>
                </a:cubicBezTo>
                <a:cubicBezTo>
                  <a:pt x="827" y="43"/>
                  <a:pt x="836" y="32"/>
                  <a:pt x="847" y="23"/>
                </a:cubicBezTo>
                <a:cubicBezTo>
                  <a:pt x="858" y="15"/>
                  <a:pt x="870" y="8"/>
                  <a:pt x="884" y="4"/>
                </a:cubicBezTo>
                <a:cubicBezTo>
                  <a:pt x="897" y="0"/>
                  <a:pt x="911" y="-1"/>
                  <a:pt x="925" y="0"/>
                </a:cubicBezTo>
                <a:lnTo>
                  <a:pt x="7872" y="731"/>
                </a:lnTo>
                <a:cubicBezTo>
                  <a:pt x="7886" y="732"/>
                  <a:pt x="7899" y="736"/>
                  <a:pt x="7912" y="743"/>
                </a:cubicBezTo>
                <a:cubicBezTo>
                  <a:pt x="7924" y="749"/>
                  <a:pt x="7935" y="758"/>
                  <a:pt x="7944" y="769"/>
                </a:cubicBezTo>
                <a:cubicBezTo>
                  <a:pt x="7952" y="780"/>
                  <a:pt x="7959" y="792"/>
                  <a:pt x="7963" y="806"/>
                </a:cubicBezTo>
                <a:cubicBezTo>
                  <a:pt x="7967" y="819"/>
                  <a:pt x="7968" y="833"/>
                  <a:pt x="7967" y="847"/>
                </a:cubicBezTo>
                <a:lnTo>
                  <a:pt x="7158" y="8531"/>
                </a:lnTo>
                <a:cubicBezTo>
                  <a:pt x="7157" y="8545"/>
                  <a:pt x="7152" y="8558"/>
                  <a:pt x="7146" y="8571"/>
                </a:cubicBezTo>
                <a:cubicBezTo>
                  <a:pt x="7139" y="8583"/>
                  <a:pt x="7130" y="8594"/>
                  <a:pt x="7119" y="8603"/>
                </a:cubicBezTo>
                <a:cubicBezTo>
                  <a:pt x="7108" y="8611"/>
                  <a:pt x="7096" y="8618"/>
                  <a:pt x="7083" y="8622"/>
                </a:cubicBezTo>
                <a:cubicBezTo>
                  <a:pt x="7069" y="8626"/>
                  <a:pt x="7056" y="8627"/>
                  <a:pt x="7042" y="8626"/>
                </a:cubicBezTo>
                <a:lnTo>
                  <a:pt x="95" y="7895"/>
                </a:lnTo>
                <a:cubicBezTo>
                  <a:pt x="81" y="7894"/>
                  <a:pt x="68" y="7890"/>
                  <a:pt x="56" y="7883"/>
                </a:cubicBezTo>
                <a:cubicBezTo>
                  <a:pt x="43" y="7876"/>
                  <a:pt x="33" y="7868"/>
                  <a:pt x="24" y="7857"/>
                </a:cubicBezTo>
                <a:cubicBezTo>
                  <a:pt x="15" y="7846"/>
                  <a:pt x="9" y="7834"/>
                  <a:pt x="5" y="7820"/>
                </a:cubicBezTo>
                <a:cubicBezTo>
                  <a:pt x="1" y="7807"/>
                  <a:pt x="-1" y="7793"/>
                  <a:pt x="1" y="77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7772400" y="8439120"/>
            <a:ext cx="4334040" cy="4572360"/>
          </a:xfrm>
          <a:custGeom>
            <a:avLst/>
            <a:gdLst/>
            <a:ahLst/>
            <a:rect l="0" t="0" r="r" b="b"/>
            <a:pathLst>
              <a:path w="12039" h="12701">
                <a:moveTo>
                  <a:pt x="820" y="12602"/>
                </a:moveTo>
                <a:lnTo>
                  <a:pt x="0" y="882"/>
                </a:lnTo>
                <a:cubicBezTo>
                  <a:pt x="-1" y="868"/>
                  <a:pt x="1" y="855"/>
                  <a:pt x="6" y="841"/>
                </a:cubicBezTo>
                <a:cubicBezTo>
                  <a:pt x="10" y="828"/>
                  <a:pt x="17" y="816"/>
                  <a:pt x="26" y="806"/>
                </a:cubicBezTo>
                <a:cubicBezTo>
                  <a:pt x="35" y="795"/>
                  <a:pt x="46" y="787"/>
                  <a:pt x="59" y="780"/>
                </a:cubicBezTo>
                <a:cubicBezTo>
                  <a:pt x="71" y="774"/>
                  <a:pt x="85" y="770"/>
                  <a:pt x="99" y="769"/>
                </a:cubicBezTo>
                <a:lnTo>
                  <a:pt x="11106" y="0"/>
                </a:lnTo>
                <a:cubicBezTo>
                  <a:pt x="11120" y="-1"/>
                  <a:pt x="11133" y="1"/>
                  <a:pt x="11147" y="5"/>
                </a:cubicBezTo>
                <a:cubicBezTo>
                  <a:pt x="11160" y="9"/>
                  <a:pt x="11172" y="16"/>
                  <a:pt x="11183" y="25"/>
                </a:cubicBezTo>
                <a:cubicBezTo>
                  <a:pt x="11193" y="35"/>
                  <a:pt x="11202" y="46"/>
                  <a:pt x="11208" y="58"/>
                </a:cubicBezTo>
                <a:cubicBezTo>
                  <a:pt x="11214" y="71"/>
                  <a:pt x="11218" y="84"/>
                  <a:pt x="11219" y="98"/>
                </a:cubicBezTo>
                <a:lnTo>
                  <a:pt x="12038" y="11818"/>
                </a:lnTo>
                <a:cubicBezTo>
                  <a:pt x="12039" y="11832"/>
                  <a:pt x="12037" y="11845"/>
                  <a:pt x="12033" y="11859"/>
                </a:cubicBezTo>
                <a:cubicBezTo>
                  <a:pt x="12029" y="11872"/>
                  <a:pt x="12022" y="11884"/>
                  <a:pt x="12012" y="11895"/>
                </a:cubicBezTo>
                <a:cubicBezTo>
                  <a:pt x="12003" y="11905"/>
                  <a:pt x="11992" y="11914"/>
                  <a:pt x="11980" y="11920"/>
                </a:cubicBezTo>
                <a:cubicBezTo>
                  <a:pt x="11967" y="11926"/>
                  <a:pt x="11954" y="11930"/>
                  <a:pt x="11940" y="11931"/>
                </a:cubicBezTo>
                <a:lnTo>
                  <a:pt x="933" y="12700"/>
                </a:lnTo>
                <a:cubicBezTo>
                  <a:pt x="919" y="12701"/>
                  <a:pt x="905" y="12700"/>
                  <a:pt x="892" y="12695"/>
                </a:cubicBezTo>
                <a:cubicBezTo>
                  <a:pt x="878" y="12691"/>
                  <a:pt x="867" y="12684"/>
                  <a:pt x="856" y="12675"/>
                </a:cubicBezTo>
                <a:cubicBezTo>
                  <a:pt x="845" y="12666"/>
                  <a:pt x="837" y="12655"/>
                  <a:pt x="831" y="12642"/>
                </a:cubicBezTo>
                <a:cubicBezTo>
                  <a:pt x="824" y="12630"/>
                  <a:pt x="821" y="12616"/>
                  <a:pt x="820" y="126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09" name="" descr=""/>
          <p:cNvPicPr/>
          <p:nvPr/>
        </p:nvPicPr>
        <p:blipFill>
          <a:blip r:embed="rId6"/>
          <a:stretch/>
        </p:blipFill>
        <p:spPr>
          <a:xfrm rot="21360000">
            <a:off x="8020080" y="8687160"/>
            <a:ext cx="3819240" cy="3809520"/>
          </a:xfrm>
          <a:prstGeom prst="rect">
            <a:avLst/>
          </a:prstGeom>
          <a:ln w="0">
            <a:noFill/>
          </a:ln>
        </p:spPr>
      </p:pic>
      <p:sp>
        <p:nvSpPr>
          <p:cNvPr id="510" name=""/>
          <p:cNvSpPr txBox="1"/>
          <p:nvPr/>
        </p:nvSpPr>
        <p:spPr>
          <a:xfrm rot="21480000">
            <a:off x="4790880" y="4487760"/>
            <a:ext cx="140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04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752480" y="1867680"/>
            <a:ext cx="855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ANGLE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2581920" y="2020320"/>
            <a:ext cx="713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Góc tiếp cận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752480" y="2294640"/>
            <a:ext cx="5700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Mỗi trụ nội dung được khai thác bằng nhiều góc nhìn khác nhau để tránh lặp và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752480" y="2551680"/>
            <a:ext cx="1476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giữ chân người xem.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752480" y="5782320"/>
            <a:ext cx="4555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TỐI ƯU TĂNG TRƯỞNG KÊNH VIDEO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1752480" y="6430320"/>
            <a:ext cx="645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Thách thức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1752480" y="1523520"/>
            <a:ext cx="447840" cy="315000"/>
          </a:xfrm>
          <a:custGeom>
            <a:avLst/>
            <a:gdLst/>
            <a:ahLst/>
            <a:rect l="0" t="0" r="r" b="b"/>
            <a:pathLst>
              <a:path w="1244" h="875">
                <a:moveTo>
                  <a:pt x="0" y="459"/>
                </a:moveTo>
                <a:cubicBezTo>
                  <a:pt x="-1" y="430"/>
                  <a:pt x="2" y="402"/>
                  <a:pt x="9" y="373"/>
                </a:cubicBezTo>
                <a:cubicBezTo>
                  <a:pt x="16" y="345"/>
                  <a:pt x="26" y="317"/>
                  <a:pt x="41" y="290"/>
                </a:cubicBezTo>
                <a:cubicBezTo>
                  <a:pt x="55" y="263"/>
                  <a:pt x="73" y="237"/>
                  <a:pt x="95" y="213"/>
                </a:cubicBezTo>
                <a:cubicBezTo>
                  <a:pt x="116" y="188"/>
                  <a:pt x="141" y="165"/>
                  <a:pt x="168" y="144"/>
                </a:cubicBezTo>
                <a:cubicBezTo>
                  <a:pt x="196" y="123"/>
                  <a:pt x="226" y="104"/>
                  <a:pt x="259" y="87"/>
                </a:cubicBezTo>
                <a:cubicBezTo>
                  <a:pt x="292" y="70"/>
                  <a:pt x="326" y="55"/>
                  <a:pt x="363" y="43"/>
                </a:cubicBezTo>
                <a:cubicBezTo>
                  <a:pt x="400" y="30"/>
                  <a:pt x="438" y="21"/>
                  <a:pt x="477" y="14"/>
                </a:cubicBezTo>
                <a:cubicBezTo>
                  <a:pt x="516" y="7"/>
                  <a:pt x="555" y="3"/>
                  <a:pt x="596" y="1"/>
                </a:cubicBezTo>
                <a:lnTo>
                  <a:pt x="617" y="1"/>
                </a:lnTo>
                <a:cubicBezTo>
                  <a:pt x="657" y="-1"/>
                  <a:pt x="697" y="1"/>
                  <a:pt x="737" y="5"/>
                </a:cubicBezTo>
                <a:cubicBezTo>
                  <a:pt x="777" y="9"/>
                  <a:pt x="815" y="16"/>
                  <a:pt x="853" y="26"/>
                </a:cubicBezTo>
                <a:cubicBezTo>
                  <a:pt x="890" y="35"/>
                  <a:pt x="926" y="47"/>
                  <a:pt x="960" y="62"/>
                </a:cubicBezTo>
                <a:cubicBezTo>
                  <a:pt x="994" y="77"/>
                  <a:pt x="1025" y="94"/>
                  <a:pt x="1054" y="113"/>
                </a:cubicBezTo>
                <a:cubicBezTo>
                  <a:pt x="1083" y="132"/>
                  <a:pt x="1109" y="154"/>
                  <a:pt x="1133" y="177"/>
                </a:cubicBezTo>
                <a:cubicBezTo>
                  <a:pt x="1156" y="200"/>
                  <a:pt x="1175" y="224"/>
                  <a:pt x="1192" y="250"/>
                </a:cubicBezTo>
                <a:cubicBezTo>
                  <a:pt x="1208" y="276"/>
                  <a:pt x="1220" y="303"/>
                  <a:pt x="1229" y="331"/>
                </a:cubicBezTo>
                <a:cubicBezTo>
                  <a:pt x="1238" y="359"/>
                  <a:pt x="1243" y="387"/>
                  <a:pt x="1244" y="415"/>
                </a:cubicBezTo>
                <a:cubicBezTo>
                  <a:pt x="1245" y="444"/>
                  <a:pt x="1242" y="473"/>
                  <a:pt x="1235" y="501"/>
                </a:cubicBezTo>
                <a:cubicBezTo>
                  <a:pt x="1228" y="529"/>
                  <a:pt x="1218" y="557"/>
                  <a:pt x="1203" y="585"/>
                </a:cubicBezTo>
                <a:cubicBezTo>
                  <a:pt x="1189" y="612"/>
                  <a:pt x="1171" y="638"/>
                  <a:pt x="1149" y="662"/>
                </a:cubicBezTo>
                <a:cubicBezTo>
                  <a:pt x="1128" y="687"/>
                  <a:pt x="1103" y="710"/>
                  <a:pt x="1076" y="731"/>
                </a:cubicBezTo>
                <a:cubicBezTo>
                  <a:pt x="1048" y="752"/>
                  <a:pt x="1018" y="772"/>
                  <a:pt x="985" y="789"/>
                </a:cubicBezTo>
                <a:cubicBezTo>
                  <a:pt x="952" y="806"/>
                  <a:pt x="918" y="820"/>
                  <a:pt x="881" y="833"/>
                </a:cubicBezTo>
                <a:cubicBezTo>
                  <a:pt x="844" y="845"/>
                  <a:pt x="806" y="855"/>
                  <a:pt x="767" y="862"/>
                </a:cubicBezTo>
                <a:cubicBezTo>
                  <a:pt x="728" y="869"/>
                  <a:pt x="688" y="873"/>
                  <a:pt x="647" y="874"/>
                </a:cubicBezTo>
                <a:lnTo>
                  <a:pt x="626" y="875"/>
                </a:lnTo>
                <a:cubicBezTo>
                  <a:pt x="586" y="876"/>
                  <a:pt x="546" y="875"/>
                  <a:pt x="507" y="871"/>
                </a:cubicBezTo>
                <a:cubicBezTo>
                  <a:pt x="467" y="866"/>
                  <a:pt x="429" y="859"/>
                  <a:pt x="391" y="850"/>
                </a:cubicBezTo>
                <a:cubicBezTo>
                  <a:pt x="354" y="840"/>
                  <a:pt x="318" y="828"/>
                  <a:pt x="284" y="813"/>
                </a:cubicBezTo>
                <a:cubicBezTo>
                  <a:pt x="250" y="798"/>
                  <a:pt x="219" y="781"/>
                  <a:pt x="190" y="762"/>
                </a:cubicBezTo>
                <a:cubicBezTo>
                  <a:pt x="161" y="743"/>
                  <a:pt x="135" y="722"/>
                  <a:pt x="111" y="699"/>
                </a:cubicBezTo>
                <a:cubicBezTo>
                  <a:pt x="88" y="676"/>
                  <a:pt x="69" y="651"/>
                  <a:pt x="52" y="625"/>
                </a:cubicBezTo>
                <a:cubicBezTo>
                  <a:pt x="36" y="599"/>
                  <a:pt x="24" y="571"/>
                  <a:pt x="15" y="544"/>
                </a:cubicBezTo>
                <a:cubicBezTo>
                  <a:pt x="6" y="516"/>
                  <a:pt x="1" y="488"/>
                  <a:pt x="0" y="459"/>
                </a:cubicBezTo>
                <a:moveTo>
                  <a:pt x="53" y="457"/>
                </a:moveTo>
                <a:cubicBezTo>
                  <a:pt x="52" y="432"/>
                  <a:pt x="55" y="407"/>
                  <a:pt x="61" y="382"/>
                </a:cubicBezTo>
                <a:cubicBezTo>
                  <a:pt x="67" y="357"/>
                  <a:pt x="77" y="333"/>
                  <a:pt x="90" y="309"/>
                </a:cubicBezTo>
                <a:cubicBezTo>
                  <a:pt x="104" y="285"/>
                  <a:pt x="120" y="262"/>
                  <a:pt x="140" y="241"/>
                </a:cubicBezTo>
                <a:cubicBezTo>
                  <a:pt x="159" y="219"/>
                  <a:pt x="182" y="199"/>
                  <a:pt x="207" y="180"/>
                </a:cubicBezTo>
                <a:cubicBezTo>
                  <a:pt x="232" y="162"/>
                  <a:pt x="260" y="145"/>
                  <a:pt x="290" y="130"/>
                </a:cubicBezTo>
                <a:cubicBezTo>
                  <a:pt x="320" y="115"/>
                  <a:pt x="351" y="102"/>
                  <a:pt x="385" y="91"/>
                </a:cubicBezTo>
                <a:cubicBezTo>
                  <a:pt x="418" y="80"/>
                  <a:pt x="453" y="71"/>
                  <a:pt x="489" y="65"/>
                </a:cubicBezTo>
                <a:cubicBezTo>
                  <a:pt x="525" y="59"/>
                  <a:pt x="561" y="55"/>
                  <a:pt x="597" y="54"/>
                </a:cubicBezTo>
                <a:lnTo>
                  <a:pt x="619" y="53"/>
                </a:lnTo>
                <a:cubicBezTo>
                  <a:pt x="655" y="52"/>
                  <a:pt x="692" y="53"/>
                  <a:pt x="729" y="57"/>
                </a:cubicBezTo>
                <a:cubicBezTo>
                  <a:pt x="765" y="61"/>
                  <a:pt x="800" y="67"/>
                  <a:pt x="834" y="75"/>
                </a:cubicBezTo>
                <a:cubicBezTo>
                  <a:pt x="868" y="84"/>
                  <a:pt x="901" y="94"/>
                  <a:pt x="932" y="107"/>
                </a:cubicBezTo>
                <a:cubicBezTo>
                  <a:pt x="963" y="120"/>
                  <a:pt x="992" y="135"/>
                  <a:pt x="1018" y="152"/>
                </a:cubicBezTo>
                <a:cubicBezTo>
                  <a:pt x="1045" y="169"/>
                  <a:pt x="1068" y="187"/>
                  <a:pt x="1090" y="208"/>
                </a:cubicBezTo>
                <a:cubicBezTo>
                  <a:pt x="1111" y="228"/>
                  <a:pt x="1129" y="249"/>
                  <a:pt x="1143" y="272"/>
                </a:cubicBezTo>
                <a:cubicBezTo>
                  <a:pt x="1158" y="295"/>
                  <a:pt x="1170" y="318"/>
                  <a:pt x="1178" y="343"/>
                </a:cubicBezTo>
                <a:cubicBezTo>
                  <a:pt x="1186" y="367"/>
                  <a:pt x="1190" y="392"/>
                  <a:pt x="1191" y="417"/>
                </a:cubicBezTo>
                <a:cubicBezTo>
                  <a:pt x="1192" y="442"/>
                  <a:pt x="1189" y="468"/>
                  <a:pt x="1183" y="492"/>
                </a:cubicBezTo>
                <a:cubicBezTo>
                  <a:pt x="1177" y="517"/>
                  <a:pt x="1167" y="542"/>
                  <a:pt x="1154" y="566"/>
                </a:cubicBezTo>
                <a:cubicBezTo>
                  <a:pt x="1140" y="590"/>
                  <a:pt x="1124" y="613"/>
                  <a:pt x="1104" y="635"/>
                </a:cubicBezTo>
                <a:cubicBezTo>
                  <a:pt x="1085" y="656"/>
                  <a:pt x="1062" y="676"/>
                  <a:pt x="1037" y="695"/>
                </a:cubicBezTo>
                <a:cubicBezTo>
                  <a:pt x="1012" y="714"/>
                  <a:pt x="984" y="731"/>
                  <a:pt x="954" y="746"/>
                </a:cubicBezTo>
                <a:cubicBezTo>
                  <a:pt x="924" y="761"/>
                  <a:pt x="893" y="774"/>
                  <a:pt x="859" y="785"/>
                </a:cubicBezTo>
                <a:cubicBezTo>
                  <a:pt x="826" y="795"/>
                  <a:pt x="791" y="804"/>
                  <a:pt x="755" y="810"/>
                </a:cubicBezTo>
                <a:cubicBezTo>
                  <a:pt x="718" y="816"/>
                  <a:pt x="682" y="820"/>
                  <a:pt x="646" y="821"/>
                </a:cubicBezTo>
                <a:lnTo>
                  <a:pt x="624" y="822"/>
                </a:lnTo>
                <a:cubicBezTo>
                  <a:pt x="588" y="823"/>
                  <a:pt x="551" y="822"/>
                  <a:pt x="515" y="818"/>
                </a:cubicBezTo>
                <a:cubicBezTo>
                  <a:pt x="479" y="815"/>
                  <a:pt x="444" y="809"/>
                  <a:pt x="410" y="800"/>
                </a:cubicBezTo>
                <a:cubicBezTo>
                  <a:pt x="376" y="792"/>
                  <a:pt x="343" y="781"/>
                  <a:pt x="312" y="768"/>
                </a:cubicBezTo>
                <a:cubicBezTo>
                  <a:pt x="281" y="755"/>
                  <a:pt x="252" y="740"/>
                  <a:pt x="226" y="723"/>
                </a:cubicBezTo>
                <a:cubicBezTo>
                  <a:pt x="199" y="707"/>
                  <a:pt x="176" y="688"/>
                  <a:pt x="154" y="668"/>
                </a:cubicBezTo>
                <a:cubicBezTo>
                  <a:pt x="133" y="648"/>
                  <a:pt x="115" y="626"/>
                  <a:pt x="101" y="603"/>
                </a:cubicBezTo>
                <a:cubicBezTo>
                  <a:pt x="86" y="581"/>
                  <a:pt x="74" y="556"/>
                  <a:pt x="66" y="531"/>
                </a:cubicBezTo>
                <a:cubicBezTo>
                  <a:pt x="58" y="507"/>
                  <a:pt x="54" y="482"/>
                  <a:pt x="53" y="45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752480" y="6646320"/>
            <a:ext cx="54399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Tăng trưởng trong thị trường video đã bão hòa, cạnh tranh cực cao.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7772400" y="-133560"/>
            <a:ext cx="4334040" cy="4572720"/>
          </a:xfrm>
          <a:custGeom>
            <a:avLst/>
            <a:gdLst/>
            <a:ahLst/>
            <a:rect l="0" t="0" r="r" b="b"/>
            <a:pathLst>
              <a:path w="12039" h="12702">
                <a:moveTo>
                  <a:pt x="820" y="12603"/>
                </a:moveTo>
                <a:lnTo>
                  <a:pt x="0" y="883"/>
                </a:lnTo>
                <a:cubicBezTo>
                  <a:pt x="-1" y="869"/>
                  <a:pt x="1" y="855"/>
                  <a:pt x="6" y="842"/>
                </a:cubicBezTo>
                <a:cubicBezTo>
                  <a:pt x="10" y="829"/>
                  <a:pt x="17" y="817"/>
                  <a:pt x="26" y="806"/>
                </a:cubicBezTo>
                <a:cubicBezTo>
                  <a:pt x="35" y="795"/>
                  <a:pt x="46" y="787"/>
                  <a:pt x="59" y="781"/>
                </a:cubicBezTo>
                <a:cubicBezTo>
                  <a:pt x="71" y="774"/>
                  <a:pt x="85" y="771"/>
                  <a:pt x="99" y="770"/>
                </a:cubicBezTo>
                <a:lnTo>
                  <a:pt x="11106" y="0"/>
                </a:lnTo>
                <a:cubicBezTo>
                  <a:pt x="11120" y="-1"/>
                  <a:pt x="11133" y="1"/>
                  <a:pt x="11147" y="5"/>
                </a:cubicBezTo>
                <a:cubicBezTo>
                  <a:pt x="11160" y="10"/>
                  <a:pt x="11172" y="17"/>
                  <a:pt x="11183" y="26"/>
                </a:cubicBezTo>
                <a:cubicBezTo>
                  <a:pt x="11193" y="35"/>
                  <a:pt x="11202" y="46"/>
                  <a:pt x="11208" y="59"/>
                </a:cubicBezTo>
                <a:cubicBezTo>
                  <a:pt x="11214" y="71"/>
                  <a:pt x="11218" y="84"/>
                  <a:pt x="11219" y="98"/>
                </a:cubicBezTo>
                <a:lnTo>
                  <a:pt x="12038" y="11818"/>
                </a:lnTo>
                <a:cubicBezTo>
                  <a:pt x="12039" y="11832"/>
                  <a:pt x="12037" y="11846"/>
                  <a:pt x="12033" y="11859"/>
                </a:cubicBezTo>
                <a:cubicBezTo>
                  <a:pt x="12029" y="11873"/>
                  <a:pt x="12022" y="11885"/>
                  <a:pt x="12012" y="11895"/>
                </a:cubicBezTo>
                <a:cubicBezTo>
                  <a:pt x="12003" y="11906"/>
                  <a:pt x="11992" y="11914"/>
                  <a:pt x="11980" y="11920"/>
                </a:cubicBezTo>
                <a:cubicBezTo>
                  <a:pt x="11967" y="11927"/>
                  <a:pt x="11954" y="11930"/>
                  <a:pt x="11940" y="11931"/>
                </a:cubicBezTo>
                <a:lnTo>
                  <a:pt x="933" y="12701"/>
                </a:lnTo>
                <a:cubicBezTo>
                  <a:pt x="919" y="12702"/>
                  <a:pt x="905" y="12700"/>
                  <a:pt x="892" y="12696"/>
                </a:cubicBezTo>
                <a:cubicBezTo>
                  <a:pt x="878" y="12691"/>
                  <a:pt x="867" y="12684"/>
                  <a:pt x="856" y="12675"/>
                </a:cubicBezTo>
                <a:cubicBezTo>
                  <a:pt x="845" y="12666"/>
                  <a:pt x="837" y="12655"/>
                  <a:pt x="831" y="12643"/>
                </a:cubicBezTo>
                <a:cubicBezTo>
                  <a:pt x="824" y="12630"/>
                  <a:pt x="821" y="12617"/>
                  <a:pt x="820" y="126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25" name="" descr=""/>
          <p:cNvPicPr/>
          <p:nvPr/>
        </p:nvPicPr>
        <p:blipFill>
          <a:blip r:embed="rId2"/>
          <a:stretch/>
        </p:blipFill>
        <p:spPr>
          <a:xfrm rot="21360000">
            <a:off x="8020080" y="114480"/>
            <a:ext cx="3819240" cy="3809520"/>
          </a:xfrm>
          <a:prstGeom prst="rect">
            <a:avLst/>
          </a:prstGeom>
          <a:ln w="0">
            <a:noFill/>
          </a:ln>
        </p:spPr>
      </p:pic>
      <p:sp>
        <p:nvSpPr>
          <p:cNvPr id="528" name=""/>
          <p:cNvSpPr/>
          <p:nvPr/>
        </p:nvSpPr>
        <p:spPr>
          <a:xfrm>
            <a:off x="1730880" y="7156080"/>
            <a:ext cx="3245040" cy="1472040"/>
          </a:xfrm>
          <a:custGeom>
            <a:avLst/>
            <a:gdLst/>
            <a:ahLst/>
            <a:rect l="0" t="0" r="r" b="b"/>
            <a:pathLst>
              <a:path w="9014" h="4089">
                <a:moveTo>
                  <a:pt x="129" y="4089"/>
                </a:moveTo>
                <a:lnTo>
                  <a:pt x="0" y="413"/>
                </a:lnTo>
                <a:cubicBezTo>
                  <a:pt x="0" y="398"/>
                  <a:pt x="2" y="385"/>
                  <a:pt x="7" y="372"/>
                </a:cubicBezTo>
                <a:cubicBezTo>
                  <a:pt x="12" y="359"/>
                  <a:pt x="19" y="347"/>
                  <a:pt x="29" y="337"/>
                </a:cubicBezTo>
                <a:cubicBezTo>
                  <a:pt x="38" y="326"/>
                  <a:pt x="49" y="318"/>
                  <a:pt x="62" y="313"/>
                </a:cubicBezTo>
                <a:cubicBezTo>
                  <a:pt x="75" y="307"/>
                  <a:pt x="88" y="304"/>
                  <a:pt x="102" y="303"/>
                </a:cubicBezTo>
                <a:lnTo>
                  <a:pt x="8777" y="0"/>
                </a:lnTo>
                <a:cubicBezTo>
                  <a:pt x="8791" y="0"/>
                  <a:pt x="8804" y="2"/>
                  <a:pt x="8817" y="7"/>
                </a:cubicBezTo>
                <a:cubicBezTo>
                  <a:pt x="8830" y="12"/>
                  <a:pt x="8842" y="19"/>
                  <a:pt x="8852" y="29"/>
                </a:cubicBezTo>
                <a:cubicBezTo>
                  <a:pt x="8863" y="38"/>
                  <a:pt x="8871" y="49"/>
                  <a:pt x="8876" y="62"/>
                </a:cubicBezTo>
                <a:cubicBezTo>
                  <a:pt x="8882" y="75"/>
                  <a:pt x="8885" y="88"/>
                  <a:pt x="8886" y="102"/>
                </a:cubicBezTo>
                <a:lnTo>
                  <a:pt x="9014" y="3779"/>
                </a:lnTo>
                <a:lnTo>
                  <a:pt x="129" y="4089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1735920" y="8516880"/>
            <a:ext cx="3232800" cy="1119600"/>
          </a:xfrm>
          <a:custGeom>
            <a:avLst/>
            <a:gdLst/>
            <a:ahLst/>
            <a:rect l="0" t="0" r="r" b="b"/>
            <a:pathLst>
              <a:path w="8980" h="3110">
                <a:moveTo>
                  <a:pt x="94" y="3008"/>
                </a:moveTo>
                <a:lnTo>
                  <a:pt x="0" y="310"/>
                </a:lnTo>
                <a:lnTo>
                  <a:pt x="8885" y="0"/>
                </a:lnTo>
                <a:lnTo>
                  <a:pt x="8980" y="2697"/>
                </a:lnTo>
                <a:cubicBezTo>
                  <a:pt x="8980" y="2711"/>
                  <a:pt x="8978" y="2724"/>
                  <a:pt x="8973" y="2738"/>
                </a:cubicBezTo>
                <a:cubicBezTo>
                  <a:pt x="8968" y="2751"/>
                  <a:pt x="8961" y="2762"/>
                  <a:pt x="8951" y="2774"/>
                </a:cubicBezTo>
                <a:cubicBezTo>
                  <a:pt x="8942" y="2784"/>
                  <a:pt x="8930" y="2792"/>
                  <a:pt x="8918" y="2798"/>
                </a:cubicBezTo>
                <a:cubicBezTo>
                  <a:pt x="8905" y="2804"/>
                  <a:pt x="8891" y="2807"/>
                  <a:pt x="8877" y="2807"/>
                </a:cubicBezTo>
                <a:lnTo>
                  <a:pt x="203" y="3110"/>
                </a:lnTo>
                <a:cubicBezTo>
                  <a:pt x="189" y="3111"/>
                  <a:pt x="176" y="3108"/>
                  <a:pt x="163" y="3104"/>
                </a:cubicBezTo>
                <a:cubicBezTo>
                  <a:pt x="150" y="3099"/>
                  <a:pt x="138" y="3091"/>
                  <a:pt x="128" y="3082"/>
                </a:cubicBezTo>
                <a:cubicBezTo>
                  <a:pt x="117" y="3072"/>
                  <a:pt x="109" y="3061"/>
                  <a:pt x="103" y="3048"/>
                </a:cubicBezTo>
                <a:cubicBezTo>
                  <a:pt x="98" y="3036"/>
                  <a:pt x="94" y="3022"/>
                  <a:pt x="94" y="3008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 rot="21480000">
            <a:off x="1898640" y="1591920"/>
            <a:ext cx="140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05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5236200" y="7156080"/>
            <a:ext cx="3245040" cy="1472040"/>
          </a:xfrm>
          <a:custGeom>
            <a:avLst/>
            <a:gdLst/>
            <a:ahLst/>
            <a:rect l="0" t="0" r="r" b="b"/>
            <a:pathLst>
              <a:path w="9014" h="4089">
                <a:moveTo>
                  <a:pt x="128" y="4089"/>
                </a:moveTo>
                <a:lnTo>
                  <a:pt x="0" y="413"/>
                </a:lnTo>
                <a:cubicBezTo>
                  <a:pt x="0" y="398"/>
                  <a:pt x="2" y="385"/>
                  <a:pt x="7" y="372"/>
                </a:cubicBezTo>
                <a:cubicBezTo>
                  <a:pt x="12" y="359"/>
                  <a:pt x="19" y="347"/>
                  <a:pt x="28" y="337"/>
                </a:cubicBezTo>
                <a:cubicBezTo>
                  <a:pt x="38" y="326"/>
                  <a:pt x="49" y="318"/>
                  <a:pt x="62" y="313"/>
                </a:cubicBezTo>
                <a:cubicBezTo>
                  <a:pt x="75" y="307"/>
                  <a:pt x="88" y="304"/>
                  <a:pt x="102" y="303"/>
                </a:cubicBezTo>
                <a:lnTo>
                  <a:pt x="8776" y="0"/>
                </a:lnTo>
                <a:cubicBezTo>
                  <a:pt x="8790" y="0"/>
                  <a:pt x="8804" y="2"/>
                  <a:pt x="8817" y="7"/>
                </a:cubicBezTo>
                <a:cubicBezTo>
                  <a:pt x="8830" y="12"/>
                  <a:pt x="8842" y="19"/>
                  <a:pt x="8852" y="29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5"/>
                  <a:pt x="8885" y="88"/>
                  <a:pt x="8886" y="102"/>
                </a:cubicBezTo>
                <a:lnTo>
                  <a:pt x="9014" y="3779"/>
                </a:lnTo>
                <a:lnTo>
                  <a:pt x="128" y="4089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5240880" y="8516880"/>
            <a:ext cx="3232800" cy="1119600"/>
          </a:xfrm>
          <a:custGeom>
            <a:avLst/>
            <a:gdLst/>
            <a:ahLst/>
            <a:rect l="0" t="0" r="r" b="b"/>
            <a:pathLst>
              <a:path w="8980" h="3110">
                <a:moveTo>
                  <a:pt x="95" y="3008"/>
                </a:moveTo>
                <a:lnTo>
                  <a:pt x="0" y="310"/>
                </a:lnTo>
                <a:lnTo>
                  <a:pt x="8886" y="0"/>
                </a:lnTo>
                <a:lnTo>
                  <a:pt x="8980" y="2697"/>
                </a:lnTo>
                <a:cubicBezTo>
                  <a:pt x="8981" y="2711"/>
                  <a:pt x="8978" y="2724"/>
                  <a:pt x="8974" y="2738"/>
                </a:cubicBezTo>
                <a:cubicBezTo>
                  <a:pt x="8969" y="2751"/>
                  <a:pt x="8961" y="2762"/>
                  <a:pt x="8952" y="2774"/>
                </a:cubicBezTo>
                <a:cubicBezTo>
                  <a:pt x="8942" y="2784"/>
                  <a:pt x="8931" y="2792"/>
                  <a:pt x="8918" y="2798"/>
                </a:cubicBezTo>
                <a:cubicBezTo>
                  <a:pt x="8906" y="2804"/>
                  <a:pt x="8892" y="2807"/>
                  <a:pt x="8878" y="2807"/>
                </a:cubicBezTo>
                <a:lnTo>
                  <a:pt x="204" y="3110"/>
                </a:lnTo>
                <a:cubicBezTo>
                  <a:pt x="190" y="3111"/>
                  <a:pt x="176" y="3108"/>
                  <a:pt x="163" y="3104"/>
                </a:cubicBezTo>
                <a:cubicBezTo>
                  <a:pt x="150" y="3099"/>
                  <a:pt x="138" y="3091"/>
                  <a:pt x="128" y="3082"/>
                </a:cubicBezTo>
                <a:cubicBezTo>
                  <a:pt x="118" y="3072"/>
                  <a:pt x="110" y="3061"/>
                  <a:pt x="104" y="3048"/>
                </a:cubicBezTo>
                <a:cubicBezTo>
                  <a:pt x="98" y="3036"/>
                  <a:pt x="95" y="3022"/>
                  <a:pt x="95" y="3008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 rot="21480000">
            <a:off x="1931760" y="7461720"/>
            <a:ext cx="218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01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8741520" y="7156080"/>
            <a:ext cx="3245040" cy="1472040"/>
          </a:xfrm>
          <a:custGeom>
            <a:avLst/>
            <a:gdLst/>
            <a:ahLst/>
            <a:rect l="0" t="0" r="r" b="b"/>
            <a:pathLst>
              <a:path w="9014" h="4089">
                <a:moveTo>
                  <a:pt x="128" y="4089"/>
                </a:moveTo>
                <a:lnTo>
                  <a:pt x="0" y="413"/>
                </a:lnTo>
                <a:cubicBezTo>
                  <a:pt x="-1" y="398"/>
                  <a:pt x="1" y="385"/>
                  <a:pt x="6" y="372"/>
                </a:cubicBezTo>
                <a:cubicBezTo>
                  <a:pt x="11" y="359"/>
                  <a:pt x="19" y="347"/>
                  <a:pt x="28" y="337"/>
                </a:cubicBezTo>
                <a:cubicBezTo>
                  <a:pt x="38" y="326"/>
                  <a:pt x="49" y="318"/>
                  <a:pt x="62" y="313"/>
                </a:cubicBezTo>
                <a:cubicBezTo>
                  <a:pt x="74" y="307"/>
                  <a:pt x="88" y="304"/>
                  <a:pt x="102" y="303"/>
                </a:cubicBezTo>
                <a:lnTo>
                  <a:pt x="8776" y="0"/>
                </a:lnTo>
                <a:cubicBezTo>
                  <a:pt x="8790" y="0"/>
                  <a:pt x="8803" y="2"/>
                  <a:pt x="8817" y="7"/>
                </a:cubicBezTo>
                <a:cubicBezTo>
                  <a:pt x="8830" y="12"/>
                  <a:pt x="8841" y="19"/>
                  <a:pt x="8852" y="29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5"/>
                  <a:pt x="8885" y="88"/>
                  <a:pt x="8885" y="102"/>
                </a:cubicBezTo>
                <a:lnTo>
                  <a:pt x="9014" y="3779"/>
                </a:lnTo>
                <a:lnTo>
                  <a:pt x="128" y="4089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8746200" y="8516880"/>
            <a:ext cx="3232800" cy="1119600"/>
          </a:xfrm>
          <a:custGeom>
            <a:avLst/>
            <a:gdLst/>
            <a:ahLst/>
            <a:rect l="0" t="0" r="r" b="b"/>
            <a:pathLst>
              <a:path w="8980" h="3110">
                <a:moveTo>
                  <a:pt x="94" y="3008"/>
                </a:moveTo>
                <a:lnTo>
                  <a:pt x="0" y="310"/>
                </a:lnTo>
                <a:lnTo>
                  <a:pt x="8886" y="0"/>
                </a:lnTo>
                <a:lnTo>
                  <a:pt x="8980" y="2697"/>
                </a:lnTo>
                <a:cubicBezTo>
                  <a:pt x="8980" y="2711"/>
                  <a:pt x="8978" y="2724"/>
                  <a:pt x="8973" y="2738"/>
                </a:cubicBezTo>
                <a:cubicBezTo>
                  <a:pt x="8968" y="2751"/>
                  <a:pt x="8961" y="2762"/>
                  <a:pt x="8952" y="2774"/>
                </a:cubicBezTo>
                <a:cubicBezTo>
                  <a:pt x="8942" y="2784"/>
                  <a:pt x="8931" y="2792"/>
                  <a:pt x="8918" y="2798"/>
                </a:cubicBezTo>
                <a:cubicBezTo>
                  <a:pt x="8905" y="2804"/>
                  <a:pt x="8892" y="2807"/>
                  <a:pt x="8878" y="2807"/>
                </a:cubicBezTo>
                <a:lnTo>
                  <a:pt x="204" y="3110"/>
                </a:lnTo>
                <a:cubicBezTo>
                  <a:pt x="190" y="3111"/>
                  <a:pt x="176" y="3108"/>
                  <a:pt x="163" y="3104"/>
                </a:cubicBezTo>
                <a:cubicBezTo>
                  <a:pt x="150" y="3099"/>
                  <a:pt x="138" y="3091"/>
                  <a:pt x="128" y="3082"/>
                </a:cubicBezTo>
                <a:cubicBezTo>
                  <a:pt x="118" y="3072"/>
                  <a:pt x="110" y="3061"/>
                  <a:pt x="104" y="3048"/>
                </a:cubicBezTo>
                <a:cubicBezTo>
                  <a:pt x="98" y="3036"/>
                  <a:pt x="95" y="3022"/>
                  <a:pt x="94" y="3008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 rot="21480000">
            <a:off x="5437080" y="7461720"/>
            <a:ext cx="218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02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 rot="21480000">
            <a:off x="8942040" y="7461720"/>
            <a:ext cx="218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03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 rot="21480000">
            <a:off x="8954280" y="7819560"/>
            <a:ext cx="1095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Tối ưu Pacing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 rot="21480000">
            <a:off x="8964360" y="8106120"/>
            <a:ext cx="2737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Phối hợp hậu kỳ tinh chỉnh nhịp video.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1752480" y="1190880"/>
            <a:ext cx="2138760" cy="93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+200%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752480" y="2104200"/>
            <a:ext cx="460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Reach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752480" y="2391840"/>
            <a:ext cx="799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trong 3 tháng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4480200" y="1190880"/>
            <a:ext cx="1747080" cy="93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+35%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4480200" y="2104200"/>
            <a:ext cx="753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Retention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1730880" y="-1416240"/>
            <a:ext cx="3245040" cy="1471680"/>
          </a:xfrm>
          <a:custGeom>
            <a:avLst/>
            <a:gdLst/>
            <a:ahLst/>
            <a:rect l="0" t="0" r="r" b="b"/>
            <a:pathLst>
              <a:path w="9014" h="4088">
                <a:moveTo>
                  <a:pt x="129" y="4088"/>
                </a:moveTo>
                <a:lnTo>
                  <a:pt x="0" y="412"/>
                </a:lnTo>
                <a:cubicBezTo>
                  <a:pt x="0" y="398"/>
                  <a:pt x="2" y="384"/>
                  <a:pt x="7" y="371"/>
                </a:cubicBezTo>
                <a:cubicBezTo>
                  <a:pt x="12" y="358"/>
                  <a:pt x="19" y="346"/>
                  <a:pt x="29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5" y="306"/>
                  <a:pt x="88" y="303"/>
                  <a:pt x="102" y="303"/>
                </a:cubicBezTo>
                <a:lnTo>
                  <a:pt x="8777" y="0"/>
                </a:lnTo>
                <a:cubicBezTo>
                  <a:pt x="8791" y="-1"/>
                  <a:pt x="8804" y="1"/>
                  <a:pt x="8817" y="6"/>
                </a:cubicBezTo>
                <a:cubicBezTo>
                  <a:pt x="8830" y="11"/>
                  <a:pt x="8842" y="18"/>
                  <a:pt x="8852" y="28"/>
                </a:cubicBezTo>
                <a:cubicBezTo>
                  <a:pt x="8863" y="38"/>
                  <a:pt x="8871" y="49"/>
                  <a:pt x="8876" y="62"/>
                </a:cubicBezTo>
                <a:cubicBezTo>
                  <a:pt x="8882" y="74"/>
                  <a:pt x="8885" y="88"/>
                  <a:pt x="8886" y="102"/>
                </a:cubicBezTo>
                <a:lnTo>
                  <a:pt x="9014" y="3778"/>
                </a:lnTo>
                <a:lnTo>
                  <a:pt x="129" y="4088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735920" y="-55800"/>
            <a:ext cx="3232800" cy="1119960"/>
          </a:xfrm>
          <a:custGeom>
            <a:avLst/>
            <a:gdLst/>
            <a:ahLst/>
            <a:rect l="0" t="0" r="r" b="b"/>
            <a:pathLst>
              <a:path w="8980" h="3111">
                <a:moveTo>
                  <a:pt x="94" y="3009"/>
                </a:moveTo>
                <a:lnTo>
                  <a:pt x="0" y="310"/>
                </a:lnTo>
                <a:lnTo>
                  <a:pt x="8885" y="0"/>
                </a:lnTo>
                <a:lnTo>
                  <a:pt x="8980" y="2698"/>
                </a:lnTo>
                <a:cubicBezTo>
                  <a:pt x="8980" y="2712"/>
                  <a:pt x="8978" y="2726"/>
                  <a:pt x="8973" y="2739"/>
                </a:cubicBezTo>
                <a:cubicBezTo>
                  <a:pt x="8968" y="2752"/>
                  <a:pt x="8961" y="2764"/>
                  <a:pt x="8951" y="2774"/>
                </a:cubicBezTo>
                <a:cubicBezTo>
                  <a:pt x="8942" y="2784"/>
                  <a:pt x="8930" y="2793"/>
                  <a:pt x="8918" y="2798"/>
                </a:cubicBezTo>
                <a:cubicBezTo>
                  <a:pt x="8905" y="2804"/>
                  <a:pt x="8891" y="2807"/>
                  <a:pt x="8877" y="2808"/>
                </a:cubicBezTo>
                <a:lnTo>
                  <a:pt x="203" y="3111"/>
                </a:lnTo>
                <a:cubicBezTo>
                  <a:pt x="189" y="3111"/>
                  <a:pt x="176" y="3109"/>
                  <a:pt x="163" y="3104"/>
                </a:cubicBezTo>
                <a:cubicBezTo>
                  <a:pt x="150" y="3099"/>
                  <a:pt x="138" y="3092"/>
                  <a:pt x="128" y="3082"/>
                </a:cubicBezTo>
                <a:cubicBezTo>
                  <a:pt x="117" y="3073"/>
                  <a:pt x="109" y="3062"/>
                  <a:pt x="103" y="3049"/>
                </a:cubicBezTo>
                <a:cubicBezTo>
                  <a:pt x="98" y="3036"/>
                  <a:pt x="94" y="3023"/>
                  <a:pt x="94" y="3009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4480200" y="2391840"/>
            <a:ext cx="1622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nhờ tối ưu cấu trúc kịch bản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 rot="21480000">
            <a:off x="1930320" y="43200"/>
            <a:ext cx="1353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Giải mã khán giả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 rot="21480000">
            <a:off x="1940400" y="336960"/>
            <a:ext cx="2539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Đào sâu insight Target Audience để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236200" y="-1416240"/>
            <a:ext cx="3245040" cy="1471680"/>
          </a:xfrm>
          <a:custGeom>
            <a:avLst/>
            <a:gdLst/>
            <a:ahLst/>
            <a:rect l="0" t="0" r="r" b="b"/>
            <a:pathLst>
              <a:path w="9014" h="4088">
                <a:moveTo>
                  <a:pt x="128" y="4088"/>
                </a:moveTo>
                <a:lnTo>
                  <a:pt x="0" y="412"/>
                </a:lnTo>
                <a:cubicBezTo>
                  <a:pt x="0" y="398"/>
                  <a:pt x="2" y="384"/>
                  <a:pt x="7" y="371"/>
                </a:cubicBezTo>
                <a:cubicBezTo>
                  <a:pt x="12" y="358"/>
                  <a:pt x="19" y="346"/>
                  <a:pt x="28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5" y="306"/>
                  <a:pt x="88" y="303"/>
                  <a:pt x="102" y="303"/>
                </a:cubicBezTo>
                <a:lnTo>
                  <a:pt x="8776" y="0"/>
                </a:lnTo>
                <a:cubicBezTo>
                  <a:pt x="8790" y="-1"/>
                  <a:pt x="8804" y="1"/>
                  <a:pt x="8817" y="6"/>
                </a:cubicBezTo>
                <a:cubicBezTo>
                  <a:pt x="8830" y="11"/>
                  <a:pt x="8842" y="18"/>
                  <a:pt x="8852" y="28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4"/>
                  <a:pt x="8885" y="88"/>
                  <a:pt x="8886" y="102"/>
                </a:cubicBezTo>
                <a:lnTo>
                  <a:pt x="9014" y="3778"/>
                </a:lnTo>
                <a:lnTo>
                  <a:pt x="128" y="4088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240880" y="-55800"/>
            <a:ext cx="3232800" cy="1119960"/>
          </a:xfrm>
          <a:custGeom>
            <a:avLst/>
            <a:gdLst/>
            <a:ahLst/>
            <a:rect l="0" t="0" r="r" b="b"/>
            <a:pathLst>
              <a:path w="8980" h="3111">
                <a:moveTo>
                  <a:pt x="95" y="3009"/>
                </a:moveTo>
                <a:lnTo>
                  <a:pt x="0" y="310"/>
                </a:lnTo>
                <a:lnTo>
                  <a:pt x="8886" y="0"/>
                </a:lnTo>
                <a:lnTo>
                  <a:pt x="8980" y="2698"/>
                </a:lnTo>
                <a:cubicBezTo>
                  <a:pt x="8981" y="2712"/>
                  <a:pt x="8978" y="2726"/>
                  <a:pt x="8974" y="2739"/>
                </a:cubicBezTo>
                <a:cubicBezTo>
                  <a:pt x="8969" y="2752"/>
                  <a:pt x="8961" y="2764"/>
                  <a:pt x="8952" y="2774"/>
                </a:cubicBezTo>
                <a:cubicBezTo>
                  <a:pt x="8942" y="2784"/>
                  <a:pt x="8931" y="2793"/>
                  <a:pt x="8918" y="2798"/>
                </a:cubicBezTo>
                <a:cubicBezTo>
                  <a:pt x="8906" y="2804"/>
                  <a:pt x="8892" y="2807"/>
                  <a:pt x="8878" y="2808"/>
                </a:cubicBezTo>
                <a:lnTo>
                  <a:pt x="204" y="3111"/>
                </a:lnTo>
                <a:cubicBezTo>
                  <a:pt x="190" y="3111"/>
                  <a:pt x="176" y="3109"/>
                  <a:pt x="163" y="3104"/>
                </a:cubicBezTo>
                <a:cubicBezTo>
                  <a:pt x="150" y="3099"/>
                  <a:pt x="138" y="3092"/>
                  <a:pt x="128" y="3082"/>
                </a:cubicBezTo>
                <a:cubicBezTo>
                  <a:pt x="118" y="3073"/>
                  <a:pt x="110" y="3062"/>
                  <a:pt x="104" y="3049"/>
                </a:cubicBezTo>
                <a:cubicBezTo>
                  <a:pt x="98" y="3036"/>
                  <a:pt x="95" y="3023"/>
                  <a:pt x="95" y="3009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 rot="21480000">
            <a:off x="1949400" y="601920"/>
            <a:ext cx="1553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tìm "điểm chạm" mới.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 rot="21480000">
            <a:off x="5434920" y="31320"/>
            <a:ext cx="2019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Storytelling hóa kịch bản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 rot="21480000">
            <a:off x="5446080" y="345600"/>
            <a:ext cx="2049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Bắt trend nhưng giữ bản sắc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8741520" y="-1416240"/>
            <a:ext cx="3245040" cy="1471680"/>
          </a:xfrm>
          <a:custGeom>
            <a:avLst/>
            <a:gdLst/>
            <a:ahLst/>
            <a:rect l="0" t="0" r="r" b="b"/>
            <a:pathLst>
              <a:path w="9014" h="4088">
                <a:moveTo>
                  <a:pt x="128" y="4088"/>
                </a:moveTo>
                <a:lnTo>
                  <a:pt x="0" y="412"/>
                </a:lnTo>
                <a:cubicBezTo>
                  <a:pt x="-1" y="398"/>
                  <a:pt x="1" y="384"/>
                  <a:pt x="6" y="371"/>
                </a:cubicBezTo>
                <a:cubicBezTo>
                  <a:pt x="11" y="358"/>
                  <a:pt x="19" y="346"/>
                  <a:pt x="28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4" y="306"/>
                  <a:pt x="88" y="303"/>
                  <a:pt x="102" y="303"/>
                </a:cubicBezTo>
                <a:lnTo>
                  <a:pt x="8776" y="0"/>
                </a:lnTo>
                <a:cubicBezTo>
                  <a:pt x="8790" y="-1"/>
                  <a:pt x="8803" y="1"/>
                  <a:pt x="8817" y="6"/>
                </a:cubicBezTo>
                <a:cubicBezTo>
                  <a:pt x="8830" y="11"/>
                  <a:pt x="8841" y="18"/>
                  <a:pt x="8852" y="28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4"/>
                  <a:pt x="8885" y="88"/>
                  <a:pt x="8885" y="102"/>
                </a:cubicBezTo>
                <a:lnTo>
                  <a:pt x="9014" y="3778"/>
                </a:lnTo>
                <a:lnTo>
                  <a:pt x="128" y="4088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8746200" y="-55800"/>
            <a:ext cx="3232800" cy="1119960"/>
          </a:xfrm>
          <a:custGeom>
            <a:avLst/>
            <a:gdLst/>
            <a:ahLst/>
            <a:rect l="0" t="0" r="r" b="b"/>
            <a:pathLst>
              <a:path w="8980" h="3111">
                <a:moveTo>
                  <a:pt x="94" y="3009"/>
                </a:moveTo>
                <a:lnTo>
                  <a:pt x="0" y="310"/>
                </a:lnTo>
                <a:lnTo>
                  <a:pt x="8886" y="0"/>
                </a:lnTo>
                <a:lnTo>
                  <a:pt x="8980" y="2698"/>
                </a:lnTo>
                <a:cubicBezTo>
                  <a:pt x="8980" y="2712"/>
                  <a:pt x="8978" y="2726"/>
                  <a:pt x="8973" y="2739"/>
                </a:cubicBezTo>
                <a:cubicBezTo>
                  <a:pt x="8968" y="2752"/>
                  <a:pt x="8961" y="2764"/>
                  <a:pt x="8952" y="2774"/>
                </a:cubicBezTo>
                <a:cubicBezTo>
                  <a:pt x="8942" y="2784"/>
                  <a:pt x="8931" y="2793"/>
                  <a:pt x="8918" y="2798"/>
                </a:cubicBezTo>
                <a:cubicBezTo>
                  <a:pt x="8905" y="2804"/>
                  <a:pt x="8892" y="2807"/>
                  <a:pt x="8878" y="2808"/>
                </a:cubicBezTo>
                <a:lnTo>
                  <a:pt x="204" y="3111"/>
                </a:lnTo>
                <a:cubicBezTo>
                  <a:pt x="190" y="3111"/>
                  <a:pt x="176" y="3109"/>
                  <a:pt x="163" y="3104"/>
                </a:cubicBezTo>
                <a:cubicBezTo>
                  <a:pt x="150" y="3099"/>
                  <a:pt x="138" y="3092"/>
                  <a:pt x="128" y="3082"/>
                </a:cubicBezTo>
                <a:cubicBezTo>
                  <a:pt x="118" y="3073"/>
                  <a:pt x="110" y="3062"/>
                  <a:pt x="104" y="3049"/>
                </a:cubicBezTo>
                <a:cubicBezTo>
                  <a:pt x="98" y="3036"/>
                  <a:pt x="95" y="3023"/>
                  <a:pt x="94" y="3009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1590480" y="2647440"/>
            <a:ext cx="7410960" cy="5440320"/>
          </a:xfrm>
          <a:custGeom>
            <a:avLst/>
            <a:gdLst/>
            <a:ahLst/>
            <a:rect l="0" t="0" r="r" b="b"/>
            <a:pathLst>
              <a:path w="20586" h="15112">
                <a:moveTo>
                  <a:pt x="947" y="15012"/>
                </a:moveTo>
                <a:lnTo>
                  <a:pt x="0" y="1472"/>
                </a:lnTo>
                <a:cubicBezTo>
                  <a:pt x="-1" y="1458"/>
                  <a:pt x="1" y="1445"/>
                  <a:pt x="6" y="1431"/>
                </a:cubicBezTo>
                <a:cubicBezTo>
                  <a:pt x="10" y="1418"/>
                  <a:pt x="17" y="1406"/>
                  <a:pt x="26" y="1396"/>
                </a:cubicBezTo>
                <a:cubicBezTo>
                  <a:pt x="35" y="1385"/>
                  <a:pt x="46" y="1376"/>
                  <a:pt x="59" y="1370"/>
                </a:cubicBezTo>
                <a:cubicBezTo>
                  <a:pt x="71" y="1364"/>
                  <a:pt x="85" y="1360"/>
                  <a:pt x="99" y="1359"/>
                </a:cubicBezTo>
                <a:lnTo>
                  <a:pt x="19525" y="0"/>
                </a:lnTo>
                <a:cubicBezTo>
                  <a:pt x="19539" y="-1"/>
                  <a:pt x="19553" y="1"/>
                  <a:pt x="19566" y="5"/>
                </a:cubicBezTo>
                <a:cubicBezTo>
                  <a:pt x="19580" y="10"/>
                  <a:pt x="19592" y="16"/>
                  <a:pt x="19602" y="26"/>
                </a:cubicBezTo>
                <a:cubicBezTo>
                  <a:pt x="19613" y="35"/>
                  <a:pt x="19621" y="46"/>
                  <a:pt x="19628" y="58"/>
                </a:cubicBezTo>
                <a:cubicBezTo>
                  <a:pt x="19634" y="71"/>
                  <a:pt x="19637" y="84"/>
                  <a:pt x="19638" y="98"/>
                </a:cubicBezTo>
                <a:lnTo>
                  <a:pt x="20585" y="13639"/>
                </a:lnTo>
                <a:cubicBezTo>
                  <a:pt x="20586" y="13653"/>
                  <a:pt x="20585" y="13667"/>
                  <a:pt x="20580" y="13680"/>
                </a:cubicBezTo>
                <a:cubicBezTo>
                  <a:pt x="20576" y="13693"/>
                  <a:pt x="20569" y="13705"/>
                  <a:pt x="20560" y="13716"/>
                </a:cubicBezTo>
                <a:cubicBezTo>
                  <a:pt x="20550" y="13727"/>
                  <a:pt x="20539" y="13735"/>
                  <a:pt x="20527" y="13741"/>
                </a:cubicBezTo>
                <a:cubicBezTo>
                  <a:pt x="20514" y="13748"/>
                  <a:pt x="20501" y="13751"/>
                  <a:pt x="20487" y="13752"/>
                </a:cubicBezTo>
                <a:lnTo>
                  <a:pt x="1060" y="15111"/>
                </a:lnTo>
                <a:cubicBezTo>
                  <a:pt x="1046" y="15112"/>
                  <a:pt x="1033" y="15110"/>
                  <a:pt x="1019" y="15105"/>
                </a:cubicBezTo>
                <a:cubicBezTo>
                  <a:pt x="1006" y="15101"/>
                  <a:pt x="994" y="15094"/>
                  <a:pt x="983" y="15085"/>
                </a:cubicBezTo>
                <a:cubicBezTo>
                  <a:pt x="973" y="15076"/>
                  <a:pt x="964" y="15065"/>
                  <a:pt x="958" y="15052"/>
                </a:cubicBezTo>
                <a:cubicBezTo>
                  <a:pt x="952" y="15040"/>
                  <a:pt x="948" y="15026"/>
                  <a:pt x="947" y="150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85" name="" descr=""/>
          <p:cNvPicPr/>
          <p:nvPr/>
        </p:nvPicPr>
        <p:blipFill>
          <a:blip r:embed="rId8"/>
          <a:stretch/>
        </p:blipFill>
        <p:spPr>
          <a:xfrm rot="21360000">
            <a:off x="1857240" y="3000600"/>
            <a:ext cx="6857640" cy="4466880"/>
          </a:xfrm>
          <a:prstGeom prst="rect">
            <a:avLst/>
          </a:prstGeom>
          <a:ln w="0">
            <a:noFill/>
          </a:ln>
        </p:spPr>
      </p:pic>
      <p:sp>
        <p:nvSpPr>
          <p:cNvPr id="588" name=""/>
          <p:cNvSpPr/>
          <p:nvPr/>
        </p:nvSpPr>
        <p:spPr>
          <a:xfrm>
            <a:off x="1640160" y="8391960"/>
            <a:ext cx="7311240" cy="4904640"/>
          </a:xfrm>
          <a:custGeom>
            <a:avLst/>
            <a:gdLst/>
            <a:ahLst/>
            <a:rect l="0" t="0" r="r" b="b"/>
            <a:pathLst>
              <a:path w="20309" h="13624">
                <a:moveTo>
                  <a:pt x="0" y="12493"/>
                </a:moveTo>
                <a:lnTo>
                  <a:pt x="649" y="100"/>
                </a:lnTo>
                <a:cubicBezTo>
                  <a:pt x="650" y="86"/>
                  <a:pt x="653" y="73"/>
                  <a:pt x="659" y="60"/>
                </a:cubicBezTo>
                <a:cubicBezTo>
                  <a:pt x="665" y="48"/>
                  <a:pt x="673" y="36"/>
                  <a:pt x="684" y="27"/>
                </a:cubicBezTo>
                <a:cubicBezTo>
                  <a:pt x="694" y="18"/>
                  <a:pt x="706" y="11"/>
                  <a:pt x="719" y="6"/>
                </a:cubicBezTo>
                <a:cubicBezTo>
                  <a:pt x="733" y="1"/>
                  <a:pt x="746" y="-1"/>
                  <a:pt x="760" y="0"/>
                </a:cubicBezTo>
                <a:lnTo>
                  <a:pt x="20208" y="1019"/>
                </a:lnTo>
                <a:cubicBezTo>
                  <a:pt x="20222" y="1020"/>
                  <a:pt x="20235" y="1023"/>
                  <a:pt x="20248" y="1029"/>
                </a:cubicBezTo>
                <a:cubicBezTo>
                  <a:pt x="20261" y="1035"/>
                  <a:pt x="20272" y="1044"/>
                  <a:pt x="20281" y="1054"/>
                </a:cubicBezTo>
                <a:cubicBezTo>
                  <a:pt x="20290" y="1065"/>
                  <a:pt x="20297" y="1076"/>
                  <a:pt x="20302" y="1090"/>
                </a:cubicBezTo>
                <a:cubicBezTo>
                  <a:pt x="20307" y="1103"/>
                  <a:pt x="20309" y="1116"/>
                  <a:pt x="20308" y="1130"/>
                </a:cubicBezTo>
                <a:lnTo>
                  <a:pt x="19659" y="13523"/>
                </a:lnTo>
                <a:cubicBezTo>
                  <a:pt x="19658" y="13537"/>
                  <a:pt x="19655" y="13551"/>
                  <a:pt x="19648" y="13563"/>
                </a:cubicBezTo>
                <a:cubicBezTo>
                  <a:pt x="19642" y="13576"/>
                  <a:pt x="19634" y="13587"/>
                  <a:pt x="19624" y="13597"/>
                </a:cubicBezTo>
                <a:cubicBezTo>
                  <a:pt x="19613" y="13606"/>
                  <a:pt x="19601" y="13613"/>
                  <a:pt x="19588" y="13618"/>
                </a:cubicBezTo>
                <a:cubicBezTo>
                  <a:pt x="19575" y="13622"/>
                  <a:pt x="19561" y="13624"/>
                  <a:pt x="19547" y="13624"/>
                </a:cubicBezTo>
                <a:lnTo>
                  <a:pt x="100" y="12604"/>
                </a:lnTo>
                <a:cubicBezTo>
                  <a:pt x="86" y="12604"/>
                  <a:pt x="72" y="12600"/>
                  <a:pt x="60" y="12594"/>
                </a:cubicBezTo>
                <a:cubicBezTo>
                  <a:pt x="47" y="12588"/>
                  <a:pt x="36" y="12580"/>
                  <a:pt x="27" y="12570"/>
                </a:cubicBezTo>
                <a:cubicBezTo>
                  <a:pt x="17" y="12559"/>
                  <a:pt x="10" y="12547"/>
                  <a:pt x="6" y="12534"/>
                </a:cubicBezTo>
                <a:cubicBezTo>
                  <a:pt x="1" y="12521"/>
                  <a:pt x="-1" y="12507"/>
                  <a:pt x="0" y="124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89" name="" descr=""/>
          <p:cNvPicPr/>
          <p:nvPr/>
        </p:nvPicPr>
        <p:blipFill>
          <a:blip r:embed="rId10"/>
          <a:stretch/>
        </p:blipFill>
        <p:spPr>
          <a:xfrm rot="180000">
            <a:off x="1873800" y="8686800"/>
            <a:ext cx="6857640" cy="4047840"/>
          </a:xfrm>
          <a:prstGeom prst="rect">
            <a:avLst/>
          </a:prstGeom>
          <a:ln w="0">
            <a:noFill/>
          </a:ln>
        </p:spPr>
      </p:pic>
      <p:sp>
        <p:nvSpPr>
          <p:cNvPr id="590" name=""/>
          <p:cNvSpPr txBox="1"/>
          <p:nvPr/>
        </p:nvSpPr>
        <p:spPr>
          <a:xfrm rot="21480000">
            <a:off x="5455080" y="612720"/>
            <a:ext cx="927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thương hiệu.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0" y="0"/>
            <a:ext cx="13716000" cy="5696280"/>
          </a:xfrm>
          <a:custGeom>
            <a:avLst/>
            <a:gdLst/>
            <a:ahLst/>
            <a:rect l="0" t="0" r="r" b="b"/>
            <a:pathLst>
              <a:path w="38100" h="15823">
                <a:moveTo>
                  <a:pt x="0" y="0"/>
                </a:moveTo>
                <a:lnTo>
                  <a:pt x="38100" y="0"/>
                </a:lnTo>
                <a:lnTo>
                  <a:pt x="38100" y="15823"/>
                </a:lnTo>
                <a:lnTo>
                  <a:pt x="0" y="1582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640160" y="-180720"/>
            <a:ext cx="7311240" cy="4904640"/>
          </a:xfrm>
          <a:custGeom>
            <a:avLst/>
            <a:gdLst/>
            <a:ahLst/>
            <a:rect l="0" t="0" r="r" b="b"/>
            <a:pathLst>
              <a:path w="20309" h="13624">
                <a:moveTo>
                  <a:pt x="0" y="12493"/>
                </a:moveTo>
                <a:lnTo>
                  <a:pt x="649" y="100"/>
                </a:lnTo>
                <a:cubicBezTo>
                  <a:pt x="650" y="86"/>
                  <a:pt x="653" y="72"/>
                  <a:pt x="659" y="60"/>
                </a:cubicBezTo>
                <a:cubicBezTo>
                  <a:pt x="665" y="47"/>
                  <a:pt x="673" y="36"/>
                  <a:pt x="684" y="27"/>
                </a:cubicBezTo>
                <a:cubicBezTo>
                  <a:pt x="694" y="17"/>
                  <a:pt x="706" y="10"/>
                  <a:pt x="719" y="5"/>
                </a:cubicBezTo>
                <a:cubicBezTo>
                  <a:pt x="733" y="1"/>
                  <a:pt x="746" y="-1"/>
                  <a:pt x="760" y="0"/>
                </a:cubicBezTo>
                <a:lnTo>
                  <a:pt x="20208" y="1019"/>
                </a:lnTo>
                <a:cubicBezTo>
                  <a:pt x="20222" y="1019"/>
                  <a:pt x="20235" y="1023"/>
                  <a:pt x="20248" y="1029"/>
                </a:cubicBezTo>
                <a:cubicBezTo>
                  <a:pt x="20261" y="1035"/>
                  <a:pt x="20272" y="1043"/>
                  <a:pt x="20281" y="1054"/>
                </a:cubicBezTo>
                <a:cubicBezTo>
                  <a:pt x="20290" y="1064"/>
                  <a:pt x="20297" y="1076"/>
                  <a:pt x="20302" y="1089"/>
                </a:cubicBezTo>
                <a:cubicBezTo>
                  <a:pt x="20307" y="1102"/>
                  <a:pt x="20309" y="1116"/>
                  <a:pt x="20308" y="1130"/>
                </a:cubicBezTo>
                <a:lnTo>
                  <a:pt x="19659" y="13523"/>
                </a:lnTo>
                <a:cubicBezTo>
                  <a:pt x="19658" y="13537"/>
                  <a:pt x="19655" y="13550"/>
                  <a:pt x="19648" y="13563"/>
                </a:cubicBezTo>
                <a:cubicBezTo>
                  <a:pt x="19642" y="13576"/>
                  <a:pt x="19634" y="13587"/>
                  <a:pt x="19624" y="13596"/>
                </a:cubicBezTo>
                <a:cubicBezTo>
                  <a:pt x="19613" y="13605"/>
                  <a:pt x="19601" y="13612"/>
                  <a:pt x="19588" y="13617"/>
                </a:cubicBezTo>
                <a:cubicBezTo>
                  <a:pt x="19575" y="13622"/>
                  <a:pt x="19561" y="13624"/>
                  <a:pt x="19547" y="13623"/>
                </a:cubicBezTo>
                <a:lnTo>
                  <a:pt x="100" y="12604"/>
                </a:lnTo>
                <a:cubicBezTo>
                  <a:pt x="86" y="12603"/>
                  <a:pt x="72" y="12600"/>
                  <a:pt x="60" y="12594"/>
                </a:cubicBezTo>
                <a:cubicBezTo>
                  <a:pt x="47" y="12588"/>
                  <a:pt x="36" y="12579"/>
                  <a:pt x="27" y="12569"/>
                </a:cubicBezTo>
                <a:cubicBezTo>
                  <a:pt x="17" y="12559"/>
                  <a:pt x="10" y="12547"/>
                  <a:pt x="6" y="12534"/>
                </a:cubicBezTo>
                <a:cubicBezTo>
                  <a:pt x="1" y="12520"/>
                  <a:pt x="-1" y="12507"/>
                  <a:pt x="0" y="124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97" name="" descr=""/>
          <p:cNvPicPr/>
          <p:nvPr/>
        </p:nvPicPr>
        <p:blipFill>
          <a:blip r:embed="rId2"/>
          <a:stretch/>
        </p:blipFill>
        <p:spPr>
          <a:xfrm rot="180000">
            <a:off x="1873800" y="114120"/>
            <a:ext cx="6857640" cy="4047840"/>
          </a:xfrm>
          <a:prstGeom prst="rect">
            <a:avLst/>
          </a:prstGeom>
          <a:ln w="0">
            <a:noFill/>
          </a:ln>
        </p:spPr>
      </p:pic>
      <p:sp>
        <p:nvSpPr>
          <p:cNvPr id="600" name=""/>
          <p:cNvSpPr/>
          <p:nvPr/>
        </p:nvSpPr>
        <p:spPr>
          <a:xfrm>
            <a:off x="1748880" y="4824000"/>
            <a:ext cx="1007640" cy="286560"/>
          </a:xfrm>
          <a:custGeom>
            <a:avLst/>
            <a:gdLst/>
            <a:ahLst/>
            <a:rect l="0" t="0" r="r" b="b"/>
            <a:pathLst>
              <a:path w="2799" h="796">
                <a:moveTo>
                  <a:pt x="0" y="550"/>
                </a:moveTo>
                <a:lnTo>
                  <a:pt x="23" y="100"/>
                </a:lnTo>
                <a:cubicBezTo>
                  <a:pt x="24" y="86"/>
                  <a:pt x="27" y="73"/>
                  <a:pt x="34" y="60"/>
                </a:cubicBezTo>
                <a:cubicBezTo>
                  <a:pt x="40" y="47"/>
                  <a:pt x="48" y="36"/>
                  <a:pt x="58" y="27"/>
                </a:cubicBezTo>
                <a:cubicBezTo>
                  <a:pt x="69" y="17"/>
                  <a:pt x="81" y="10"/>
                  <a:pt x="94" y="6"/>
                </a:cubicBezTo>
                <a:cubicBezTo>
                  <a:pt x="107" y="1"/>
                  <a:pt x="121" y="-1"/>
                  <a:pt x="135" y="0"/>
                </a:cubicBezTo>
                <a:lnTo>
                  <a:pt x="2699" y="134"/>
                </a:lnTo>
                <a:cubicBezTo>
                  <a:pt x="2713" y="135"/>
                  <a:pt x="2726" y="138"/>
                  <a:pt x="2739" y="144"/>
                </a:cubicBezTo>
                <a:cubicBezTo>
                  <a:pt x="2751" y="150"/>
                  <a:pt x="2762" y="159"/>
                  <a:pt x="2772" y="169"/>
                </a:cubicBezTo>
                <a:cubicBezTo>
                  <a:pt x="2781" y="179"/>
                  <a:pt x="2788" y="191"/>
                  <a:pt x="2793" y="204"/>
                </a:cubicBezTo>
                <a:cubicBezTo>
                  <a:pt x="2797" y="218"/>
                  <a:pt x="2799" y="231"/>
                  <a:pt x="2799" y="245"/>
                </a:cubicBezTo>
                <a:lnTo>
                  <a:pt x="2775" y="696"/>
                </a:lnTo>
                <a:cubicBezTo>
                  <a:pt x="2774" y="710"/>
                  <a:pt x="2771" y="723"/>
                  <a:pt x="2765" y="736"/>
                </a:cubicBezTo>
                <a:cubicBezTo>
                  <a:pt x="2759" y="748"/>
                  <a:pt x="2751" y="759"/>
                  <a:pt x="2740" y="769"/>
                </a:cubicBezTo>
                <a:cubicBezTo>
                  <a:pt x="2730" y="778"/>
                  <a:pt x="2718" y="785"/>
                  <a:pt x="2705" y="790"/>
                </a:cubicBezTo>
                <a:cubicBezTo>
                  <a:pt x="2692" y="794"/>
                  <a:pt x="2678" y="796"/>
                  <a:pt x="2664" y="796"/>
                </a:cubicBezTo>
                <a:lnTo>
                  <a:pt x="100" y="661"/>
                </a:lnTo>
                <a:cubicBezTo>
                  <a:pt x="86" y="661"/>
                  <a:pt x="73" y="657"/>
                  <a:pt x="60" y="651"/>
                </a:cubicBezTo>
                <a:cubicBezTo>
                  <a:pt x="47" y="645"/>
                  <a:pt x="36" y="637"/>
                  <a:pt x="27" y="626"/>
                </a:cubicBezTo>
                <a:cubicBezTo>
                  <a:pt x="17" y="616"/>
                  <a:pt x="10" y="604"/>
                  <a:pt x="6" y="591"/>
                </a:cubicBezTo>
                <a:cubicBezTo>
                  <a:pt x="1" y="578"/>
                  <a:pt x="-1" y="564"/>
                  <a:pt x="0" y="550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2871000" y="4877640"/>
            <a:ext cx="3777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Số liệu và ảnh chụp màn hình chờ xác nhận của chủ sở hữu kênh.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 rot="180000">
            <a:off x="1848240" y="486936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0"/>
            <a:ext cx="13716000" cy="343080"/>
          </a:xfrm>
          <a:custGeom>
            <a:avLst/>
            <a:gdLst/>
            <a:ahLst/>
            <a:rect l="0" t="0" r="r" b="b"/>
            <a:pathLst>
              <a:path w="38100" h="953">
                <a:moveTo>
                  <a:pt x="0" y="0"/>
                </a:moveTo>
                <a:lnTo>
                  <a:pt x="38100" y="0"/>
                </a:lnTo>
                <a:lnTo>
                  <a:pt x="38100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34200"/>
            <a:ext cx="11811240" cy="308880"/>
          </a:xfrm>
          <a:custGeom>
            <a:avLst/>
            <a:gdLst/>
            <a:ahLst/>
            <a:rect l="0" t="0" r="r" b="b"/>
            <a:pathLst>
              <a:path w="32809" h="858">
                <a:moveTo>
                  <a:pt x="0" y="858"/>
                </a:moveTo>
                <a:lnTo>
                  <a:pt x="0" y="238"/>
                </a:lnTo>
                <a:lnTo>
                  <a:pt x="1587" y="382"/>
                </a:lnTo>
                <a:lnTo>
                  <a:pt x="3016" y="95"/>
                </a:lnTo>
                <a:lnTo>
                  <a:pt x="4656" y="333"/>
                </a:lnTo>
                <a:lnTo>
                  <a:pt x="6191" y="0"/>
                </a:lnTo>
                <a:lnTo>
                  <a:pt x="7937" y="285"/>
                </a:lnTo>
                <a:lnTo>
                  <a:pt x="9366" y="95"/>
                </a:lnTo>
                <a:lnTo>
                  <a:pt x="10953" y="429"/>
                </a:lnTo>
                <a:lnTo>
                  <a:pt x="12435" y="47"/>
                </a:lnTo>
                <a:lnTo>
                  <a:pt x="14128" y="285"/>
                </a:lnTo>
                <a:lnTo>
                  <a:pt x="15663" y="143"/>
                </a:lnTo>
                <a:lnTo>
                  <a:pt x="17304" y="429"/>
                </a:lnTo>
                <a:lnTo>
                  <a:pt x="18733" y="95"/>
                </a:lnTo>
                <a:lnTo>
                  <a:pt x="20320" y="285"/>
                </a:lnTo>
                <a:lnTo>
                  <a:pt x="21802" y="47"/>
                </a:lnTo>
                <a:lnTo>
                  <a:pt x="23495" y="382"/>
                </a:lnTo>
                <a:lnTo>
                  <a:pt x="25030" y="190"/>
                </a:lnTo>
                <a:lnTo>
                  <a:pt x="26670" y="333"/>
                </a:lnTo>
                <a:lnTo>
                  <a:pt x="28099" y="47"/>
                </a:lnTo>
                <a:lnTo>
                  <a:pt x="29687" y="285"/>
                </a:lnTo>
                <a:lnTo>
                  <a:pt x="31168" y="143"/>
                </a:lnTo>
                <a:lnTo>
                  <a:pt x="32809" y="429"/>
                </a:lnTo>
                <a:lnTo>
                  <a:pt x="32809" y="858"/>
                </a:lnTo>
                <a:lnTo>
                  <a:pt x="0" y="858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752480" y="2081160"/>
            <a:ext cx="5141160" cy="103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CONTENT SEO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1752480" y="3705120"/>
            <a:ext cx="2324520" cy="28800"/>
          </a:xfrm>
          <a:custGeom>
            <a:avLst/>
            <a:gdLst/>
            <a:ahLst/>
            <a:rect l="0" t="0" r="r" b="b"/>
            <a:pathLst>
              <a:path w="6457" h="80">
                <a:moveTo>
                  <a:pt x="0" y="0"/>
                </a:moveTo>
                <a:lnTo>
                  <a:pt x="6457" y="0"/>
                </a:lnTo>
                <a:lnTo>
                  <a:pt x="6457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1752480" y="3161160"/>
            <a:ext cx="4315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Viết cho người đọc trước, cho công cụ tìm kiếm ngay sau đó.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1752480" y="3870360"/>
            <a:ext cx="2613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752480" y="4227480"/>
            <a:ext cx="2132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Từ khóa &amp; ý định tìm kiếm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1752480" y="4494960"/>
            <a:ext cx="2193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Phân nhóm từ khóa theo hành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1752480" y="4752000"/>
            <a:ext cx="2274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trình khách hàng, ưu tiên nhóm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4381200" y="3705120"/>
            <a:ext cx="2324520" cy="28800"/>
          </a:xfrm>
          <a:custGeom>
            <a:avLst/>
            <a:gdLst/>
            <a:ahLst/>
            <a:rect l="0" t="0" r="r" b="b"/>
            <a:pathLst>
              <a:path w="6457" h="80">
                <a:moveTo>
                  <a:pt x="0" y="0"/>
                </a:moveTo>
                <a:lnTo>
                  <a:pt x="6457" y="0"/>
                </a:lnTo>
                <a:lnTo>
                  <a:pt x="6457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1752480" y="4999680"/>
            <a:ext cx="2079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có ý định chuyển đổi rõ ràng.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4381560" y="3870360"/>
            <a:ext cx="2613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4381560" y="4227480"/>
            <a:ext cx="973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Cấu trúc bài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381560" y="4494960"/>
            <a:ext cx="1867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Dàn ý theo H1-H2-H3, mỗi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381560" y="4752000"/>
            <a:ext cx="2053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phần trả lời trọn một câu hỏi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7010280" y="3705120"/>
            <a:ext cx="2324520" cy="28800"/>
          </a:xfrm>
          <a:custGeom>
            <a:avLst/>
            <a:gdLst/>
            <a:ahLst/>
            <a:rect l="0" t="0" r="r" b="b"/>
            <a:pathLst>
              <a:path w="6457" h="80">
                <a:moveTo>
                  <a:pt x="0" y="0"/>
                </a:moveTo>
                <a:lnTo>
                  <a:pt x="6457" y="0"/>
                </a:lnTo>
                <a:lnTo>
                  <a:pt x="6457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4381560" y="4999680"/>
            <a:ext cx="1056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của người đọc.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7010280" y="3870360"/>
            <a:ext cx="2613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7010280" y="4227480"/>
            <a:ext cx="12106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Tối ưu on-page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7010280" y="4494960"/>
            <a:ext cx="2169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Tiêu đề, meta description, ảnh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7010280" y="4752000"/>
            <a:ext cx="2108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có alt, liên kết nội bộ giữa các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9639000" y="3705120"/>
            <a:ext cx="2324520" cy="28800"/>
          </a:xfrm>
          <a:custGeom>
            <a:avLst/>
            <a:gdLst/>
            <a:ahLst/>
            <a:rect l="0" t="0" r="r" b="b"/>
            <a:pathLst>
              <a:path w="6457" h="80">
                <a:moveTo>
                  <a:pt x="0" y="0"/>
                </a:moveTo>
                <a:lnTo>
                  <a:pt x="6457" y="0"/>
                </a:lnTo>
                <a:lnTo>
                  <a:pt x="6457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7010280" y="4999680"/>
            <a:ext cx="1174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bài cùng chủ đề.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9639360" y="3870360"/>
            <a:ext cx="2613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9639360" y="4227480"/>
            <a:ext cx="1661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Đo lường &amp; cập nhật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9639360" y="4494960"/>
            <a:ext cx="2196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Theo dõi thứ hạng và thời gian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9639360" y="4752000"/>
            <a:ext cx="1997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đọc, cập nhật lại bài cũ theo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9639360" y="4999680"/>
            <a:ext cx="535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dữ liệu.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1749960" y="1835640"/>
            <a:ext cx="1329120" cy="281880"/>
          </a:xfrm>
          <a:custGeom>
            <a:avLst/>
            <a:gdLst/>
            <a:ahLst/>
            <a:rect l="0" t="0" r="r" b="b"/>
            <a:pathLst>
              <a:path w="3692" h="783">
                <a:moveTo>
                  <a:pt x="16" y="680"/>
                </a:moveTo>
                <a:lnTo>
                  <a:pt x="0" y="230"/>
                </a:lnTo>
                <a:cubicBezTo>
                  <a:pt x="0" y="216"/>
                  <a:pt x="2" y="203"/>
                  <a:pt x="7" y="189"/>
                </a:cubicBezTo>
                <a:cubicBezTo>
                  <a:pt x="12" y="176"/>
                  <a:pt x="19" y="165"/>
                  <a:pt x="29" y="154"/>
                </a:cubicBezTo>
                <a:cubicBezTo>
                  <a:pt x="38" y="144"/>
                  <a:pt x="49" y="136"/>
                  <a:pt x="62" y="130"/>
                </a:cubicBezTo>
                <a:cubicBezTo>
                  <a:pt x="75" y="124"/>
                  <a:pt x="88" y="121"/>
                  <a:pt x="102" y="121"/>
                </a:cubicBezTo>
                <a:lnTo>
                  <a:pt x="3567" y="0"/>
                </a:lnTo>
                <a:cubicBezTo>
                  <a:pt x="3581" y="-1"/>
                  <a:pt x="3595" y="1"/>
                  <a:pt x="3608" y="6"/>
                </a:cubicBezTo>
                <a:cubicBezTo>
                  <a:pt x="3621" y="11"/>
                  <a:pt x="3633" y="19"/>
                  <a:pt x="3643" y="28"/>
                </a:cubicBezTo>
                <a:cubicBezTo>
                  <a:pt x="3653" y="38"/>
                  <a:pt x="3661" y="49"/>
                  <a:pt x="3667" y="62"/>
                </a:cubicBezTo>
                <a:cubicBezTo>
                  <a:pt x="3673" y="74"/>
                  <a:pt x="3676" y="88"/>
                  <a:pt x="3677" y="102"/>
                </a:cubicBezTo>
                <a:lnTo>
                  <a:pt x="3692" y="551"/>
                </a:lnTo>
                <a:cubicBezTo>
                  <a:pt x="3693" y="565"/>
                  <a:pt x="3691" y="579"/>
                  <a:pt x="3686" y="592"/>
                </a:cubicBezTo>
                <a:cubicBezTo>
                  <a:pt x="3681" y="605"/>
                  <a:pt x="3674" y="617"/>
                  <a:pt x="3664" y="627"/>
                </a:cubicBezTo>
                <a:cubicBezTo>
                  <a:pt x="3654" y="637"/>
                  <a:pt x="3643" y="645"/>
                  <a:pt x="3630" y="651"/>
                </a:cubicBezTo>
                <a:cubicBezTo>
                  <a:pt x="3618" y="657"/>
                  <a:pt x="3604" y="660"/>
                  <a:pt x="3590" y="661"/>
                </a:cubicBezTo>
                <a:lnTo>
                  <a:pt x="125" y="783"/>
                </a:lnTo>
                <a:cubicBezTo>
                  <a:pt x="111" y="783"/>
                  <a:pt x="98" y="781"/>
                  <a:pt x="85" y="776"/>
                </a:cubicBezTo>
                <a:cubicBezTo>
                  <a:pt x="71" y="771"/>
                  <a:pt x="60" y="763"/>
                  <a:pt x="49" y="753"/>
                </a:cubicBezTo>
                <a:cubicBezTo>
                  <a:pt x="39" y="744"/>
                  <a:pt x="31" y="733"/>
                  <a:pt x="25" y="720"/>
                </a:cubicBezTo>
                <a:cubicBezTo>
                  <a:pt x="20" y="707"/>
                  <a:pt x="16" y="694"/>
                  <a:pt x="16" y="680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752480" y="6715800"/>
            <a:ext cx="26128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CHECKLIST ON-PAGE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752480" y="7353000"/>
            <a:ext cx="3324600" cy="734040"/>
          </a:xfrm>
          <a:custGeom>
            <a:avLst/>
            <a:gdLst/>
            <a:ahLst/>
            <a:rect l="0" t="0" r="r" b="b"/>
            <a:pathLst>
              <a:path w="9235" h="2039">
                <a:moveTo>
                  <a:pt x="0" y="1933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9129" y="0"/>
                </a:lnTo>
                <a:cubicBezTo>
                  <a:pt x="9143" y="0"/>
                  <a:pt x="9156" y="3"/>
                  <a:pt x="9169" y="8"/>
                </a:cubicBezTo>
                <a:cubicBezTo>
                  <a:pt x="9182" y="14"/>
                  <a:pt x="9194" y="21"/>
                  <a:pt x="9204" y="31"/>
                </a:cubicBezTo>
                <a:cubicBezTo>
                  <a:pt x="9214" y="41"/>
                  <a:pt x="9221" y="53"/>
                  <a:pt x="9227" y="66"/>
                </a:cubicBezTo>
                <a:cubicBezTo>
                  <a:pt x="9232" y="79"/>
                  <a:pt x="9235" y="92"/>
                  <a:pt x="9235" y="106"/>
                </a:cubicBezTo>
                <a:lnTo>
                  <a:pt x="9235" y="1933"/>
                </a:lnTo>
                <a:cubicBezTo>
                  <a:pt x="9235" y="1947"/>
                  <a:pt x="9232" y="1960"/>
                  <a:pt x="9227" y="1973"/>
                </a:cubicBezTo>
                <a:cubicBezTo>
                  <a:pt x="9221" y="1986"/>
                  <a:pt x="9214" y="1998"/>
                  <a:pt x="9204" y="2008"/>
                </a:cubicBezTo>
                <a:cubicBezTo>
                  <a:pt x="9194" y="2018"/>
                  <a:pt x="9182" y="2025"/>
                  <a:pt x="9169" y="2031"/>
                </a:cubicBezTo>
                <a:cubicBezTo>
                  <a:pt x="9156" y="2036"/>
                  <a:pt x="9143" y="2039"/>
                  <a:pt x="9129" y="2039"/>
                </a:cubicBezTo>
                <a:lnTo>
                  <a:pt x="106" y="2039"/>
                </a:lnTo>
                <a:cubicBezTo>
                  <a:pt x="92" y="2039"/>
                  <a:pt x="78" y="2036"/>
                  <a:pt x="65" y="2031"/>
                </a:cubicBezTo>
                <a:cubicBezTo>
                  <a:pt x="52" y="2025"/>
                  <a:pt x="41" y="2018"/>
                  <a:pt x="31" y="2008"/>
                </a:cubicBezTo>
                <a:cubicBezTo>
                  <a:pt x="21" y="1998"/>
                  <a:pt x="13" y="1986"/>
                  <a:pt x="8" y="1973"/>
                </a:cubicBezTo>
                <a:cubicBezTo>
                  <a:pt x="3" y="1960"/>
                  <a:pt x="0" y="1947"/>
                  <a:pt x="0" y="193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 rot="21480000">
            <a:off x="1847160" y="1875960"/>
            <a:ext cx="1164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04 / CONTENT SEO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2118240" y="7485480"/>
            <a:ext cx="2568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Tiêu đề chứa từ khóa chính, dưới 60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2118240" y="7733160"/>
            <a:ext cx="355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ký tự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5190840" y="7353000"/>
            <a:ext cx="3334320" cy="734040"/>
          </a:xfrm>
          <a:custGeom>
            <a:avLst/>
            <a:gdLst/>
            <a:ahLst/>
            <a:rect l="0" t="0" r="r" b="b"/>
            <a:pathLst>
              <a:path w="9262" h="2039">
                <a:moveTo>
                  <a:pt x="0" y="1933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9156" y="0"/>
                </a:lnTo>
                <a:cubicBezTo>
                  <a:pt x="9170" y="0"/>
                  <a:pt x="9183" y="3"/>
                  <a:pt x="9196" y="8"/>
                </a:cubicBezTo>
                <a:cubicBezTo>
                  <a:pt x="9209" y="14"/>
                  <a:pt x="9221" y="21"/>
                  <a:pt x="9231" y="31"/>
                </a:cubicBezTo>
                <a:cubicBezTo>
                  <a:pt x="9241" y="41"/>
                  <a:pt x="9248" y="53"/>
                  <a:pt x="9254" y="66"/>
                </a:cubicBezTo>
                <a:cubicBezTo>
                  <a:pt x="9259" y="79"/>
                  <a:pt x="9262" y="92"/>
                  <a:pt x="9262" y="106"/>
                </a:cubicBezTo>
                <a:lnTo>
                  <a:pt x="9262" y="1933"/>
                </a:lnTo>
                <a:cubicBezTo>
                  <a:pt x="9262" y="1947"/>
                  <a:pt x="9259" y="1960"/>
                  <a:pt x="9254" y="1973"/>
                </a:cubicBezTo>
                <a:cubicBezTo>
                  <a:pt x="9248" y="1986"/>
                  <a:pt x="9241" y="1998"/>
                  <a:pt x="9231" y="2008"/>
                </a:cubicBezTo>
                <a:cubicBezTo>
                  <a:pt x="9221" y="2018"/>
                  <a:pt x="9209" y="2025"/>
                  <a:pt x="9196" y="2031"/>
                </a:cubicBezTo>
                <a:cubicBezTo>
                  <a:pt x="9183" y="2036"/>
                  <a:pt x="9170" y="2039"/>
                  <a:pt x="9156" y="2039"/>
                </a:cubicBezTo>
                <a:lnTo>
                  <a:pt x="106" y="2039"/>
                </a:lnTo>
                <a:cubicBezTo>
                  <a:pt x="92" y="2039"/>
                  <a:pt x="79" y="2036"/>
                  <a:pt x="66" y="2031"/>
                </a:cubicBezTo>
                <a:cubicBezTo>
                  <a:pt x="53" y="2025"/>
                  <a:pt x="41" y="2018"/>
                  <a:pt x="31" y="2008"/>
                </a:cubicBezTo>
                <a:cubicBezTo>
                  <a:pt x="21" y="1998"/>
                  <a:pt x="14" y="1986"/>
                  <a:pt x="8" y="1973"/>
                </a:cubicBezTo>
                <a:cubicBezTo>
                  <a:pt x="3" y="1960"/>
                  <a:pt x="0" y="1947"/>
                  <a:pt x="0" y="193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905120" y="74977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DejaVuSans"/>
                <a:ea typeface="DejaVuSan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5559840" y="7485480"/>
            <a:ext cx="2595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Meta description có lời hứa giá trị rõ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5559840" y="7733160"/>
            <a:ext cx="335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ràng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8638920" y="7353000"/>
            <a:ext cx="3324600" cy="734040"/>
          </a:xfrm>
          <a:custGeom>
            <a:avLst/>
            <a:gdLst/>
            <a:ahLst/>
            <a:rect l="0" t="0" r="r" b="b"/>
            <a:pathLst>
              <a:path w="9235" h="2039">
                <a:moveTo>
                  <a:pt x="0" y="1933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9129" y="0"/>
                </a:lnTo>
                <a:cubicBezTo>
                  <a:pt x="9143" y="0"/>
                  <a:pt x="9157" y="3"/>
                  <a:pt x="9170" y="8"/>
                </a:cubicBezTo>
                <a:cubicBezTo>
                  <a:pt x="9183" y="14"/>
                  <a:pt x="9194" y="21"/>
                  <a:pt x="9204" y="31"/>
                </a:cubicBezTo>
                <a:cubicBezTo>
                  <a:pt x="9214" y="41"/>
                  <a:pt x="9222" y="53"/>
                  <a:pt x="9227" y="66"/>
                </a:cubicBezTo>
                <a:cubicBezTo>
                  <a:pt x="9232" y="79"/>
                  <a:pt x="9235" y="92"/>
                  <a:pt x="9235" y="106"/>
                </a:cubicBezTo>
                <a:lnTo>
                  <a:pt x="9235" y="1933"/>
                </a:lnTo>
                <a:cubicBezTo>
                  <a:pt x="9235" y="1947"/>
                  <a:pt x="9232" y="1960"/>
                  <a:pt x="9227" y="1973"/>
                </a:cubicBezTo>
                <a:cubicBezTo>
                  <a:pt x="9222" y="1986"/>
                  <a:pt x="9214" y="1998"/>
                  <a:pt x="9204" y="2008"/>
                </a:cubicBezTo>
                <a:cubicBezTo>
                  <a:pt x="9194" y="2018"/>
                  <a:pt x="9183" y="2025"/>
                  <a:pt x="9170" y="2031"/>
                </a:cubicBezTo>
                <a:cubicBezTo>
                  <a:pt x="9157" y="2036"/>
                  <a:pt x="9143" y="2039"/>
                  <a:pt x="9129" y="2039"/>
                </a:cubicBezTo>
                <a:lnTo>
                  <a:pt x="106" y="2039"/>
                </a:lnTo>
                <a:cubicBezTo>
                  <a:pt x="92" y="2039"/>
                  <a:pt x="79" y="2036"/>
                  <a:pt x="66" y="2031"/>
                </a:cubicBezTo>
                <a:cubicBezTo>
                  <a:pt x="53" y="2025"/>
                  <a:pt x="41" y="2018"/>
                  <a:pt x="31" y="2008"/>
                </a:cubicBezTo>
                <a:cubicBezTo>
                  <a:pt x="21" y="1998"/>
                  <a:pt x="14" y="1986"/>
                  <a:pt x="8" y="1973"/>
                </a:cubicBezTo>
                <a:cubicBezTo>
                  <a:pt x="3" y="1960"/>
                  <a:pt x="0" y="1947"/>
                  <a:pt x="0" y="193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5346720" y="74977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DejaVuSans"/>
                <a:ea typeface="DejaVuSan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9001440" y="7485480"/>
            <a:ext cx="2518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Một H1 duy nhất, H2/H3 theo đúng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9001440" y="7733160"/>
            <a:ext cx="543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thứ bậc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8788320" y="74977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DejaVuSans"/>
                <a:ea typeface="DejaVuSan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5343480" y="2268000"/>
            <a:ext cx="732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Ví dụ thực tế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5343480" y="2505600"/>
            <a:ext cx="55983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GIẢI PHÓNG HR KHỎI "NÚI" CV: TỐI ƯU QUY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5343480" y="2791440"/>
            <a:ext cx="54583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TRÌNH TUYỂN DỤNG VỚI SMARTRECRUIT AI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5343480" y="3237480"/>
            <a:ext cx="6166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Bài viết chuẩn SEO cho sản phẩm B2B: tiêu đề đánh trúng nỗi đau, cấu trúc dẫn từ vấn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5343480" y="3485160"/>
            <a:ext cx="1238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đề đến giải pháp.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752480" y="0"/>
            <a:ext cx="3324600" cy="733680"/>
          </a:xfrm>
          <a:custGeom>
            <a:avLst/>
            <a:gdLst/>
            <a:ahLst/>
            <a:rect l="0" t="0" r="r" b="b"/>
            <a:pathLst>
              <a:path w="9235" h="2038">
                <a:moveTo>
                  <a:pt x="0" y="1932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0"/>
                  <a:pt x="31" y="30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9129" y="0"/>
                </a:lnTo>
                <a:cubicBezTo>
                  <a:pt x="9143" y="0"/>
                  <a:pt x="9156" y="2"/>
                  <a:pt x="9169" y="8"/>
                </a:cubicBezTo>
                <a:cubicBezTo>
                  <a:pt x="9182" y="13"/>
                  <a:pt x="9194" y="21"/>
                  <a:pt x="9204" y="30"/>
                </a:cubicBezTo>
                <a:cubicBezTo>
                  <a:pt x="9214" y="40"/>
                  <a:pt x="9221" y="52"/>
                  <a:pt x="9227" y="65"/>
                </a:cubicBezTo>
                <a:cubicBezTo>
                  <a:pt x="9232" y="78"/>
                  <a:pt x="9235" y="91"/>
                  <a:pt x="9235" y="105"/>
                </a:cubicBezTo>
                <a:lnTo>
                  <a:pt x="9235" y="1932"/>
                </a:lnTo>
                <a:cubicBezTo>
                  <a:pt x="9235" y="1946"/>
                  <a:pt x="9232" y="1959"/>
                  <a:pt x="9227" y="1972"/>
                </a:cubicBezTo>
                <a:cubicBezTo>
                  <a:pt x="9221" y="1985"/>
                  <a:pt x="9214" y="1997"/>
                  <a:pt x="9204" y="2007"/>
                </a:cubicBezTo>
                <a:cubicBezTo>
                  <a:pt x="9194" y="2017"/>
                  <a:pt x="9182" y="2024"/>
                  <a:pt x="9169" y="2030"/>
                </a:cubicBezTo>
                <a:cubicBezTo>
                  <a:pt x="9156" y="2035"/>
                  <a:pt x="9143" y="2038"/>
                  <a:pt x="9129" y="2038"/>
                </a:cubicBezTo>
                <a:lnTo>
                  <a:pt x="106" y="2038"/>
                </a:lnTo>
                <a:cubicBezTo>
                  <a:pt x="92" y="2038"/>
                  <a:pt x="78" y="2035"/>
                  <a:pt x="65" y="2030"/>
                </a:cubicBezTo>
                <a:cubicBezTo>
                  <a:pt x="52" y="2024"/>
                  <a:pt x="41" y="2017"/>
                  <a:pt x="31" y="2007"/>
                </a:cubicBezTo>
                <a:cubicBezTo>
                  <a:pt x="21" y="1997"/>
                  <a:pt x="13" y="1985"/>
                  <a:pt x="8" y="1972"/>
                </a:cubicBezTo>
                <a:cubicBezTo>
                  <a:pt x="3" y="1959"/>
                  <a:pt x="0" y="1946"/>
                  <a:pt x="0" y="1932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2871000" y="7363800"/>
            <a:ext cx="3356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Bài SEO thứ hai sẽ được bổ sung khi chủ sở hữu cung cấp.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118240" y="132480"/>
            <a:ext cx="2765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Ảnh có alt mô tả nội dung, dung lượng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2118240" y="380160"/>
            <a:ext cx="492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đã nén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5190840" y="0"/>
            <a:ext cx="3334320" cy="733680"/>
          </a:xfrm>
          <a:custGeom>
            <a:avLst/>
            <a:gdLst/>
            <a:ahLst/>
            <a:rect l="0" t="0" r="r" b="b"/>
            <a:pathLst>
              <a:path w="9262" h="2038">
                <a:moveTo>
                  <a:pt x="0" y="1932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0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9156" y="0"/>
                </a:lnTo>
                <a:cubicBezTo>
                  <a:pt x="9170" y="0"/>
                  <a:pt x="9183" y="2"/>
                  <a:pt x="9196" y="8"/>
                </a:cubicBezTo>
                <a:cubicBezTo>
                  <a:pt x="9209" y="13"/>
                  <a:pt x="9221" y="21"/>
                  <a:pt x="9231" y="30"/>
                </a:cubicBezTo>
                <a:cubicBezTo>
                  <a:pt x="9241" y="40"/>
                  <a:pt x="9248" y="52"/>
                  <a:pt x="9254" y="65"/>
                </a:cubicBezTo>
                <a:cubicBezTo>
                  <a:pt x="9259" y="78"/>
                  <a:pt x="9262" y="91"/>
                  <a:pt x="9262" y="105"/>
                </a:cubicBezTo>
                <a:lnTo>
                  <a:pt x="9262" y="1932"/>
                </a:lnTo>
                <a:cubicBezTo>
                  <a:pt x="9262" y="1946"/>
                  <a:pt x="9259" y="1959"/>
                  <a:pt x="9254" y="1972"/>
                </a:cubicBezTo>
                <a:cubicBezTo>
                  <a:pt x="9248" y="1985"/>
                  <a:pt x="9241" y="1997"/>
                  <a:pt x="9231" y="2007"/>
                </a:cubicBezTo>
                <a:cubicBezTo>
                  <a:pt x="9221" y="2017"/>
                  <a:pt x="9209" y="2024"/>
                  <a:pt x="9196" y="2030"/>
                </a:cubicBezTo>
                <a:cubicBezTo>
                  <a:pt x="9183" y="2035"/>
                  <a:pt x="9170" y="2038"/>
                  <a:pt x="9156" y="2038"/>
                </a:cubicBezTo>
                <a:lnTo>
                  <a:pt x="106" y="2038"/>
                </a:lnTo>
                <a:cubicBezTo>
                  <a:pt x="92" y="2038"/>
                  <a:pt x="79" y="2035"/>
                  <a:pt x="66" y="2030"/>
                </a:cubicBezTo>
                <a:cubicBezTo>
                  <a:pt x="53" y="2024"/>
                  <a:pt x="41" y="2017"/>
                  <a:pt x="31" y="2007"/>
                </a:cubicBezTo>
                <a:cubicBezTo>
                  <a:pt x="21" y="1997"/>
                  <a:pt x="14" y="1985"/>
                  <a:pt x="8" y="1972"/>
                </a:cubicBezTo>
                <a:cubicBezTo>
                  <a:pt x="3" y="1959"/>
                  <a:pt x="0" y="1946"/>
                  <a:pt x="0" y="1932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905120" y="1443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DejaVuSans"/>
                <a:ea typeface="DejaVuSan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5559840" y="132480"/>
            <a:ext cx="2562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Liên kết nội bộ tới ít nhất 2 bài cùng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5559840" y="380160"/>
            <a:ext cx="480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chủ đề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8638920" y="0"/>
            <a:ext cx="3324600" cy="733680"/>
          </a:xfrm>
          <a:custGeom>
            <a:avLst/>
            <a:gdLst/>
            <a:ahLst/>
            <a:rect l="0" t="0" r="r" b="b"/>
            <a:pathLst>
              <a:path w="9235" h="2038">
                <a:moveTo>
                  <a:pt x="0" y="1932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0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9129" y="0"/>
                </a:lnTo>
                <a:cubicBezTo>
                  <a:pt x="9143" y="0"/>
                  <a:pt x="9157" y="2"/>
                  <a:pt x="9170" y="8"/>
                </a:cubicBezTo>
                <a:cubicBezTo>
                  <a:pt x="9183" y="13"/>
                  <a:pt x="9194" y="21"/>
                  <a:pt x="9204" y="30"/>
                </a:cubicBezTo>
                <a:cubicBezTo>
                  <a:pt x="9214" y="40"/>
                  <a:pt x="9222" y="52"/>
                  <a:pt x="9227" y="65"/>
                </a:cubicBezTo>
                <a:cubicBezTo>
                  <a:pt x="9232" y="78"/>
                  <a:pt x="9235" y="91"/>
                  <a:pt x="9235" y="105"/>
                </a:cubicBezTo>
                <a:lnTo>
                  <a:pt x="9235" y="1932"/>
                </a:lnTo>
                <a:cubicBezTo>
                  <a:pt x="9235" y="1946"/>
                  <a:pt x="9232" y="1959"/>
                  <a:pt x="9227" y="1972"/>
                </a:cubicBezTo>
                <a:cubicBezTo>
                  <a:pt x="9222" y="1985"/>
                  <a:pt x="9214" y="1997"/>
                  <a:pt x="9204" y="2007"/>
                </a:cubicBezTo>
                <a:cubicBezTo>
                  <a:pt x="9194" y="2017"/>
                  <a:pt x="9183" y="2024"/>
                  <a:pt x="9170" y="2030"/>
                </a:cubicBezTo>
                <a:cubicBezTo>
                  <a:pt x="9157" y="2035"/>
                  <a:pt x="9143" y="2038"/>
                  <a:pt x="9129" y="2038"/>
                </a:cubicBezTo>
                <a:lnTo>
                  <a:pt x="106" y="2038"/>
                </a:lnTo>
                <a:cubicBezTo>
                  <a:pt x="92" y="2038"/>
                  <a:pt x="79" y="2035"/>
                  <a:pt x="66" y="2030"/>
                </a:cubicBezTo>
                <a:cubicBezTo>
                  <a:pt x="53" y="2024"/>
                  <a:pt x="41" y="2017"/>
                  <a:pt x="31" y="2007"/>
                </a:cubicBezTo>
                <a:cubicBezTo>
                  <a:pt x="21" y="1997"/>
                  <a:pt x="14" y="1985"/>
                  <a:pt x="8" y="1972"/>
                </a:cubicBezTo>
                <a:cubicBezTo>
                  <a:pt x="3" y="1959"/>
                  <a:pt x="0" y="1946"/>
                  <a:pt x="0" y="1932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5346720" y="1443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DejaVuSans"/>
                <a:ea typeface="DejaVuSan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9001440" y="132480"/>
            <a:ext cx="2669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Đoạn mở đầu trả lời ngay câu hỏi của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9001440" y="380160"/>
            <a:ext cx="1089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người tìm kiếm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1663560" y="2175480"/>
            <a:ext cx="3464640" cy="3726000"/>
          </a:xfrm>
          <a:custGeom>
            <a:avLst/>
            <a:gdLst/>
            <a:ahLst/>
            <a:rect l="0" t="0" r="r" b="b"/>
            <a:pathLst>
              <a:path w="9624" h="10350">
                <a:moveTo>
                  <a:pt x="0" y="9771"/>
                </a:moveTo>
                <a:lnTo>
                  <a:pt x="507" y="100"/>
                </a:lnTo>
                <a:cubicBezTo>
                  <a:pt x="508" y="86"/>
                  <a:pt x="512" y="72"/>
                  <a:pt x="518" y="60"/>
                </a:cubicBezTo>
                <a:cubicBezTo>
                  <a:pt x="524" y="47"/>
                  <a:pt x="532" y="36"/>
                  <a:pt x="542" y="27"/>
                </a:cubicBezTo>
                <a:cubicBezTo>
                  <a:pt x="553" y="17"/>
                  <a:pt x="565" y="10"/>
                  <a:pt x="578" y="6"/>
                </a:cubicBezTo>
                <a:cubicBezTo>
                  <a:pt x="591" y="1"/>
                  <a:pt x="605" y="-1"/>
                  <a:pt x="619" y="0"/>
                </a:cubicBezTo>
                <a:lnTo>
                  <a:pt x="9523" y="466"/>
                </a:lnTo>
                <a:cubicBezTo>
                  <a:pt x="9537" y="467"/>
                  <a:pt x="9550" y="470"/>
                  <a:pt x="9563" y="476"/>
                </a:cubicBezTo>
                <a:cubicBezTo>
                  <a:pt x="9576" y="482"/>
                  <a:pt x="9587" y="491"/>
                  <a:pt x="9596" y="501"/>
                </a:cubicBezTo>
                <a:cubicBezTo>
                  <a:pt x="9605" y="512"/>
                  <a:pt x="9612" y="523"/>
                  <a:pt x="9617" y="537"/>
                </a:cubicBezTo>
                <a:cubicBezTo>
                  <a:pt x="9622" y="550"/>
                  <a:pt x="9624" y="563"/>
                  <a:pt x="9623" y="577"/>
                </a:cubicBezTo>
                <a:lnTo>
                  <a:pt x="9116" y="10249"/>
                </a:lnTo>
                <a:cubicBezTo>
                  <a:pt x="9116" y="10263"/>
                  <a:pt x="9112" y="10276"/>
                  <a:pt x="9106" y="10289"/>
                </a:cubicBezTo>
                <a:cubicBezTo>
                  <a:pt x="9100" y="10302"/>
                  <a:pt x="9092" y="10313"/>
                  <a:pt x="9081" y="10322"/>
                </a:cubicBezTo>
                <a:cubicBezTo>
                  <a:pt x="9071" y="10331"/>
                  <a:pt x="9059" y="10338"/>
                  <a:pt x="9046" y="10343"/>
                </a:cubicBezTo>
                <a:cubicBezTo>
                  <a:pt x="9033" y="10348"/>
                  <a:pt x="9019" y="10350"/>
                  <a:pt x="9005" y="10349"/>
                </a:cubicBezTo>
                <a:lnTo>
                  <a:pt x="100" y="9882"/>
                </a:lnTo>
                <a:cubicBezTo>
                  <a:pt x="86" y="9882"/>
                  <a:pt x="72" y="9878"/>
                  <a:pt x="60" y="9872"/>
                </a:cubicBezTo>
                <a:cubicBezTo>
                  <a:pt x="47" y="9866"/>
                  <a:pt x="36" y="9858"/>
                  <a:pt x="27" y="9848"/>
                </a:cubicBezTo>
                <a:cubicBezTo>
                  <a:pt x="17" y="9837"/>
                  <a:pt x="10" y="9825"/>
                  <a:pt x="6" y="9812"/>
                </a:cubicBezTo>
                <a:cubicBezTo>
                  <a:pt x="1" y="9799"/>
                  <a:pt x="-1" y="9785"/>
                  <a:pt x="0" y="97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72" name="" descr=""/>
          <p:cNvPicPr/>
          <p:nvPr/>
        </p:nvPicPr>
        <p:blipFill>
          <a:blip r:embed="rId2"/>
          <a:stretch/>
        </p:blipFill>
        <p:spPr>
          <a:xfrm rot="180000">
            <a:off x="1873800" y="2371680"/>
            <a:ext cx="3057120" cy="3066840"/>
          </a:xfrm>
          <a:prstGeom prst="rect">
            <a:avLst/>
          </a:prstGeom>
          <a:ln w="0">
            <a:noFill/>
          </a:ln>
        </p:spPr>
      </p:pic>
      <p:sp>
        <p:nvSpPr>
          <p:cNvPr id="675" name=""/>
          <p:cNvSpPr/>
          <p:nvPr/>
        </p:nvSpPr>
        <p:spPr>
          <a:xfrm>
            <a:off x="5339520" y="3785760"/>
            <a:ext cx="1007640" cy="286560"/>
          </a:xfrm>
          <a:custGeom>
            <a:avLst/>
            <a:gdLst/>
            <a:ahLst/>
            <a:rect l="0" t="0" r="r" b="b"/>
            <a:pathLst>
              <a:path w="2799" h="796">
                <a:moveTo>
                  <a:pt x="0" y="550"/>
                </a:moveTo>
                <a:lnTo>
                  <a:pt x="23" y="100"/>
                </a:lnTo>
                <a:cubicBezTo>
                  <a:pt x="24" y="86"/>
                  <a:pt x="27" y="73"/>
                  <a:pt x="33" y="60"/>
                </a:cubicBezTo>
                <a:cubicBezTo>
                  <a:pt x="39" y="47"/>
                  <a:pt x="48" y="36"/>
                  <a:pt x="58" y="27"/>
                </a:cubicBezTo>
                <a:cubicBezTo>
                  <a:pt x="68" y="17"/>
                  <a:pt x="80" y="10"/>
                  <a:pt x="94" y="6"/>
                </a:cubicBezTo>
                <a:cubicBezTo>
                  <a:pt x="107" y="1"/>
                  <a:pt x="120" y="-1"/>
                  <a:pt x="134" y="0"/>
                </a:cubicBezTo>
                <a:lnTo>
                  <a:pt x="2698" y="134"/>
                </a:lnTo>
                <a:cubicBezTo>
                  <a:pt x="2712" y="135"/>
                  <a:pt x="2726" y="138"/>
                  <a:pt x="2738" y="144"/>
                </a:cubicBezTo>
                <a:cubicBezTo>
                  <a:pt x="2751" y="150"/>
                  <a:pt x="2762" y="159"/>
                  <a:pt x="2771" y="169"/>
                </a:cubicBezTo>
                <a:cubicBezTo>
                  <a:pt x="2781" y="179"/>
                  <a:pt x="2788" y="191"/>
                  <a:pt x="2793" y="205"/>
                </a:cubicBezTo>
                <a:cubicBezTo>
                  <a:pt x="2797" y="219"/>
                  <a:pt x="2799" y="232"/>
                  <a:pt x="2798" y="246"/>
                </a:cubicBezTo>
                <a:lnTo>
                  <a:pt x="2775" y="696"/>
                </a:lnTo>
                <a:cubicBezTo>
                  <a:pt x="2774" y="710"/>
                  <a:pt x="2771" y="723"/>
                  <a:pt x="2765" y="736"/>
                </a:cubicBezTo>
                <a:cubicBezTo>
                  <a:pt x="2759" y="748"/>
                  <a:pt x="2750" y="759"/>
                  <a:pt x="2740" y="769"/>
                </a:cubicBezTo>
                <a:cubicBezTo>
                  <a:pt x="2730" y="778"/>
                  <a:pt x="2718" y="785"/>
                  <a:pt x="2705" y="790"/>
                </a:cubicBezTo>
                <a:cubicBezTo>
                  <a:pt x="2691" y="794"/>
                  <a:pt x="2678" y="796"/>
                  <a:pt x="2664" y="796"/>
                </a:cubicBezTo>
                <a:lnTo>
                  <a:pt x="100" y="661"/>
                </a:lnTo>
                <a:cubicBezTo>
                  <a:pt x="86" y="661"/>
                  <a:pt x="72" y="657"/>
                  <a:pt x="60" y="651"/>
                </a:cubicBezTo>
                <a:cubicBezTo>
                  <a:pt x="47" y="645"/>
                  <a:pt x="36" y="637"/>
                  <a:pt x="27" y="627"/>
                </a:cubicBezTo>
                <a:cubicBezTo>
                  <a:pt x="17" y="616"/>
                  <a:pt x="10" y="604"/>
                  <a:pt x="6" y="591"/>
                </a:cubicBezTo>
                <a:cubicBezTo>
                  <a:pt x="1" y="578"/>
                  <a:pt x="-1" y="564"/>
                  <a:pt x="0" y="550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8788320" y="1443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DejaVuSans"/>
                <a:ea typeface="DejaVuSans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5337360" y="4095000"/>
            <a:ext cx="1012320" cy="334440"/>
          </a:xfrm>
          <a:custGeom>
            <a:avLst/>
            <a:gdLst/>
            <a:ahLst/>
            <a:rect l="0" t="0" r="r" b="b"/>
            <a:pathLst>
              <a:path w="2812" h="929">
                <a:moveTo>
                  <a:pt x="0" y="543"/>
                </a:moveTo>
                <a:lnTo>
                  <a:pt x="47" y="95"/>
                </a:lnTo>
                <a:cubicBezTo>
                  <a:pt x="49" y="81"/>
                  <a:pt x="53" y="68"/>
                  <a:pt x="60" y="56"/>
                </a:cubicBezTo>
                <a:cubicBezTo>
                  <a:pt x="66" y="43"/>
                  <a:pt x="75" y="33"/>
                  <a:pt x="86" y="24"/>
                </a:cubicBezTo>
                <a:cubicBezTo>
                  <a:pt x="97" y="15"/>
                  <a:pt x="109" y="9"/>
                  <a:pt x="123" y="5"/>
                </a:cubicBezTo>
                <a:cubicBezTo>
                  <a:pt x="136" y="1"/>
                  <a:pt x="150" y="-1"/>
                  <a:pt x="164" y="1"/>
                </a:cubicBezTo>
                <a:lnTo>
                  <a:pt x="2717" y="270"/>
                </a:lnTo>
                <a:cubicBezTo>
                  <a:pt x="2731" y="272"/>
                  <a:pt x="2744" y="276"/>
                  <a:pt x="2757" y="282"/>
                </a:cubicBezTo>
                <a:cubicBezTo>
                  <a:pt x="2769" y="289"/>
                  <a:pt x="2780" y="298"/>
                  <a:pt x="2788" y="309"/>
                </a:cubicBezTo>
                <a:cubicBezTo>
                  <a:pt x="2797" y="320"/>
                  <a:pt x="2804" y="332"/>
                  <a:pt x="2808" y="345"/>
                </a:cubicBezTo>
                <a:cubicBezTo>
                  <a:pt x="2812" y="359"/>
                  <a:pt x="2813" y="373"/>
                  <a:pt x="2811" y="387"/>
                </a:cubicBezTo>
                <a:lnTo>
                  <a:pt x="2764" y="834"/>
                </a:lnTo>
                <a:cubicBezTo>
                  <a:pt x="2763" y="848"/>
                  <a:pt x="2759" y="861"/>
                  <a:pt x="2752" y="873"/>
                </a:cubicBezTo>
                <a:cubicBezTo>
                  <a:pt x="2745" y="886"/>
                  <a:pt x="2737" y="896"/>
                  <a:pt x="2726" y="905"/>
                </a:cubicBezTo>
                <a:cubicBezTo>
                  <a:pt x="2715" y="914"/>
                  <a:pt x="2703" y="920"/>
                  <a:pt x="2689" y="924"/>
                </a:cubicBezTo>
                <a:cubicBezTo>
                  <a:pt x="2676" y="928"/>
                  <a:pt x="2662" y="930"/>
                  <a:pt x="2648" y="928"/>
                </a:cubicBezTo>
                <a:lnTo>
                  <a:pt x="95" y="660"/>
                </a:lnTo>
                <a:cubicBezTo>
                  <a:pt x="81" y="658"/>
                  <a:pt x="68" y="654"/>
                  <a:pt x="55" y="648"/>
                </a:cubicBezTo>
                <a:cubicBezTo>
                  <a:pt x="43" y="641"/>
                  <a:pt x="32" y="632"/>
                  <a:pt x="23" y="621"/>
                </a:cubicBezTo>
                <a:cubicBezTo>
                  <a:pt x="15" y="610"/>
                  <a:pt x="8" y="598"/>
                  <a:pt x="4" y="585"/>
                </a:cubicBezTo>
                <a:cubicBezTo>
                  <a:pt x="0" y="571"/>
                  <a:pt x="-1" y="557"/>
                  <a:pt x="0" y="543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 rot="180000">
            <a:off x="5439240" y="383112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747800" y="7311600"/>
            <a:ext cx="1009440" cy="302400"/>
          </a:xfrm>
          <a:custGeom>
            <a:avLst/>
            <a:gdLst/>
            <a:ahLst/>
            <a:rect l="0" t="0" r="r" b="b"/>
            <a:pathLst>
              <a:path w="2804" h="840">
                <a:moveTo>
                  <a:pt x="31" y="741"/>
                </a:moveTo>
                <a:lnTo>
                  <a:pt x="0" y="293"/>
                </a:lnTo>
                <a:cubicBezTo>
                  <a:pt x="-1" y="279"/>
                  <a:pt x="0" y="265"/>
                  <a:pt x="5" y="252"/>
                </a:cubicBezTo>
                <a:cubicBezTo>
                  <a:pt x="9" y="237"/>
                  <a:pt x="16" y="225"/>
                  <a:pt x="25" y="215"/>
                </a:cubicBezTo>
                <a:cubicBezTo>
                  <a:pt x="35" y="204"/>
                  <a:pt x="46" y="196"/>
                  <a:pt x="58" y="189"/>
                </a:cubicBezTo>
                <a:cubicBezTo>
                  <a:pt x="71" y="183"/>
                  <a:pt x="84" y="180"/>
                  <a:pt x="98" y="179"/>
                </a:cubicBezTo>
                <a:lnTo>
                  <a:pt x="2659" y="0"/>
                </a:lnTo>
                <a:cubicBezTo>
                  <a:pt x="2673" y="-1"/>
                  <a:pt x="2687" y="0"/>
                  <a:pt x="2700" y="5"/>
                </a:cubicBezTo>
                <a:cubicBezTo>
                  <a:pt x="2713" y="9"/>
                  <a:pt x="2725" y="16"/>
                  <a:pt x="2736" y="25"/>
                </a:cubicBezTo>
                <a:cubicBezTo>
                  <a:pt x="2747" y="34"/>
                  <a:pt x="2755" y="45"/>
                  <a:pt x="2761" y="58"/>
                </a:cubicBezTo>
                <a:cubicBezTo>
                  <a:pt x="2767" y="70"/>
                  <a:pt x="2771" y="84"/>
                  <a:pt x="2772" y="98"/>
                </a:cubicBezTo>
                <a:lnTo>
                  <a:pt x="2803" y="547"/>
                </a:lnTo>
                <a:cubicBezTo>
                  <a:pt x="2804" y="561"/>
                  <a:pt x="2803" y="575"/>
                  <a:pt x="2798" y="588"/>
                </a:cubicBezTo>
                <a:cubicBezTo>
                  <a:pt x="2794" y="602"/>
                  <a:pt x="2787" y="614"/>
                  <a:pt x="2778" y="624"/>
                </a:cubicBezTo>
                <a:cubicBezTo>
                  <a:pt x="2769" y="635"/>
                  <a:pt x="2758" y="643"/>
                  <a:pt x="2745" y="650"/>
                </a:cubicBezTo>
                <a:cubicBezTo>
                  <a:pt x="2733" y="656"/>
                  <a:pt x="2719" y="659"/>
                  <a:pt x="2705" y="660"/>
                </a:cubicBezTo>
                <a:lnTo>
                  <a:pt x="144" y="839"/>
                </a:lnTo>
                <a:cubicBezTo>
                  <a:pt x="130" y="840"/>
                  <a:pt x="116" y="839"/>
                  <a:pt x="103" y="834"/>
                </a:cubicBezTo>
                <a:cubicBezTo>
                  <a:pt x="90" y="830"/>
                  <a:pt x="78" y="823"/>
                  <a:pt x="67" y="814"/>
                </a:cubicBezTo>
                <a:cubicBezTo>
                  <a:pt x="57" y="805"/>
                  <a:pt x="48" y="794"/>
                  <a:pt x="42" y="781"/>
                </a:cubicBezTo>
                <a:cubicBezTo>
                  <a:pt x="36" y="769"/>
                  <a:pt x="32" y="755"/>
                  <a:pt x="31" y="741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 rot="360000">
            <a:off x="5439600" y="416700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 rot="21360000">
            <a:off x="1847160" y="736020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0" y="0"/>
            <a:ext cx="13716000" cy="343080"/>
          </a:xfrm>
          <a:custGeom>
            <a:avLst/>
            <a:gdLst/>
            <a:ahLst/>
            <a:rect l="0" t="0" r="r" b="b"/>
            <a:pathLst>
              <a:path w="38100" h="953">
                <a:moveTo>
                  <a:pt x="0" y="0"/>
                </a:moveTo>
                <a:lnTo>
                  <a:pt x="38100" y="0"/>
                </a:lnTo>
                <a:lnTo>
                  <a:pt x="38100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0" y="34200"/>
            <a:ext cx="11811240" cy="308880"/>
          </a:xfrm>
          <a:custGeom>
            <a:avLst/>
            <a:gdLst/>
            <a:ahLst/>
            <a:rect l="0" t="0" r="r" b="b"/>
            <a:pathLst>
              <a:path w="32809" h="858">
                <a:moveTo>
                  <a:pt x="0" y="858"/>
                </a:moveTo>
                <a:lnTo>
                  <a:pt x="0" y="238"/>
                </a:lnTo>
                <a:lnTo>
                  <a:pt x="1587" y="382"/>
                </a:lnTo>
                <a:lnTo>
                  <a:pt x="3016" y="95"/>
                </a:lnTo>
                <a:lnTo>
                  <a:pt x="4656" y="333"/>
                </a:lnTo>
                <a:lnTo>
                  <a:pt x="6191" y="0"/>
                </a:lnTo>
                <a:lnTo>
                  <a:pt x="7937" y="285"/>
                </a:lnTo>
                <a:lnTo>
                  <a:pt x="9366" y="95"/>
                </a:lnTo>
                <a:lnTo>
                  <a:pt x="10953" y="429"/>
                </a:lnTo>
                <a:lnTo>
                  <a:pt x="12435" y="47"/>
                </a:lnTo>
                <a:lnTo>
                  <a:pt x="14128" y="285"/>
                </a:lnTo>
                <a:lnTo>
                  <a:pt x="15663" y="143"/>
                </a:lnTo>
                <a:lnTo>
                  <a:pt x="17304" y="429"/>
                </a:lnTo>
                <a:lnTo>
                  <a:pt x="18733" y="95"/>
                </a:lnTo>
                <a:lnTo>
                  <a:pt x="20320" y="285"/>
                </a:lnTo>
                <a:lnTo>
                  <a:pt x="21802" y="47"/>
                </a:lnTo>
                <a:lnTo>
                  <a:pt x="23495" y="382"/>
                </a:lnTo>
                <a:lnTo>
                  <a:pt x="25030" y="190"/>
                </a:lnTo>
                <a:lnTo>
                  <a:pt x="26670" y="333"/>
                </a:lnTo>
                <a:lnTo>
                  <a:pt x="28099" y="47"/>
                </a:lnTo>
                <a:lnTo>
                  <a:pt x="29687" y="285"/>
                </a:lnTo>
                <a:lnTo>
                  <a:pt x="31168" y="143"/>
                </a:lnTo>
                <a:lnTo>
                  <a:pt x="32809" y="429"/>
                </a:lnTo>
                <a:lnTo>
                  <a:pt x="32809" y="858"/>
                </a:lnTo>
                <a:lnTo>
                  <a:pt x="0" y="858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0" y="333360"/>
            <a:ext cx="13716000" cy="8239320"/>
          </a:xfrm>
          <a:custGeom>
            <a:avLst/>
            <a:gdLst/>
            <a:ahLst/>
            <a:rect l="0" t="0" r="r" b="b"/>
            <a:pathLst>
              <a:path w="38100" h="22887">
                <a:moveTo>
                  <a:pt x="0" y="0"/>
                </a:moveTo>
                <a:lnTo>
                  <a:pt x="38100" y="0"/>
                </a:lnTo>
                <a:lnTo>
                  <a:pt x="38100" y="22887"/>
                </a:lnTo>
                <a:lnTo>
                  <a:pt x="0" y="22887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752480" y="2081160"/>
            <a:ext cx="10917000" cy="103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SOCIAL MEDIA &amp; COMMUNITY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752480" y="3161160"/>
            <a:ext cx="2801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Nội dung để kết nối, không chỉ để xem.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752480" y="3658320"/>
            <a:ext cx="6638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POST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2435400" y="3810960"/>
            <a:ext cx="423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Bài viết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752480" y="4123440"/>
            <a:ext cx="2935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Tuyến bài theo trụ nội dung, mỗi bài một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1752480" y="4371120"/>
            <a:ext cx="3121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góc tiếp cận riêng cho từng nhóm khán giả.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5257800" y="3658320"/>
            <a:ext cx="9241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PHOTO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6108120" y="3810960"/>
            <a:ext cx="529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Hình ảnh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5257800" y="4123440"/>
            <a:ext cx="2809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Tư duy hình ảnh cho social: bố cục, ánh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5257800" y="4371120"/>
            <a:ext cx="2609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sáng và màu sắc phục vụ thông điệp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5257800" y="4628160"/>
            <a:ext cx="721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bán hàng.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8763120" y="3658320"/>
            <a:ext cx="8024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VIDEO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9541080" y="3810960"/>
            <a:ext cx="655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Video ngắn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8763120" y="4123440"/>
            <a:ext cx="3039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30+ kịch bản video ngắn và dài, trung bình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8751240" y="4712760"/>
            <a:ext cx="3223800" cy="1261440"/>
          </a:xfrm>
          <a:custGeom>
            <a:avLst/>
            <a:gdLst/>
            <a:ahLst/>
            <a:rect l="0" t="0" r="r" b="b"/>
            <a:pathLst>
              <a:path w="8955" h="3504">
                <a:moveTo>
                  <a:pt x="402" y="0"/>
                </a:moveTo>
                <a:lnTo>
                  <a:pt x="561" y="0"/>
                </a:lnTo>
                <a:lnTo>
                  <a:pt x="561" y="117"/>
                </a:lnTo>
                <a:lnTo>
                  <a:pt x="402" y="117"/>
                </a:lnTo>
                <a:lnTo>
                  <a:pt x="402" y="0"/>
                </a:lnTo>
                <a:moveTo>
                  <a:pt x="666" y="0"/>
                </a:moveTo>
                <a:lnTo>
                  <a:pt x="825" y="0"/>
                </a:lnTo>
                <a:lnTo>
                  <a:pt x="825" y="117"/>
                </a:lnTo>
                <a:lnTo>
                  <a:pt x="666" y="117"/>
                </a:lnTo>
                <a:lnTo>
                  <a:pt x="666" y="0"/>
                </a:lnTo>
                <a:moveTo>
                  <a:pt x="930" y="0"/>
                </a:moveTo>
                <a:lnTo>
                  <a:pt x="1089" y="0"/>
                </a:lnTo>
                <a:lnTo>
                  <a:pt x="1089" y="117"/>
                </a:lnTo>
                <a:lnTo>
                  <a:pt x="930" y="117"/>
                </a:lnTo>
                <a:lnTo>
                  <a:pt x="930" y="0"/>
                </a:lnTo>
                <a:moveTo>
                  <a:pt x="1194" y="0"/>
                </a:moveTo>
                <a:lnTo>
                  <a:pt x="1353" y="0"/>
                </a:lnTo>
                <a:lnTo>
                  <a:pt x="1353" y="117"/>
                </a:lnTo>
                <a:lnTo>
                  <a:pt x="1194" y="117"/>
                </a:lnTo>
                <a:lnTo>
                  <a:pt x="1194" y="0"/>
                </a:lnTo>
                <a:moveTo>
                  <a:pt x="1458" y="0"/>
                </a:moveTo>
                <a:lnTo>
                  <a:pt x="1617" y="0"/>
                </a:lnTo>
                <a:lnTo>
                  <a:pt x="1617" y="117"/>
                </a:lnTo>
                <a:lnTo>
                  <a:pt x="1458" y="117"/>
                </a:lnTo>
                <a:lnTo>
                  <a:pt x="1458" y="0"/>
                </a:lnTo>
                <a:moveTo>
                  <a:pt x="1722" y="0"/>
                </a:moveTo>
                <a:lnTo>
                  <a:pt x="1881" y="0"/>
                </a:lnTo>
                <a:lnTo>
                  <a:pt x="1881" y="117"/>
                </a:lnTo>
                <a:lnTo>
                  <a:pt x="1722" y="117"/>
                </a:lnTo>
                <a:lnTo>
                  <a:pt x="1722" y="0"/>
                </a:lnTo>
                <a:moveTo>
                  <a:pt x="1986" y="0"/>
                </a:moveTo>
                <a:lnTo>
                  <a:pt x="2145" y="0"/>
                </a:lnTo>
                <a:lnTo>
                  <a:pt x="2145" y="117"/>
                </a:lnTo>
                <a:lnTo>
                  <a:pt x="1986" y="117"/>
                </a:lnTo>
                <a:lnTo>
                  <a:pt x="1986" y="0"/>
                </a:lnTo>
                <a:moveTo>
                  <a:pt x="2250" y="0"/>
                </a:moveTo>
                <a:lnTo>
                  <a:pt x="2409" y="0"/>
                </a:lnTo>
                <a:lnTo>
                  <a:pt x="2409" y="117"/>
                </a:lnTo>
                <a:lnTo>
                  <a:pt x="2250" y="117"/>
                </a:lnTo>
                <a:lnTo>
                  <a:pt x="2250" y="0"/>
                </a:lnTo>
                <a:moveTo>
                  <a:pt x="2514" y="0"/>
                </a:moveTo>
                <a:lnTo>
                  <a:pt x="2673" y="0"/>
                </a:lnTo>
                <a:lnTo>
                  <a:pt x="2673" y="117"/>
                </a:lnTo>
                <a:lnTo>
                  <a:pt x="2514" y="117"/>
                </a:lnTo>
                <a:lnTo>
                  <a:pt x="2514" y="0"/>
                </a:lnTo>
                <a:moveTo>
                  <a:pt x="2778" y="0"/>
                </a:moveTo>
                <a:lnTo>
                  <a:pt x="2937" y="0"/>
                </a:lnTo>
                <a:lnTo>
                  <a:pt x="2937" y="117"/>
                </a:lnTo>
                <a:lnTo>
                  <a:pt x="2778" y="117"/>
                </a:lnTo>
                <a:lnTo>
                  <a:pt x="2778" y="0"/>
                </a:lnTo>
                <a:moveTo>
                  <a:pt x="3042" y="0"/>
                </a:moveTo>
                <a:lnTo>
                  <a:pt x="3201" y="0"/>
                </a:lnTo>
                <a:lnTo>
                  <a:pt x="3201" y="117"/>
                </a:lnTo>
                <a:lnTo>
                  <a:pt x="3042" y="117"/>
                </a:lnTo>
                <a:lnTo>
                  <a:pt x="3042" y="0"/>
                </a:lnTo>
                <a:moveTo>
                  <a:pt x="3306" y="0"/>
                </a:moveTo>
                <a:lnTo>
                  <a:pt x="3465" y="0"/>
                </a:lnTo>
                <a:lnTo>
                  <a:pt x="3465" y="117"/>
                </a:lnTo>
                <a:lnTo>
                  <a:pt x="3306" y="117"/>
                </a:lnTo>
                <a:lnTo>
                  <a:pt x="3306" y="0"/>
                </a:lnTo>
                <a:moveTo>
                  <a:pt x="3570" y="0"/>
                </a:moveTo>
                <a:lnTo>
                  <a:pt x="3729" y="0"/>
                </a:lnTo>
                <a:lnTo>
                  <a:pt x="3729" y="117"/>
                </a:lnTo>
                <a:lnTo>
                  <a:pt x="3570" y="117"/>
                </a:lnTo>
                <a:lnTo>
                  <a:pt x="3570" y="0"/>
                </a:lnTo>
                <a:moveTo>
                  <a:pt x="3834" y="0"/>
                </a:moveTo>
                <a:lnTo>
                  <a:pt x="3993" y="0"/>
                </a:lnTo>
                <a:lnTo>
                  <a:pt x="3993" y="117"/>
                </a:lnTo>
                <a:lnTo>
                  <a:pt x="3834" y="117"/>
                </a:lnTo>
                <a:lnTo>
                  <a:pt x="3834" y="0"/>
                </a:lnTo>
                <a:moveTo>
                  <a:pt x="4098" y="0"/>
                </a:moveTo>
                <a:lnTo>
                  <a:pt x="4257" y="0"/>
                </a:lnTo>
                <a:lnTo>
                  <a:pt x="4257" y="117"/>
                </a:lnTo>
                <a:lnTo>
                  <a:pt x="4098" y="117"/>
                </a:lnTo>
                <a:lnTo>
                  <a:pt x="4098" y="0"/>
                </a:lnTo>
                <a:moveTo>
                  <a:pt x="4362" y="0"/>
                </a:moveTo>
                <a:lnTo>
                  <a:pt x="4521" y="0"/>
                </a:lnTo>
                <a:lnTo>
                  <a:pt x="4521" y="117"/>
                </a:lnTo>
                <a:lnTo>
                  <a:pt x="4362" y="117"/>
                </a:lnTo>
                <a:lnTo>
                  <a:pt x="4362" y="0"/>
                </a:lnTo>
                <a:moveTo>
                  <a:pt x="4626" y="0"/>
                </a:moveTo>
                <a:lnTo>
                  <a:pt x="4785" y="0"/>
                </a:lnTo>
                <a:lnTo>
                  <a:pt x="4785" y="117"/>
                </a:lnTo>
                <a:lnTo>
                  <a:pt x="4626" y="117"/>
                </a:lnTo>
                <a:lnTo>
                  <a:pt x="4626" y="0"/>
                </a:lnTo>
                <a:moveTo>
                  <a:pt x="4890" y="0"/>
                </a:moveTo>
                <a:lnTo>
                  <a:pt x="5049" y="0"/>
                </a:lnTo>
                <a:lnTo>
                  <a:pt x="5049" y="117"/>
                </a:lnTo>
                <a:lnTo>
                  <a:pt x="4890" y="117"/>
                </a:lnTo>
                <a:lnTo>
                  <a:pt x="4890" y="0"/>
                </a:lnTo>
                <a:moveTo>
                  <a:pt x="5154" y="0"/>
                </a:moveTo>
                <a:lnTo>
                  <a:pt x="5313" y="0"/>
                </a:lnTo>
                <a:lnTo>
                  <a:pt x="5313" y="117"/>
                </a:lnTo>
                <a:lnTo>
                  <a:pt x="5154" y="117"/>
                </a:lnTo>
                <a:lnTo>
                  <a:pt x="5154" y="0"/>
                </a:lnTo>
                <a:moveTo>
                  <a:pt x="5418" y="0"/>
                </a:moveTo>
                <a:lnTo>
                  <a:pt x="5577" y="0"/>
                </a:lnTo>
                <a:lnTo>
                  <a:pt x="5577" y="117"/>
                </a:lnTo>
                <a:lnTo>
                  <a:pt x="5418" y="117"/>
                </a:lnTo>
                <a:lnTo>
                  <a:pt x="5418" y="0"/>
                </a:lnTo>
                <a:moveTo>
                  <a:pt x="5682" y="0"/>
                </a:moveTo>
                <a:lnTo>
                  <a:pt x="5841" y="0"/>
                </a:lnTo>
                <a:lnTo>
                  <a:pt x="5841" y="117"/>
                </a:lnTo>
                <a:lnTo>
                  <a:pt x="5682" y="117"/>
                </a:lnTo>
                <a:lnTo>
                  <a:pt x="5682" y="0"/>
                </a:lnTo>
                <a:moveTo>
                  <a:pt x="5946" y="0"/>
                </a:moveTo>
                <a:lnTo>
                  <a:pt x="6105" y="0"/>
                </a:lnTo>
                <a:lnTo>
                  <a:pt x="6105" y="117"/>
                </a:lnTo>
                <a:lnTo>
                  <a:pt x="5946" y="117"/>
                </a:lnTo>
                <a:lnTo>
                  <a:pt x="5946" y="0"/>
                </a:lnTo>
                <a:moveTo>
                  <a:pt x="6210" y="0"/>
                </a:moveTo>
                <a:lnTo>
                  <a:pt x="6369" y="0"/>
                </a:lnTo>
                <a:lnTo>
                  <a:pt x="6369" y="117"/>
                </a:lnTo>
                <a:lnTo>
                  <a:pt x="6210" y="117"/>
                </a:lnTo>
                <a:lnTo>
                  <a:pt x="6210" y="0"/>
                </a:lnTo>
                <a:moveTo>
                  <a:pt x="6474" y="0"/>
                </a:moveTo>
                <a:lnTo>
                  <a:pt x="6633" y="0"/>
                </a:lnTo>
                <a:lnTo>
                  <a:pt x="6633" y="117"/>
                </a:lnTo>
                <a:lnTo>
                  <a:pt x="6474" y="117"/>
                </a:lnTo>
                <a:lnTo>
                  <a:pt x="6474" y="0"/>
                </a:lnTo>
                <a:moveTo>
                  <a:pt x="6738" y="0"/>
                </a:moveTo>
                <a:lnTo>
                  <a:pt x="6897" y="0"/>
                </a:lnTo>
                <a:lnTo>
                  <a:pt x="6897" y="117"/>
                </a:lnTo>
                <a:lnTo>
                  <a:pt x="6738" y="117"/>
                </a:lnTo>
                <a:lnTo>
                  <a:pt x="6738" y="0"/>
                </a:lnTo>
                <a:moveTo>
                  <a:pt x="7002" y="0"/>
                </a:moveTo>
                <a:lnTo>
                  <a:pt x="7162" y="0"/>
                </a:lnTo>
                <a:lnTo>
                  <a:pt x="7162" y="117"/>
                </a:lnTo>
                <a:lnTo>
                  <a:pt x="7002" y="117"/>
                </a:lnTo>
                <a:lnTo>
                  <a:pt x="7002" y="0"/>
                </a:lnTo>
                <a:moveTo>
                  <a:pt x="7267" y="0"/>
                </a:moveTo>
                <a:lnTo>
                  <a:pt x="7426" y="0"/>
                </a:lnTo>
                <a:lnTo>
                  <a:pt x="7426" y="117"/>
                </a:lnTo>
                <a:lnTo>
                  <a:pt x="7267" y="117"/>
                </a:lnTo>
                <a:lnTo>
                  <a:pt x="7267" y="0"/>
                </a:lnTo>
                <a:moveTo>
                  <a:pt x="7531" y="0"/>
                </a:moveTo>
                <a:lnTo>
                  <a:pt x="7690" y="0"/>
                </a:lnTo>
                <a:lnTo>
                  <a:pt x="7690" y="117"/>
                </a:lnTo>
                <a:lnTo>
                  <a:pt x="7531" y="117"/>
                </a:lnTo>
                <a:lnTo>
                  <a:pt x="7531" y="0"/>
                </a:lnTo>
                <a:moveTo>
                  <a:pt x="7795" y="0"/>
                </a:moveTo>
                <a:lnTo>
                  <a:pt x="7954" y="0"/>
                </a:lnTo>
                <a:lnTo>
                  <a:pt x="7954" y="117"/>
                </a:lnTo>
                <a:lnTo>
                  <a:pt x="7795" y="117"/>
                </a:lnTo>
                <a:lnTo>
                  <a:pt x="7795" y="0"/>
                </a:lnTo>
                <a:moveTo>
                  <a:pt x="8059" y="0"/>
                </a:moveTo>
                <a:lnTo>
                  <a:pt x="8218" y="0"/>
                </a:lnTo>
                <a:lnTo>
                  <a:pt x="8218" y="117"/>
                </a:lnTo>
                <a:lnTo>
                  <a:pt x="8059" y="117"/>
                </a:lnTo>
                <a:lnTo>
                  <a:pt x="8059" y="0"/>
                </a:lnTo>
                <a:moveTo>
                  <a:pt x="8323" y="0"/>
                </a:moveTo>
                <a:lnTo>
                  <a:pt x="8482" y="0"/>
                </a:lnTo>
                <a:lnTo>
                  <a:pt x="8482" y="117"/>
                </a:lnTo>
                <a:lnTo>
                  <a:pt x="8323" y="117"/>
                </a:lnTo>
                <a:lnTo>
                  <a:pt x="8323" y="0"/>
                </a:lnTo>
                <a:moveTo>
                  <a:pt x="8587" y="0"/>
                </a:moveTo>
                <a:lnTo>
                  <a:pt x="8746" y="0"/>
                </a:lnTo>
                <a:lnTo>
                  <a:pt x="8746" y="117"/>
                </a:lnTo>
                <a:lnTo>
                  <a:pt x="8587" y="117"/>
                </a:lnTo>
                <a:lnTo>
                  <a:pt x="8587" y="0"/>
                </a:lnTo>
                <a:moveTo>
                  <a:pt x="8874" y="12"/>
                </a:moveTo>
                <a:cubicBezTo>
                  <a:pt x="8928" y="37"/>
                  <a:pt x="8955" y="78"/>
                  <a:pt x="8955" y="138"/>
                </a:cubicBezTo>
                <a:lnTo>
                  <a:pt x="8955" y="209"/>
                </a:lnTo>
                <a:lnTo>
                  <a:pt x="8838" y="209"/>
                </a:lnTo>
                <a:lnTo>
                  <a:pt x="8838" y="138"/>
                </a:lnTo>
                <a:cubicBezTo>
                  <a:pt x="8838" y="129"/>
                  <a:pt x="8834" y="122"/>
                  <a:pt x="8826" y="118"/>
                </a:cubicBezTo>
                <a:lnTo>
                  <a:pt x="8874" y="12"/>
                </a:lnTo>
                <a:moveTo>
                  <a:pt x="8955" y="314"/>
                </a:moveTo>
                <a:lnTo>
                  <a:pt x="8955" y="473"/>
                </a:lnTo>
                <a:lnTo>
                  <a:pt x="8838" y="473"/>
                </a:lnTo>
                <a:lnTo>
                  <a:pt x="8838" y="314"/>
                </a:lnTo>
                <a:lnTo>
                  <a:pt x="8955" y="314"/>
                </a:lnTo>
                <a:moveTo>
                  <a:pt x="8955" y="578"/>
                </a:moveTo>
                <a:lnTo>
                  <a:pt x="8955" y="737"/>
                </a:lnTo>
                <a:lnTo>
                  <a:pt x="8838" y="737"/>
                </a:lnTo>
                <a:lnTo>
                  <a:pt x="8838" y="578"/>
                </a:lnTo>
                <a:lnTo>
                  <a:pt x="8955" y="578"/>
                </a:lnTo>
                <a:moveTo>
                  <a:pt x="8955" y="842"/>
                </a:moveTo>
                <a:lnTo>
                  <a:pt x="8955" y="1001"/>
                </a:lnTo>
                <a:lnTo>
                  <a:pt x="8838" y="1001"/>
                </a:lnTo>
                <a:lnTo>
                  <a:pt x="8838" y="842"/>
                </a:lnTo>
                <a:lnTo>
                  <a:pt x="8955" y="842"/>
                </a:lnTo>
                <a:moveTo>
                  <a:pt x="8955" y="1106"/>
                </a:moveTo>
                <a:lnTo>
                  <a:pt x="8955" y="1265"/>
                </a:lnTo>
                <a:lnTo>
                  <a:pt x="8838" y="1265"/>
                </a:lnTo>
                <a:lnTo>
                  <a:pt x="8838" y="1106"/>
                </a:lnTo>
                <a:lnTo>
                  <a:pt x="8955" y="1106"/>
                </a:lnTo>
                <a:moveTo>
                  <a:pt x="8955" y="1370"/>
                </a:moveTo>
                <a:lnTo>
                  <a:pt x="8955" y="1529"/>
                </a:lnTo>
                <a:lnTo>
                  <a:pt x="8838" y="1529"/>
                </a:lnTo>
                <a:lnTo>
                  <a:pt x="8838" y="1370"/>
                </a:lnTo>
                <a:lnTo>
                  <a:pt x="8955" y="1370"/>
                </a:lnTo>
                <a:moveTo>
                  <a:pt x="8955" y="1634"/>
                </a:moveTo>
                <a:lnTo>
                  <a:pt x="8955" y="1793"/>
                </a:lnTo>
                <a:lnTo>
                  <a:pt x="8838" y="1793"/>
                </a:lnTo>
                <a:lnTo>
                  <a:pt x="8838" y="1634"/>
                </a:lnTo>
                <a:lnTo>
                  <a:pt x="8955" y="1634"/>
                </a:lnTo>
                <a:moveTo>
                  <a:pt x="8955" y="1898"/>
                </a:moveTo>
                <a:lnTo>
                  <a:pt x="8955" y="2057"/>
                </a:lnTo>
                <a:lnTo>
                  <a:pt x="8838" y="2057"/>
                </a:lnTo>
                <a:lnTo>
                  <a:pt x="8838" y="1898"/>
                </a:lnTo>
                <a:lnTo>
                  <a:pt x="8955" y="1898"/>
                </a:lnTo>
                <a:moveTo>
                  <a:pt x="8955" y="2162"/>
                </a:moveTo>
                <a:lnTo>
                  <a:pt x="8955" y="2321"/>
                </a:lnTo>
                <a:lnTo>
                  <a:pt x="8838" y="2321"/>
                </a:lnTo>
                <a:lnTo>
                  <a:pt x="8838" y="2162"/>
                </a:lnTo>
                <a:lnTo>
                  <a:pt x="8955" y="2162"/>
                </a:lnTo>
                <a:moveTo>
                  <a:pt x="8955" y="2426"/>
                </a:moveTo>
                <a:lnTo>
                  <a:pt x="8955" y="2585"/>
                </a:lnTo>
                <a:lnTo>
                  <a:pt x="8838" y="2585"/>
                </a:lnTo>
                <a:lnTo>
                  <a:pt x="8838" y="2426"/>
                </a:lnTo>
                <a:lnTo>
                  <a:pt x="8955" y="2426"/>
                </a:lnTo>
                <a:moveTo>
                  <a:pt x="8955" y="2691"/>
                </a:moveTo>
                <a:lnTo>
                  <a:pt x="8955" y="2850"/>
                </a:lnTo>
                <a:lnTo>
                  <a:pt x="8838" y="2850"/>
                </a:lnTo>
                <a:lnTo>
                  <a:pt x="8838" y="2691"/>
                </a:lnTo>
                <a:lnTo>
                  <a:pt x="8955" y="2691"/>
                </a:lnTo>
                <a:moveTo>
                  <a:pt x="8955" y="2955"/>
                </a:moveTo>
                <a:lnTo>
                  <a:pt x="8955" y="3114"/>
                </a:lnTo>
                <a:lnTo>
                  <a:pt x="8838" y="3114"/>
                </a:lnTo>
                <a:lnTo>
                  <a:pt x="8838" y="2955"/>
                </a:lnTo>
                <a:lnTo>
                  <a:pt x="8955" y="2955"/>
                </a:lnTo>
                <a:moveTo>
                  <a:pt x="8955" y="3219"/>
                </a:moveTo>
                <a:lnTo>
                  <a:pt x="8955" y="3367"/>
                </a:lnTo>
                <a:cubicBezTo>
                  <a:pt x="8955" y="3373"/>
                  <a:pt x="8954" y="3379"/>
                  <a:pt x="8954" y="3385"/>
                </a:cubicBezTo>
                <a:lnTo>
                  <a:pt x="8838" y="3369"/>
                </a:lnTo>
                <a:cubicBezTo>
                  <a:pt x="8838" y="3368"/>
                  <a:pt x="8838" y="3368"/>
                  <a:pt x="8838" y="3367"/>
                </a:cubicBezTo>
                <a:lnTo>
                  <a:pt x="8838" y="3219"/>
                </a:lnTo>
                <a:lnTo>
                  <a:pt x="8955" y="3219"/>
                </a:lnTo>
                <a:moveTo>
                  <a:pt x="8826" y="3504"/>
                </a:moveTo>
                <a:cubicBezTo>
                  <a:pt x="8823" y="3504"/>
                  <a:pt x="8820" y="3504"/>
                  <a:pt x="8817" y="3504"/>
                </a:cubicBezTo>
                <a:lnTo>
                  <a:pt x="8663" y="3504"/>
                </a:lnTo>
                <a:lnTo>
                  <a:pt x="8663" y="3388"/>
                </a:lnTo>
                <a:lnTo>
                  <a:pt x="8817" y="3388"/>
                </a:lnTo>
                <a:lnTo>
                  <a:pt x="8818" y="3388"/>
                </a:lnTo>
                <a:lnTo>
                  <a:pt x="8826" y="3504"/>
                </a:lnTo>
                <a:moveTo>
                  <a:pt x="8558" y="3504"/>
                </a:moveTo>
                <a:lnTo>
                  <a:pt x="8399" y="3504"/>
                </a:lnTo>
                <a:lnTo>
                  <a:pt x="8399" y="3388"/>
                </a:lnTo>
                <a:lnTo>
                  <a:pt x="8558" y="3388"/>
                </a:lnTo>
                <a:lnTo>
                  <a:pt x="8558" y="3504"/>
                </a:lnTo>
                <a:moveTo>
                  <a:pt x="8294" y="3504"/>
                </a:moveTo>
                <a:lnTo>
                  <a:pt x="8135" y="3504"/>
                </a:lnTo>
                <a:lnTo>
                  <a:pt x="8135" y="3388"/>
                </a:lnTo>
                <a:lnTo>
                  <a:pt x="8294" y="3388"/>
                </a:lnTo>
                <a:lnTo>
                  <a:pt x="8294" y="3504"/>
                </a:lnTo>
                <a:moveTo>
                  <a:pt x="8030" y="3504"/>
                </a:moveTo>
                <a:lnTo>
                  <a:pt x="7871" y="3504"/>
                </a:lnTo>
                <a:lnTo>
                  <a:pt x="7871" y="3388"/>
                </a:lnTo>
                <a:lnTo>
                  <a:pt x="8030" y="3388"/>
                </a:lnTo>
                <a:lnTo>
                  <a:pt x="8030" y="3504"/>
                </a:lnTo>
                <a:moveTo>
                  <a:pt x="7766" y="3504"/>
                </a:moveTo>
                <a:lnTo>
                  <a:pt x="7607" y="3504"/>
                </a:lnTo>
                <a:lnTo>
                  <a:pt x="7607" y="3388"/>
                </a:lnTo>
                <a:lnTo>
                  <a:pt x="7766" y="3388"/>
                </a:lnTo>
                <a:lnTo>
                  <a:pt x="7766" y="3504"/>
                </a:lnTo>
                <a:moveTo>
                  <a:pt x="7502" y="3504"/>
                </a:moveTo>
                <a:lnTo>
                  <a:pt x="7343" y="3504"/>
                </a:lnTo>
                <a:lnTo>
                  <a:pt x="7343" y="3388"/>
                </a:lnTo>
                <a:lnTo>
                  <a:pt x="7502" y="3388"/>
                </a:lnTo>
                <a:lnTo>
                  <a:pt x="7502" y="3504"/>
                </a:lnTo>
                <a:moveTo>
                  <a:pt x="7238" y="3504"/>
                </a:moveTo>
                <a:lnTo>
                  <a:pt x="7079" y="3504"/>
                </a:lnTo>
                <a:lnTo>
                  <a:pt x="7079" y="3388"/>
                </a:lnTo>
                <a:lnTo>
                  <a:pt x="7238" y="3388"/>
                </a:lnTo>
                <a:lnTo>
                  <a:pt x="7238" y="3504"/>
                </a:lnTo>
                <a:moveTo>
                  <a:pt x="6973" y="3504"/>
                </a:moveTo>
                <a:lnTo>
                  <a:pt x="6814" y="3504"/>
                </a:lnTo>
                <a:lnTo>
                  <a:pt x="6814" y="3388"/>
                </a:lnTo>
                <a:lnTo>
                  <a:pt x="6973" y="3388"/>
                </a:lnTo>
                <a:lnTo>
                  <a:pt x="6973" y="3504"/>
                </a:lnTo>
                <a:moveTo>
                  <a:pt x="6709" y="3504"/>
                </a:moveTo>
                <a:lnTo>
                  <a:pt x="6550" y="3504"/>
                </a:lnTo>
                <a:lnTo>
                  <a:pt x="6550" y="3388"/>
                </a:lnTo>
                <a:lnTo>
                  <a:pt x="6709" y="3388"/>
                </a:lnTo>
                <a:lnTo>
                  <a:pt x="6709" y="3504"/>
                </a:lnTo>
                <a:moveTo>
                  <a:pt x="6445" y="3504"/>
                </a:moveTo>
                <a:lnTo>
                  <a:pt x="6286" y="3504"/>
                </a:lnTo>
                <a:lnTo>
                  <a:pt x="6286" y="3388"/>
                </a:lnTo>
                <a:lnTo>
                  <a:pt x="6445" y="3388"/>
                </a:lnTo>
                <a:lnTo>
                  <a:pt x="6445" y="3504"/>
                </a:lnTo>
                <a:moveTo>
                  <a:pt x="6181" y="3504"/>
                </a:moveTo>
                <a:lnTo>
                  <a:pt x="6022" y="3504"/>
                </a:lnTo>
                <a:lnTo>
                  <a:pt x="6022" y="3388"/>
                </a:lnTo>
                <a:lnTo>
                  <a:pt x="6181" y="3388"/>
                </a:lnTo>
                <a:lnTo>
                  <a:pt x="6181" y="3504"/>
                </a:lnTo>
                <a:moveTo>
                  <a:pt x="5917" y="3504"/>
                </a:moveTo>
                <a:lnTo>
                  <a:pt x="5758" y="3504"/>
                </a:lnTo>
                <a:lnTo>
                  <a:pt x="5758" y="3388"/>
                </a:lnTo>
                <a:lnTo>
                  <a:pt x="5917" y="3388"/>
                </a:lnTo>
                <a:lnTo>
                  <a:pt x="5917" y="3504"/>
                </a:lnTo>
                <a:moveTo>
                  <a:pt x="5653" y="3504"/>
                </a:moveTo>
                <a:lnTo>
                  <a:pt x="5494" y="3504"/>
                </a:lnTo>
                <a:lnTo>
                  <a:pt x="5494" y="3388"/>
                </a:lnTo>
                <a:lnTo>
                  <a:pt x="5653" y="3388"/>
                </a:lnTo>
                <a:lnTo>
                  <a:pt x="5653" y="3504"/>
                </a:lnTo>
                <a:moveTo>
                  <a:pt x="5389" y="3504"/>
                </a:moveTo>
                <a:lnTo>
                  <a:pt x="5230" y="3504"/>
                </a:lnTo>
                <a:lnTo>
                  <a:pt x="5230" y="3388"/>
                </a:lnTo>
                <a:lnTo>
                  <a:pt x="5389" y="3388"/>
                </a:lnTo>
                <a:lnTo>
                  <a:pt x="5389" y="3504"/>
                </a:lnTo>
                <a:moveTo>
                  <a:pt x="5125" y="3504"/>
                </a:moveTo>
                <a:lnTo>
                  <a:pt x="4966" y="3504"/>
                </a:lnTo>
                <a:lnTo>
                  <a:pt x="4966" y="3388"/>
                </a:lnTo>
                <a:lnTo>
                  <a:pt x="5125" y="3388"/>
                </a:lnTo>
                <a:lnTo>
                  <a:pt x="5125" y="3504"/>
                </a:lnTo>
                <a:moveTo>
                  <a:pt x="4861" y="3504"/>
                </a:moveTo>
                <a:lnTo>
                  <a:pt x="4702" y="3504"/>
                </a:lnTo>
                <a:lnTo>
                  <a:pt x="4702" y="3388"/>
                </a:lnTo>
                <a:lnTo>
                  <a:pt x="4861" y="3388"/>
                </a:lnTo>
                <a:lnTo>
                  <a:pt x="4861" y="3504"/>
                </a:lnTo>
                <a:moveTo>
                  <a:pt x="4597" y="3504"/>
                </a:moveTo>
                <a:lnTo>
                  <a:pt x="4438" y="3504"/>
                </a:lnTo>
                <a:lnTo>
                  <a:pt x="4438" y="3388"/>
                </a:lnTo>
                <a:lnTo>
                  <a:pt x="4597" y="3388"/>
                </a:lnTo>
                <a:lnTo>
                  <a:pt x="4597" y="3504"/>
                </a:lnTo>
                <a:moveTo>
                  <a:pt x="4333" y="3504"/>
                </a:moveTo>
                <a:lnTo>
                  <a:pt x="4174" y="3504"/>
                </a:lnTo>
                <a:lnTo>
                  <a:pt x="4174" y="3388"/>
                </a:lnTo>
                <a:lnTo>
                  <a:pt x="4333" y="3388"/>
                </a:lnTo>
                <a:lnTo>
                  <a:pt x="4333" y="3504"/>
                </a:lnTo>
                <a:moveTo>
                  <a:pt x="4069" y="3504"/>
                </a:moveTo>
                <a:lnTo>
                  <a:pt x="3910" y="3504"/>
                </a:lnTo>
                <a:lnTo>
                  <a:pt x="3910" y="3388"/>
                </a:lnTo>
                <a:lnTo>
                  <a:pt x="4069" y="3388"/>
                </a:lnTo>
                <a:lnTo>
                  <a:pt x="4069" y="3504"/>
                </a:lnTo>
                <a:moveTo>
                  <a:pt x="3805" y="3504"/>
                </a:moveTo>
                <a:lnTo>
                  <a:pt x="3646" y="3504"/>
                </a:lnTo>
                <a:lnTo>
                  <a:pt x="3646" y="3388"/>
                </a:lnTo>
                <a:lnTo>
                  <a:pt x="3805" y="3388"/>
                </a:lnTo>
                <a:lnTo>
                  <a:pt x="3805" y="3504"/>
                </a:lnTo>
                <a:moveTo>
                  <a:pt x="3541" y="3504"/>
                </a:moveTo>
                <a:lnTo>
                  <a:pt x="3382" y="3504"/>
                </a:lnTo>
                <a:lnTo>
                  <a:pt x="3382" y="3388"/>
                </a:lnTo>
                <a:lnTo>
                  <a:pt x="3541" y="3388"/>
                </a:lnTo>
                <a:lnTo>
                  <a:pt x="3541" y="3504"/>
                </a:lnTo>
                <a:moveTo>
                  <a:pt x="3277" y="3504"/>
                </a:moveTo>
                <a:lnTo>
                  <a:pt x="3118" y="3504"/>
                </a:lnTo>
                <a:lnTo>
                  <a:pt x="3118" y="3388"/>
                </a:lnTo>
                <a:lnTo>
                  <a:pt x="3277" y="3388"/>
                </a:lnTo>
                <a:lnTo>
                  <a:pt x="3277" y="3504"/>
                </a:lnTo>
                <a:moveTo>
                  <a:pt x="3013" y="3504"/>
                </a:moveTo>
                <a:lnTo>
                  <a:pt x="2854" y="3504"/>
                </a:lnTo>
                <a:lnTo>
                  <a:pt x="2854" y="3388"/>
                </a:lnTo>
                <a:lnTo>
                  <a:pt x="3013" y="3388"/>
                </a:lnTo>
                <a:lnTo>
                  <a:pt x="3013" y="3504"/>
                </a:lnTo>
                <a:moveTo>
                  <a:pt x="2749" y="3504"/>
                </a:moveTo>
                <a:lnTo>
                  <a:pt x="2590" y="3504"/>
                </a:lnTo>
                <a:lnTo>
                  <a:pt x="2590" y="3388"/>
                </a:lnTo>
                <a:lnTo>
                  <a:pt x="2749" y="3388"/>
                </a:lnTo>
                <a:lnTo>
                  <a:pt x="2749" y="3504"/>
                </a:lnTo>
                <a:moveTo>
                  <a:pt x="2485" y="3504"/>
                </a:moveTo>
                <a:lnTo>
                  <a:pt x="2326" y="3504"/>
                </a:lnTo>
                <a:lnTo>
                  <a:pt x="2326" y="3388"/>
                </a:lnTo>
                <a:lnTo>
                  <a:pt x="2485" y="3388"/>
                </a:lnTo>
                <a:lnTo>
                  <a:pt x="2485" y="3504"/>
                </a:lnTo>
                <a:moveTo>
                  <a:pt x="2221" y="3504"/>
                </a:moveTo>
                <a:lnTo>
                  <a:pt x="2062" y="3504"/>
                </a:lnTo>
                <a:lnTo>
                  <a:pt x="2062" y="3388"/>
                </a:lnTo>
                <a:lnTo>
                  <a:pt x="2221" y="3388"/>
                </a:lnTo>
                <a:lnTo>
                  <a:pt x="2221" y="3504"/>
                </a:lnTo>
                <a:moveTo>
                  <a:pt x="1957" y="3504"/>
                </a:moveTo>
                <a:lnTo>
                  <a:pt x="1798" y="3504"/>
                </a:lnTo>
                <a:lnTo>
                  <a:pt x="1798" y="3388"/>
                </a:lnTo>
                <a:lnTo>
                  <a:pt x="1957" y="3388"/>
                </a:lnTo>
                <a:lnTo>
                  <a:pt x="1957" y="3504"/>
                </a:lnTo>
                <a:moveTo>
                  <a:pt x="1693" y="3504"/>
                </a:moveTo>
                <a:lnTo>
                  <a:pt x="1534" y="3504"/>
                </a:lnTo>
                <a:lnTo>
                  <a:pt x="1534" y="3388"/>
                </a:lnTo>
                <a:lnTo>
                  <a:pt x="1693" y="3388"/>
                </a:lnTo>
                <a:lnTo>
                  <a:pt x="1693" y="3504"/>
                </a:lnTo>
                <a:moveTo>
                  <a:pt x="1429" y="3504"/>
                </a:moveTo>
                <a:lnTo>
                  <a:pt x="1270" y="3504"/>
                </a:lnTo>
                <a:lnTo>
                  <a:pt x="1270" y="3388"/>
                </a:lnTo>
                <a:lnTo>
                  <a:pt x="1429" y="3388"/>
                </a:lnTo>
                <a:lnTo>
                  <a:pt x="1429" y="3504"/>
                </a:lnTo>
                <a:moveTo>
                  <a:pt x="1165" y="3504"/>
                </a:moveTo>
                <a:lnTo>
                  <a:pt x="1006" y="3504"/>
                </a:lnTo>
                <a:lnTo>
                  <a:pt x="1006" y="3388"/>
                </a:lnTo>
                <a:lnTo>
                  <a:pt x="1165" y="3388"/>
                </a:lnTo>
                <a:lnTo>
                  <a:pt x="1165" y="3504"/>
                </a:lnTo>
                <a:moveTo>
                  <a:pt x="901" y="3504"/>
                </a:moveTo>
                <a:lnTo>
                  <a:pt x="742" y="3504"/>
                </a:lnTo>
                <a:lnTo>
                  <a:pt x="742" y="3388"/>
                </a:lnTo>
                <a:lnTo>
                  <a:pt x="901" y="3388"/>
                </a:lnTo>
                <a:lnTo>
                  <a:pt x="901" y="3504"/>
                </a:lnTo>
                <a:moveTo>
                  <a:pt x="637" y="3504"/>
                </a:moveTo>
                <a:lnTo>
                  <a:pt x="478" y="3504"/>
                </a:lnTo>
                <a:lnTo>
                  <a:pt x="478" y="3388"/>
                </a:lnTo>
                <a:lnTo>
                  <a:pt x="637" y="3388"/>
                </a:lnTo>
                <a:lnTo>
                  <a:pt x="637" y="3504"/>
                </a:lnTo>
                <a:moveTo>
                  <a:pt x="373" y="3504"/>
                </a:moveTo>
                <a:lnTo>
                  <a:pt x="214" y="3504"/>
                </a:lnTo>
                <a:lnTo>
                  <a:pt x="214" y="3388"/>
                </a:lnTo>
                <a:lnTo>
                  <a:pt x="373" y="3388"/>
                </a:lnTo>
                <a:lnTo>
                  <a:pt x="373" y="3504"/>
                </a:lnTo>
                <a:moveTo>
                  <a:pt x="90" y="3495"/>
                </a:moveTo>
                <a:cubicBezTo>
                  <a:pt x="30" y="3473"/>
                  <a:pt x="0" y="3430"/>
                  <a:pt x="0" y="3367"/>
                </a:cubicBezTo>
                <a:lnTo>
                  <a:pt x="0" y="3300"/>
                </a:lnTo>
                <a:lnTo>
                  <a:pt x="117" y="3300"/>
                </a:lnTo>
                <a:lnTo>
                  <a:pt x="117" y="3367"/>
                </a:lnTo>
                <a:cubicBezTo>
                  <a:pt x="117" y="3376"/>
                  <a:pt x="121" y="3383"/>
                  <a:pt x="131" y="3386"/>
                </a:cubicBezTo>
                <a:lnTo>
                  <a:pt x="90" y="3495"/>
                </a:lnTo>
                <a:moveTo>
                  <a:pt x="0" y="3195"/>
                </a:moveTo>
                <a:lnTo>
                  <a:pt x="0" y="3036"/>
                </a:lnTo>
                <a:lnTo>
                  <a:pt x="117" y="3036"/>
                </a:lnTo>
                <a:lnTo>
                  <a:pt x="117" y="3195"/>
                </a:lnTo>
                <a:lnTo>
                  <a:pt x="0" y="3195"/>
                </a:lnTo>
                <a:moveTo>
                  <a:pt x="0" y="2931"/>
                </a:moveTo>
                <a:lnTo>
                  <a:pt x="0" y="2772"/>
                </a:lnTo>
                <a:lnTo>
                  <a:pt x="117" y="2772"/>
                </a:lnTo>
                <a:lnTo>
                  <a:pt x="117" y="2931"/>
                </a:lnTo>
                <a:lnTo>
                  <a:pt x="0" y="2931"/>
                </a:lnTo>
                <a:moveTo>
                  <a:pt x="0" y="2666"/>
                </a:moveTo>
                <a:lnTo>
                  <a:pt x="0" y="2507"/>
                </a:lnTo>
                <a:lnTo>
                  <a:pt x="117" y="2507"/>
                </a:lnTo>
                <a:lnTo>
                  <a:pt x="117" y="2666"/>
                </a:lnTo>
                <a:lnTo>
                  <a:pt x="0" y="2666"/>
                </a:lnTo>
                <a:moveTo>
                  <a:pt x="0" y="2402"/>
                </a:moveTo>
                <a:lnTo>
                  <a:pt x="0" y="2243"/>
                </a:lnTo>
                <a:lnTo>
                  <a:pt x="117" y="2243"/>
                </a:lnTo>
                <a:lnTo>
                  <a:pt x="117" y="2402"/>
                </a:lnTo>
                <a:lnTo>
                  <a:pt x="0" y="2402"/>
                </a:lnTo>
                <a:moveTo>
                  <a:pt x="0" y="2138"/>
                </a:moveTo>
                <a:lnTo>
                  <a:pt x="0" y="1979"/>
                </a:lnTo>
                <a:lnTo>
                  <a:pt x="117" y="1979"/>
                </a:lnTo>
                <a:lnTo>
                  <a:pt x="117" y="2138"/>
                </a:lnTo>
                <a:lnTo>
                  <a:pt x="0" y="2138"/>
                </a:lnTo>
                <a:moveTo>
                  <a:pt x="0" y="1874"/>
                </a:moveTo>
                <a:lnTo>
                  <a:pt x="0" y="1715"/>
                </a:lnTo>
                <a:lnTo>
                  <a:pt x="117" y="1715"/>
                </a:lnTo>
                <a:lnTo>
                  <a:pt x="117" y="1874"/>
                </a:lnTo>
                <a:lnTo>
                  <a:pt x="0" y="1874"/>
                </a:lnTo>
                <a:moveTo>
                  <a:pt x="0" y="1610"/>
                </a:moveTo>
                <a:lnTo>
                  <a:pt x="0" y="1451"/>
                </a:lnTo>
                <a:lnTo>
                  <a:pt x="117" y="1451"/>
                </a:lnTo>
                <a:lnTo>
                  <a:pt x="117" y="1610"/>
                </a:lnTo>
                <a:lnTo>
                  <a:pt x="0" y="1610"/>
                </a:lnTo>
                <a:moveTo>
                  <a:pt x="0" y="1346"/>
                </a:moveTo>
                <a:lnTo>
                  <a:pt x="0" y="1187"/>
                </a:lnTo>
                <a:lnTo>
                  <a:pt x="117" y="1187"/>
                </a:lnTo>
                <a:lnTo>
                  <a:pt x="117" y="1346"/>
                </a:lnTo>
                <a:lnTo>
                  <a:pt x="0" y="1346"/>
                </a:lnTo>
                <a:moveTo>
                  <a:pt x="0" y="1082"/>
                </a:moveTo>
                <a:lnTo>
                  <a:pt x="0" y="923"/>
                </a:lnTo>
                <a:lnTo>
                  <a:pt x="117" y="923"/>
                </a:lnTo>
                <a:lnTo>
                  <a:pt x="117" y="1082"/>
                </a:lnTo>
                <a:lnTo>
                  <a:pt x="0" y="1082"/>
                </a:lnTo>
                <a:moveTo>
                  <a:pt x="0" y="818"/>
                </a:moveTo>
                <a:lnTo>
                  <a:pt x="0" y="659"/>
                </a:lnTo>
                <a:lnTo>
                  <a:pt x="117" y="659"/>
                </a:lnTo>
                <a:lnTo>
                  <a:pt x="117" y="818"/>
                </a:lnTo>
                <a:lnTo>
                  <a:pt x="0" y="818"/>
                </a:lnTo>
                <a:moveTo>
                  <a:pt x="0" y="554"/>
                </a:moveTo>
                <a:lnTo>
                  <a:pt x="0" y="395"/>
                </a:lnTo>
                <a:lnTo>
                  <a:pt x="117" y="395"/>
                </a:lnTo>
                <a:lnTo>
                  <a:pt x="117" y="554"/>
                </a:lnTo>
                <a:lnTo>
                  <a:pt x="0" y="554"/>
                </a:lnTo>
                <a:moveTo>
                  <a:pt x="0" y="290"/>
                </a:moveTo>
                <a:lnTo>
                  <a:pt x="0" y="138"/>
                </a:lnTo>
                <a:cubicBezTo>
                  <a:pt x="0" y="134"/>
                  <a:pt x="1" y="131"/>
                  <a:pt x="1" y="127"/>
                </a:cubicBezTo>
                <a:lnTo>
                  <a:pt x="117" y="136"/>
                </a:lnTo>
                <a:cubicBezTo>
                  <a:pt x="117" y="137"/>
                  <a:pt x="117" y="137"/>
                  <a:pt x="117" y="138"/>
                </a:cubicBezTo>
                <a:lnTo>
                  <a:pt x="117" y="290"/>
                </a:lnTo>
                <a:lnTo>
                  <a:pt x="0" y="290"/>
                </a:lnTo>
                <a:moveTo>
                  <a:pt x="122" y="1"/>
                </a:moveTo>
                <a:cubicBezTo>
                  <a:pt x="127" y="0"/>
                  <a:pt x="133" y="0"/>
                  <a:pt x="138" y="0"/>
                </a:cubicBezTo>
                <a:lnTo>
                  <a:pt x="297" y="0"/>
                </a:lnTo>
                <a:lnTo>
                  <a:pt x="297" y="117"/>
                </a:lnTo>
                <a:lnTo>
                  <a:pt x="138" y="117"/>
                </a:lnTo>
                <a:cubicBezTo>
                  <a:pt x="137" y="117"/>
                  <a:pt x="137" y="117"/>
                  <a:pt x="136" y="117"/>
                </a:cubicBezTo>
                <a:lnTo>
                  <a:pt x="122" y="1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8751240" y="4712760"/>
            <a:ext cx="3223800" cy="1261440"/>
          </a:xfrm>
          <a:custGeom>
            <a:avLst/>
            <a:gdLst/>
            <a:ahLst/>
            <a:rect l="0" t="0" r="r" b="b"/>
            <a:pathLst>
              <a:path w="8955" h="3504">
                <a:moveTo>
                  <a:pt x="402" y="0"/>
                </a:moveTo>
                <a:lnTo>
                  <a:pt x="561" y="0"/>
                </a:lnTo>
                <a:lnTo>
                  <a:pt x="561" y="117"/>
                </a:lnTo>
                <a:lnTo>
                  <a:pt x="402" y="117"/>
                </a:lnTo>
                <a:lnTo>
                  <a:pt x="402" y="0"/>
                </a:lnTo>
                <a:moveTo>
                  <a:pt x="666" y="0"/>
                </a:moveTo>
                <a:lnTo>
                  <a:pt x="825" y="0"/>
                </a:lnTo>
                <a:lnTo>
                  <a:pt x="825" y="117"/>
                </a:lnTo>
                <a:lnTo>
                  <a:pt x="666" y="117"/>
                </a:lnTo>
                <a:lnTo>
                  <a:pt x="666" y="0"/>
                </a:lnTo>
                <a:moveTo>
                  <a:pt x="930" y="0"/>
                </a:moveTo>
                <a:lnTo>
                  <a:pt x="1089" y="0"/>
                </a:lnTo>
                <a:lnTo>
                  <a:pt x="1089" y="117"/>
                </a:lnTo>
                <a:lnTo>
                  <a:pt x="930" y="117"/>
                </a:lnTo>
                <a:lnTo>
                  <a:pt x="930" y="0"/>
                </a:lnTo>
                <a:moveTo>
                  <a:pt x="1194" y="0"/>
                </a:moveTo>
                <a:lnTo>
                  <a:pt x="1353" y="0"/>
                </a:lnTo>
                <a:lnTo>
                  <a:pt x="1353" y="117"/>
                </a:lnTo>
                <a:lnTo>
                  <a:pt x="1194" y="117"/>
                </a:lnTo>
                <a:lnTo>
                  <a:pt x="1194" y="0"/>
                </a:lnTo>
                <a:moveTo>
                  <a:pt x="1458" y="0"/>
                </a:moveTo>
                <a:lnTo>
                  <a:pt x="1617" y="0"/>
                </a:lnTo>
                <a:lnTo>
                  <a:pt x="1617" y="117"/>
                </a:lnTo>
                <a:lnTo>
                  <a:pt x="1458" y="117"/>
                </a:lnTo>
                <a:lnTo>
                  <a:pt x="1458" y="0"/>
                </a:lnTo>
                <a:moveTo>
                  <a:pt x="1722" y="0"/>
                </a:moveTo>
                <a:lnTo>
                  <a:pt x="1881" y="0"/>
                </a:lnTo>
                <a:lnTo>
                  <a:pt x="1881" y="117"/>
                </a:lnTo>
                <a:lnTo>
                  <a:pt x="1722" y="117"/>
                </a:lnTo>
                <a:lnTo>
                  <a:pt x="1722" y="0"/>
                </a:lnTo>
                <a:moveTo>
                  <a:pt x="1986" y="0"/>
                </a:moveTo>
                <a:lnTo>
                  <a:pt x="2145" y="0"/>
                </a:lnTo>
                <a:lnTo>
                  <a:pt x="2145" y="117"/>
                </a:lnTo>
                <a:lnTo>
                  <a:pt x="1986" y="117"/>
                </a:lnTo>
                <a:lnTo>
                  <a:pt x="1986" y="0"/>
                </a:lnTo>
                <a:moveTo>
                  <a:pt x="2250" y="0"/>
                </a:moveTo>
                <a:lnTo>
                  <a:pt x="2409" y="0"/>
                </a:lnTo>
                <a:lnTo>
                  <a:pt x="2409" y="117"/>
                </a:lnTo>
                <a:lnTo>
                  <a:pt x="2250" y="117"/>
                </a:lnTo>
                <a:lnTo>
                  <a:pt x="2250" y="0"/>
                </a:lnTo>
                <a:moveTo>
                  <a:pt x="2514" y="0"/>
                </a:moveTo>
                <a:lnTo>
                  <a:pt x="2673" y="0"/>
                </a:lnTo>
                <a:lnTo>
                  <a:pt x="2673" y="117"/>
                </a:lnTo>
                <a:lnTo>
                  <a:pt x="2514" y="117"/>
                </a:lnTo>
                <a:lnTo>
                  <a:pt x="2514" y="0"/>
                </a:lnTo>
                <a:moveTo>
                  <a:pt x="2778" y="0"/>
                </a:moveTo>
                <a:lnTo>
                  <a:pt x="2937" y="0"/>
                </a:lnTo>
                <a:lnTo>
                  <a:pt x="2937" y="117"/>
                </a:lnTo>
                <a:lnTo>
                  <a:pt x="2778" y="117"/>
                </a:lnTo>
                <a:lnTo>
                  <a:pt x="2778" y="0"/>
                </a:lnTo>
                <a:moveTo>
                  <a:pt x="3042" y="0"/>
                </a:moveTo>
                <a:lnTo>
                  <a:pt x="3201" y="0"/>
                </a:lnTo>
                <a:lnTo>
                  <a:pt x="3201" y="117"/>
                </a:lnTo>
                <a:lnTo>
                  <a:pt x="3042" y="117"/>
                </a:lnTo>
                <a:lnTo>
                  <a:pt x="3042" y="0"/>
                </a:lnTo>
                <a:moveTo>
                  <a:pt x="3306" y="0"/>
                </a:moveTo>
                <a:lnTo>
                  <a:pt x="3465" y="0"/>
                </a:lnTo>
                <a:lnTo>
                  <a:pt x="3465" y="117"/>
                </a:lnTo>
                <a:lnTo>
                  <a:pt x="3306" y="117"/>
                </a:lnTo>
                <a:lnTo>
                  <a:pt x="3306" y="0"/>
                </a:lnTo>
                <a:moveTo>
                  <a:pt x="3570" y="0"/>
                </a:moveTo>
                <a:lnTo>
                  <a:pt x="3729" y="0"/>
                </a:lnTo>
                <a:lnTo>
                  <a:pt x="3729" y="117"/>
                </a:lnTo>
                <a:lnTo>
                  <a:pt x="3570" y="117"/>
                </a:lnTo>
                <a:lnTo>
                  <a:pt x="3570" y="0"/>
                </a:lnTo>
                <a:moveTo>
                  <a:pt x="3834" y="0"/>
                </a:moveTo>
                <a:lnTo>
                  <a:pt x="3993" y="0"/>
                </a:lnTo>
                <a:lnTo>
                  <a:pt x="3993" y="117"/>
                </a:lnTo>
                <a:lnTo>
                  <a:pt x="3834" y="117"/>
                </a:lnTo>
                <a:lnTo>
                  <a:pt x="3834" y="0"/>
                </a:lnTo>
                <a:moveTo>
                  <a:pt x="4098" y="0"/>
                </a:moveTo>
                <a:lnTo>
                  <a:pt x="4257" y="0"/>
                </a:lnTo>
                <a:lnTo>
                  <a:pt x="4257" y="117"/>
                </a:lnTo>
                <a:lnTo>
                  <a:pt x="4098" y="117"/>
                </a:lnTo>
                <a:lnTo>
                  <a:pt x="4098" y="0"/>
                </a:lnTo>
                <a:moveTo>
                  <a:pt x="4362" y="0"/>
                </a:moveTo>
                <a:lnTo>
                  <a:pt x="4521" y="0"/>
                </a:lnTo>
                <a:lnTo>
                  <a:pt x="4521" y="117"/>
                </a:lnTo>
                <a:lnTo>
                  <a:pt x="4362" y="117"/>
                </a:lnTo>
                <a:lnTo>
                  <a:pt x="4362" y="0"/>
                </a:lnTo>
                <a:moveTo>
                  <a:pt x="4626" y="0"/>
                </a:moveTo>
                <a:lnTo>
                  <a:pt x="4785" y="0"/>
                </a:lnTo>
                <a:lnTo>
                  <a:pt x="4785" y="117"/>
                </a:lnTo>
                <a:lnTo>
                  <a:pt x="4626" y="117"/>
                </a:lnTo>
                <a:lnTo>
                  <a:pt x="4626" y="0"/>
                </a:lnTo>
                <a:moveTo>
                  <a:pt x="4890" y="0"/>
                </a:moveTo>
                <a:lnTo>
                  <a:pt x="5049" y="0"/>
                </a:lnTo>
                <a:lnTo>
                  <a:pt x="5049" y="117"/>
                </a:lnTo>
                <a:lnTo>
                  <a:pt x="4890" y="117"/>
                </a:lnTo>
                <a:lnTo>
                  <a:pt x="4890" y="0"/>
                </a:lnTo>
                <a:moveTo>
                  <a:pt x="5154" y="0"/>
                </a:moveTo>
                <a:lnTo>
                  <a:pt x="5313" y="0"/>
                </a:lnTo>
                <a:lnTo>
                  <a:pt x="5313" y="117"/>
                </a:lnTo>
                <a:lnTo>
                  <a:pt x="5154" y="117"/>
                </a:lnTo>
                <a:lnTo>
                  <a:pt x="5154" y="0"/>
                </a:lnTo>
                <a:moveTo>
                  <a:pt x="5418" y="0"/>
                </a:moveTo>
                <a:lnTo>
                  <a:pt x="5577" y="0"/>
                </a:lnTo>
                <a:lnTo>
                  <a:pt x="5577" y="117"/>
                </a:lnTo>
                <a:lnTo>
                  <a:pt x="5418" y="117"/>
                </a:lnTo>
                <a:lnTo>
                  <a:pt x="5418" y="0"/>
                </a:lnTo>
                <a:moveTo>
                  <a:pt x="5682" y="0"/>
                </a:moveTo>
                <a:lnTo>
                  <a:pt x="5841" y="0"/>
                </a:lnTo>
                <a:lnTo>
                  <a:pt x="5841" y="117"/>
                </a:lnTo>
                <a:lnTo>
                  <a:pt x="5682" y="117"/>
                </a:lnTo>
                <a:lnTo>
                  <a:pt x="5682" y="0"/>
                </a:lnTo>
                <a:moveTo>
                  <a:pt x="5946" y="0"/>
                </a:moveTo>
                <a:lnTo>
                  <a:pt x="6105" y="0"/>
                </a:lnTo>
                <a:lnTo>
                  <a:pt x="6105" y="117"/>
                </a:lnTo>
                <a:lnTo>
                  <a:pt x="5946" y="117"/>
                </a:lnTo>
                <a:lnTo>
                  <a:pt x="5946" y="0"/>
                </a:lnTo>
                <a:moveTo>
                  <a:pt x="6210" y="0"/>
                </a:moveTo>
                <a:lnTo>
                  <a:pt x="6369" y="0"/>
                </a:lnTo>
                <a:lnTo>
                  <a:pt x="6369" y="117"/>
                </a:lnTo>
                <a:lnTo>
                  <a:pt x="6210" y="117"/>
                </a:lnTo>
                <a:lnTo>
                  <a:pt x="6210" y="0"/>
                </a:lnTo>
                <a:moveTo>
                  <a:pt x="6474" y="0"/>
                </a:moveTo>
                <a:lnTo>
                  <a:pt x="6633" y="0"/>
                </a:lnTo>
                <a:lnTo>
                  <a:pt x="6633" y="117"/>
                </a:lnTo>
                <a:lnTo>
                  <a:pt x="6474" y="117"/>
                </a:lnTo>
                <a:lnTo>
                  <a:pt x="6474" y="0"/>
                </a:lnTo>
                <a:moveTo>
                  <a:pt x="6738" y="0"/>
                </a:moveTo>
                <a:lnTo>
                  <a:pt x="6897" y="0"/>
                </a:lnTo>
                <a:lnTo>
                  <a:pt x="6897" y="117"/>
                </a:lnTo>
                <a:lnTo>
                  <a:pt x="6738" y="117"/>
                </a:lnTo>
                <a:lnTo>
                  <a:pt x="6738" y="0"/>
                </a:lnTo>
                <a:moveTo>
                  <a:pt x="7002" y="0"/>
                </a:moveTo>
                <a:lnTo>
                  <a:pt x="7162" y="0"/>
                </a:lnTo>
                <a:lnTo>
                  <a:pt x="7162" y="117"/>
                </a:lnTo>
                <a:lnTo>
                  <a:pt x="7002" y="117"/>
                </a:lnTo>
                <a:lnTo>
                  <a:pt x="7002" y="0"/>
                </a:lnTo>
                <a:moveTo>
                  <a:pt x="7267" y="0"/>
                </a:moveTo>
                <a:lnTo>
                  <a:pt x="7426" y="0"/>
                </a:lnTo>
                <a:lnTo>
                  <a:pt x="7426" y="117"/>
                </a:lnTo>
                <a:lnTo>
                  <a:pt x="7267" y="117"/>
                </a:lnTo>
                <a:lnTo>
                  <a:pt x="7267" y="0"/>
                </a:lnTo>
                <a:moveTo>
                  <a:pt x="7531" y="0"/>
                </a:moveTo>
                <a:lnTo>
                  <a:pt x="7690" y="0"/>
                </a:lnTo>
                <a:lnTo>
                  <a:pt x="7690" y="117"/>
                </a:lnTo>
                <a:lnTo>
                  <a:pt x="7531" y="117"/>
                </a:lnTo>
                <a:lnTo>
                  <a:pt x="7531" y="0"/>
                </a:lnTo>
                <a:moveTo>
                  <a:pt x="7795" y="0"/>
                </a:moveTo>
                <a:lnTo>
                  <a:pt x="7954" y="0"/>
                </a:lnTo>
                <a:lnTo>
                  <a:pt x="7954" y="117"/>
                </a:lnTo>
                <a:lnTo>
                  <a:pt x="7795" y="117"/>
                </a:lnTo>
                <a:lnTo>
                  <a:pt x="7795" y="0"/>
                </a:lnTo>
                <a:moveTo>
                  <a:pt x="8059" y="0"/>
                </a:moveTo>
                <a:lnTo>
                  <a:pt x="8218" y="0"/>
                </a:lnTo>
                <a:lnTo>
                  <a:pt x="8218" y="117"/>
                </a:lnTo>
                <a:lnTo>
                  <a:pt x="8059" y="117"/>
                </a:lnTo>
                <a:lnTo>
                  <a:pt x="8059" y="0"/>
                </a:lnTo>
                <a:moveTo>
                  <a:pt x="8323" y="0"/>
                </a:moveTo>
                <a:lnTo>
                  <a:pt x="8482" y="0"/>
                </a:lnTo>
                <a:lnTo>
                  <a:pt x="8482" y="117"/>
                </a:lnTo>
                <a:lnTo>
                  <a:pt x="8323" y="117"/>
                </a:lnTo>
                <a:lnTo>
                  <a:pt x="8323" y="0"/>
                </a:lnTo>
                <a:moveTo>
                  <a:pt x="8587" y="0"/>
                </a:moveTo>
                <a:lnTo>
                  <a:pt x="8746" y="0"/>
                </a:lnTo>
                <a:lnTo>
                  <a:pt x="8746" y="117"/>
                </a:lnTo>
                <a:lnTo>
                  <a:pt x="8587" y="117"/>
                </a:lnTo>
                <a:lnTo>
                  <a:pt x="8587" y="0"/>
                </a:lnTo>
                <a:moveTo>
                  <a:pt x="8874" y="12"/>
                </a:moveTo>
                <a:cubicBezTo>
                  <a:pt x="8928" y="37"/>
                  <a:pt x="8955" y="78"/>
                  <a:pt x="8955" y="138"/>
                </a:cubicBezTo>
                <a:lnTo>
                  <a:pt x="8955" y="209"/>
                </a:lnTo>
                <a:lnTo>
                  <a:pt x="8838" y="209"/>
                </a:lnTo>
                <a:lnTo>
                  <a:pt x="8838" y="138"/>
                </a:lnTo>
                <a:cubicBezTo>
                  <a:pt x="8838" y="129"/>
                  <a:pt x="8834" y="122"/>
                  <a:pt x="8826" y="118"/>
                </a:cubicBezTo>
                <a:lnTo>
                  <a:pt x="8874" y="12"/>
                </a:lnTo>
                <a:moveTo>
                  <a:pt x="8955" y="314"/>
                </a:moveTo>
                <a:lnTo>
                  <a:pt x="8955" y="473"/>
                </a:lnTo>
                <a:lnTo>
                  <a:pt x="8838" y="473"/>
                </a:lnTo>
                <a:lnTo>
                  <a:pt x="8838" y="314"/>
                </a:lnTo>
                <a:lnTo>
                  <a:pt x="8955" y="314"/>
                </a:lnTo>
                <a:moveTo>
                  <a:pt x="8955" y="578"/>
                </a:moveTo>
                <a:lnTo>
                  <a:pt x="8955" y="737"/>
                </a:lnTo>
                <a:lnTo>
                  <a:pt x="8838" y="737"/>
                </a:lnTo>
                <a:lnTo>
                  <a:pt x="8838" y="578"/>
                </a:lnTo>
                <a:lnTo>
                  <a:pt x="8955" y="578"/>
                </a:lnTo>
                <a:moveTo>
                  <a:pt x="8955" y="842"/>
                </a:moveTo>
                <a:lnTo>
                  <a:pt x="8955" y="1001"/>
                </a:lnTo>
                <a:lnTo>
                  <a:pt x="8838" y="1001"/>
                </a:lnTo>
                <a:lnTo>
                  <a:pt x="8838" y="842"/>
                </a:lnTo>
                <a:lnTo>
                  <a:pt x="8955" y="842"/>
                </a:lnTo>
                <a:moveTo>
                  <a:pt x="8955" y="1106"/>
                </a:moveTo>
                <a:lnTo>
                  <a:pt x="8955" y="1265"/>
                </a:lnTo>
                <a:lnTo>
                  <a:pt x="8838" y="1265"/>
                </a:lnTo>
                <a:lnTo>
                  <a:pt x="8838" y="1106"/>
                </a:lnTo>
                <a:lnTo>
                  <a:pt x="8955" y="1106"/>
                </a:lnTo>
                <a:moveTo>
                  <a:pt x="8955" y="1370"/>
                </a:moveTo>
                <a:lnTo>
                  <a:pt x="8955" y="1529"/>
                </a:lnTo>
                <a:lnTo>
                  <a:pt x="8838" y="1529"/>
                </a:lnTo>
                <a:lnTo>
                  <a:pt x="8838" y="1370"/>
                </a:lnTo>
                <a:lnTo>
                  <a:pt x="8955" y="1370"/>
                </a:lnTo>
                <a:moveTo>
                  <a:pt x="8955" y="1634"/>
                </a:moveTo>
                <a:lnTo>
                  <a:pt x="8955" y="1793"/>
                </a:lnTo>
                <a:lnTo>
                  <a:pt x="8838" y="1793"/>
                </a:lnTo>
                <a:lnTo>
                  <a:pt x="8838" y="1634"/>
                </a:lnTo>
                <a:lnTo>
                  <a:pt x="8955" y="1634"/>
                </a:lnTo>
                <a:moveTo>
                  <a:pt x="8955" y="1898"/>
                </a:moveTo>
                <a:lnTo>
                  <a:pt x="8955" y="2057"/>
                </a:lnTo>
                <a:lnTo>
                  <a:pt x="8838" y="2057"/>
                </a:lnTo>
                <a:lnTo>
                  <a:pt x="8838" y="1898"/>
                </a:lnTo>
                <a:lnTo>
                  <a:pt x="8955" y="1898"/>
                </a:lnTo>
                <a:moveTo>
                  <a:pt x="8955" y="2162"/>
                </a:moveTo>
                <a:lnTo>
                  <a:pt x="8955" y="2321"/>
                </a:lnTo>
                <a:lnTo>
                  <a:pt x="8838" y="2321"/>
                </a:lnTo>
                <a:lnTo>
                  <a:pt x="8838" y="2162"/>
                </a:lnTo>
                <a:lnTo>
                  <a:pt x="8955" y="2162"/>
                </a:lnTo>
                <a:moveTo>
                  <a:pt x="8955" y="2426"/>
                </a:moveTo>
                <a:lnTo>
                  <a:pt x="8955" y="2585"/>
                </a:lnTo>
                <a:lnTo>
                  <a:pt x="8838" y="2585"/>
                </a:lnTo>
                <a:lnTo>
                  <a:pt x="8838" y="2426"/>
                </a:lnTo>
                <a:lnTo>
                  <a:pt x="8955" y="2426"/>
                </a:lnTo>
                <a:moveTo>
                  <a:pt x="8955" y="2691"/>
                </a:moveTo>
                <a:lnTo>
                  <a:pt x="8955" y="2850"/>
                </a:lnTo>
                <a:lnTo>
                  <a:pt x="8838" y="2850"/>
                </a:lnTo>
                <a:lnTo>
                  <a:pt x="8838" y="2691"/>
                </a:lnTo>
                <a:lnTo>
                  <a:pt x="8955" y="2691"/>
                </a:lnTo>
                <a:moveTo>
                  <a:pt x="8955" y="2955"/>
                </a:moveTo>
                <a:lnTo>
                  <a:pt x="8955" y="3114"/>
                </a:lnTo>
                <a:lnTo>
                  <a:pt x="8838" y="3114"/>
                </a:lnTo>
                <a:lnTo>
                  <a:pt x="8838" y="2955"/>
                </a:lnTo>
                <a:lnTo>
                  <a:pt x="8955" y="2955"/>
                </a:lnTo>
                <a:moveTo>
                  <a:pt x="8955" y="3219"/>
                </a:moveTo>
                <a:lnTo>
                  <a:pt x="8955" y="3367"/>
                </a:lnTo>
                <a:cubicBezTo>
                  <a:pt x="8955" y="3373"/>
                  <a:pt x="8954" y="3379"/>
                  <a:pt x="8954" y="3385"/>
                </a:cubicBezTo>
                <a:lnTo>
                  <a:pt x="8838" y="3369"/>
                </a:lnTo>
                <a:cubicBezTo>
                  <a:pt x="8838" y="3368"/>
                  <a:pt x="8838" y="3368"/>
                  <a:pt x="8838" y="3367"/>
                </a:cubicBezTo>
                <a:lnTo>
                  <a:pt x="8838" y="3219"/>
                </a:lnTo>
                <a:lnTo>
                  <a:pt x="8955" y="3219"/>
                </a:lnTo>
                <a:moveTo>
                  <a:pt x="8826" y="3504"/>
                </a:moveTo>
                <a:cubicBezTo>
                  <a:pt x="8823" y="3504"/>
                  <a:pt x="8820" y="3504"/>
                  <a:pt x="8817" y="3504"/>
                </a:cubicBezTo>
                <a:lnTo>
                  <a:pt x="8663" y="3504"/>
                </a:lnTo>
                <a:lnTo>
                  <a:pt x="8663" y="3388"/>
                </a:lnTo>
                <a:lnTo>
                  <a:pt x="8817" y="3388"/>
                </a:lnTo>
                <a:lnTo>
                  <a:pt x="8818" y="3388"/>
                </a:lnTo>
                <a:lnTo>
                  <a:pt x="8826" y="3504"/>
                </a:lnTo>
                <a:moveTo>
                  <a:pt x="8558" y="3504"/>
                </a:moveTo>
                <a:lnTo>
                  <a:pt x="8399" y="3504"/>
                </a:lnTo>
                <a:lnTo>
                  <a:pt x="8399" y="3388"/>
                </a:lnTo>
                <a:lnTo>
                  <a:pt x="8558" y="3388"/>
                </a:lnTo>
                <a:lnTo>
                  <a:pt x="8558" y="3504"/>
                </a:lnTo>
                <a:moveTo>
                  <a:pt x="8294" y="3504"/>
                </a:moveTo>
                <a:lnTo>
                  <a:pt x="8135" y="3504"/>
                </a:lnTo>
                <a:lnTo>
                  <a:pt x="8135" y="3388"/>
                </a:lnTo>
                <a:lnTo>
                  <a:pt x="8294" y="3388"/>
                </a:lnTo>
                <a:lnTo>
                  <a:pt x="8294" y="3504"/>
                </a:lnTo>
                <a:moveTo>
                  <a:pt x="8030" y="3504"/>
                </a:moveTo>
                <a:lnTo>
                  <a:pt x="7871" y="3504"/>
                </a:lnTo>
                <a:lnTo>
                  <a:pt x="7871" y="3388"/>
                </a:lnTo>
                <a:lnTo>
                  <a:pt x="8030" y="3388"/>
                </a:lnTo>
                <a:lnTo>
                  <a:pt x="8030" y="3504"/>
                </a:lnTo>
                <a:moveTo>
                  <a:pt x="7766" y="3504"/>
                </a:moveTo>
                <a:lnTo>
                  <a:pt x="7607" y="3504"/>
                </a:lnTo>
                <a:lnTo>
                  <a:pt x="7607" y="3388"/>
                </a:lnTo>
                <a:lnTo>
                  <a:pt x="7766" y="3388"/>
                </a:lnTo>
                <a:lnTo>
                  <a:pt x="7766" y="3504"/>
                </a:lnTo>
                <a:moveTo>
                  <a:pt x="7502" y="3504"/>
                </a:moveTo>
                <a:lnTo>
                  <a:pt x="7343" y="3504"/>
                </a:lnTo>
                <a:lnTo>
                  <a:pt x="7343" y="3388"/>
                </a:lnTo>
                <a:lnTo>
                  <a:pt x="7502" y="3388"/>
                </a:lnTo>
                <a:lnTo>
                  <a:pt x="7502" y="3504"/>
                </a:lnTo>
                <a:moveTo>
                  <a:pt x="7238" y="3504"/>
                </a:moveTo>
                <a:lnTo>
                  <a:pt x="7079" y="3504"/>
                </a:lnTo>
                <a:lnTo>
                  <a:pt x="7079" y="3388"/>
                </a:lnTo>
                <a:lnTo>
                  <a:pt x="7238" y="3388"/>
                </a:lnTo>
                <a:lnTo>
                  <a:pt x="7238" y="3504"/>
                </a:lnTo>
                <a:moveTo>
                  <a:pt x="6973" y="3504"/>
                </a:moveTo>
                <a:lnTo>
                  <a:pt x="6814" y="3504"/>
                </a:lnTo>
                <a:lnTo>
                  <a:pt x="6814" y="3388"/>
                </a:lnTo>
                <a:lnTo>
                  <a:pt x="6973" y="3388"/>
                </a:lnTo>
                <a:lnTo>
                  <a:pt x="6973" y="3504"/>
                </a:lnTo>
                <a:moveTo>
                  <a:pt x="6709" y="3504"/>
                </a:moveTo>
                <a:lnTo>
                  <a:pt x="6550" y="3504"/>
                </a:lnTo>
                <a:lnTo>
                  <a:pt x="6550" y="3388"/>
                </a:lnTo>
                <a:lnTo>
                  <a:pt x="6709" y="3388"/>
                </a:lnTo>
                <a:lnTo>
                  <a:pt x="6709" y="3504"/>
                </a:lnTo>
                <a:moveTo>
                  <a:pt x="6445" y="3504"/>
                </a:moveTo>
                <a:lnTo>
                  <a:pt x="6286" y="3504"/>
                </a:lnTo>
                <a:lnTo>
                  <a:pt x="6286" y="3388"/>
                </a:lnTo>
                <a:lnTo>
                  <a:pt x="6445" y="3388"/>
                </a:lnTo>
                <a:lnTo>
                  <a:pt x="6445" y="3504"/>
                </a:lnTo>
                <a:moveTo>
                  <a:pt x="6181" y="3504"/>
                </a:moveTo>
                <a:lnTo>
                  <a:pt x="6022" y="3504"/>
                </a:lnTo>
                <a:lnTo>
                  <a:pt x="6022" y="3388"/>
                </a:lnTo>
                <a:lnTo>
                  <a:pt x="6181" y="3388"/>
                </a:lnTo>
                <a:lnTo>
                  <a:pt x="6181" y="3504"/>
                </a:lnTo>
                <a:moveTo>
                  <a:pt x="5917" y="3504"/>
                </a:moveTo>
                <a:lnTo>
                  <a:pt x="5758" y="3504"/>
                </a:lnTo>
                <a:lnTo>
                  <a:pt x="5758" y="3388"/>
                </a:lnTo>
                <a:lnTo>
                  <a:pt x="5917" y="3388"/>
                </a:lnTo>
                <a:lnTo>
                  <a:pt x="5917" y="3504"/>
                </a:lnTo>
                <a:moveTo>
                  <a:pt x="5653" y="3504"/>
                </a:moveTo>
                <a:lnTo>
                  <a:pt x="5494" y="3504"/>
                </a:lnTo>
                <a:lnTo>
                  <a:pt x="5494" y="3388"/>
                </a:lnTo>
                <a:lnTo>
                  <a:pt x="5653" y="3388"/>
                </a:lnTo>
                <a:lnTo>
                  <a:pt x="5653" y="3504"/>
                </a:lnTo>
                <a:moveTo>
                  <a:pt x="5389" y="3504"/>
                </a:moveTo>
                <a:lnTo>
                  <a:pt x="5230" y="3504"/>
                </a:lnTo>
                <a:lnTo>
                  <a:pt x="5230" y="3388"/>
                </a:lnTo>
                <a:lnTo>
                  <a:pt x="5389" y="3388"/>
                </a:lnTo>
                <a:lnTo>
                  <a:pt x="5389" y="3504"/>
                </a:lnTo>
                <a:moveTo>
                  <a:pt x="5125" y="3504"/>
                </a:moveTo>
                <a:lnTo>
                  <a:pt x="4966" y="3504"/>
                </a:lnTo>
                <a:lnTo>
                  <a:pt x="4966" y="3388"/>
                </a:lnTo>
                <a:lnTo>
                  <a:pt x="5125" y="3388"/>
                </a:lnTo>
                <a:lnTo>
                  <a:pt x="5125" y="3504"/>
                </a:lnTo>
                <a:moveTo>
                  <a:pt x="4861" y="3504"/>
                </a:moveTo>
                <a:lnTo>
                  <a:pt x="4702" y="3504"/>
                </a:lnTo>
                <a:lnTo>
                  <a:pt x="4702" y="3388"/>
                </a:lnTo>
                <a:lnTo>
                  <a:pt x="4861" y="3388"/>
                </a:lnTo>
                <a:lnTo>
                  <a:pt x="4861" y="3504"/>
                </a:lnTo>
                <a:moveTo>
                  <a:pt x="4597" y="3504"/>
                </a:moveTo>
                <a:lnTo>
                  <a:pt x="4438" y="3504"/>
                </a:lnTo>
                <a:lnTo>
                  <a:pt x="4438" y="3388"/>
                </a:lnTo>
                <a:lnTo>
                  <a:pt x="4597" y="3388"/>
                </a:lnTo>
                <a:lnTo>
                  <a:pt x="4597" y="3504"/>
                </a:lnTo>
                <a:moveTo>
                  <a:pt x="4333" y="3504"/>
                </a:moveTo>
                <a:lnTo>
                  <a:pt x="4174" y="3504"/>
                </a:lnTo>
                <a:lnTo>
                  <a:pt x="4174" y="3388"/>
                </a:lnTo>
                <a:lnTo>
                  <a:pt x="4333" y="3388"/>
                </a:lnTo>
                <a:lnTo>
                  <a:pt x="4333" y="3504"/>
                </a:lnTo>
                <a:moveTo>
                  <a:pt x="4069" y="3504"/>
                </a:moveTo>
                <a:lnTo>
                  <a:pt x="3910" y="3504"/>
                </a:lnTo>
                <a:lnTo>
                  <a:pt x="3910" y="3388"/>
                </a:lnTo>
                <a:lnTo>
                  <a:pt x="4069" y="3388"/>
                </a:lnTo>
                <a:lnTo>
                  <a:pt x="4069" y="3504"/>
                </a:lnTo>
                <a:moveTo>
                  <a:pt x="3805" y="3504"/>
                </a:moveTo>
                <a:lnTo>
                  <a:pt x="3646" y="3504"/>
                </a:lnTo>
                <a:lnTo>
                  <a:pt x="3646" y="3388"/>
                </a:lnTo>
                <a:lnTo>
                  <a:pt x="3805" y="3388"/>
                </a:lnTo>
                <a:lnTo>
                  <a:pt x="3805" y="3504"/>
                </a:lnTo>
                <a:moveTo>
                  <a:pt x="3541" y="3504"/>
                </a:moveTo>
                <a:lnTo>
                  <a:pt x="3382" y="3504"/>
                </a:lnTo>
                <a:lnTo>
                  <a:pt x="3382" y="3388"/>
                </a:lnTo>
                <a:lnTo>
                  <a:pt x="3541" y="3388"/>
                </a:lnTo>
                <a:lnTo>
                  <a:pt x="3541" y="3504"/>
                </a:lnTo>
                <a:moveTo>
                  <a:pt x="3277" y="3504"/>
                </a:moveTo>
                <a:lnTo>
                  <a:pt x="3118" y="3504"/>
                </a:lnTo>
                <a:lnTo>
                  <a:pt x="3118" y="3388"/>
                </a:lnTo>
                <a:lnTo>
                  <a:pt x="3277" y="3388"/>
                </a:lnTo>
                <a:lnTo>
                  <a:pt x="3277" y="3504"/>
                </a:lnTo>
                <a:moveTo>
                  <a:pt x="3013" y="3504"/>
                </a:moveTo>
                <a:lnTo>
                  <a:pt x="2854" y="3504"/>
                </a:lnTo>
                <a:lnTo>
                  <a:pt x="2854" y="3388"/>
                </a:lnTo>
                <a:lnTo>
                  <a:pt x="3013" y="3388"/>
                </a:lnTo>
                <a:lnTo>
                  <a:pt x="3013" y="3504"/>
                </a:lnTo>
                <a:moveTo>
                  <a:pt x="2749" y="3504"/>
                </a:moveTo>
                <a:lnTo>
                  <a:pt x="2590" y="3504"/>
                </a:lnTo>
                <a:lnTo>
                  <a:pt x="2590" y="3388"/>
                </a:lnTo>
                <a:lnTo>
                  <a:pt x="2749" y="3388"/>
                </a:lnTo>
                <a:lnTo>
                  <a:pt x="2749" y="3504"/>
                </a:lnTo>
                <a:moveTo>
                  <a:pt x="2485" y="3504"/>
                </a:moveTo>
                <a:lnTo>
                  <a:pt x="2326" y="3504"/>
                </a:lnTo>
                <a:lnTo>
                  <a:pt x="2326" y="3388"/>
                </a:lnTo>
                <a:lnTo>
                  <a:pt x="2485" y="3388"/>
                </a:lnTo>
                <a:lnTo>
                  <a:pt x="2485" y="3504"/>
                </a:lnTo>
                <a:moveTo>
                  <a:pt x="2221" y="3504"/>
                </a:moveTo>
                <a:lnTo>
                  <a:pt x="2062" y="3504"/>
                </a:lnTo>
                <a:lnTo>
                  <a:pt x="2062" y="3388"/>
                </a:lnTo>
                <a:lnTo>
                  <a:pt x="2221" y="3388"/>
                </a:lnTo>
                <a:lnTo>
                  <a:pt x="2221" y="3504"/>
                </a:lnTo>
                <a:moveTo>
                  <a:pt x="1957" y="3504"/>
                </a:moveTo>
                <a:lnTo>
                  <a:pt x="1798" y="3504"/>
                </a:lnTo>
                <a:lnTo>
                  <a:pt x="1798" y="3388"/>
                </a:lnTo>
                <a:lnTo>
                  <a:pt x="1957" y="3388"/>
                </a:lnTo>
                <a:lnTo>
                  <a:pt x="1957" y="3504"/>
                </a:lnTo>
                <a:moveTo>
                  <a:pt x="1693" y="3504"/>
                </a:moveTo>
                <a:lnTo>
                  <a:pt x="1534" y="3504"/>
                </a:lnTo>
                <a:lnTo>
                  <a:pt x="1534" y="3388"/>
                </a:lnTo>
                <a:lnTo>
                  <a:pt x="1693" y="3388"/>
                </a:lnTo>
                <a:lnTo>
                  <a:pt x="1693" y="3504"/>
                </a:lnTo>
                <a:moveTo>
                  <a:pt x="1429" y="3504"/>
                </a:moveTo>
                <a:lnTo>
                  <a:pt x="1270" y="3504"/>
                </a:lnTo>
                <a:lnTo>
                  <a:pt x="1270" y="3388"/>
                </a:lnTo>
                <a:lnTo>
                  <a:pt x="1429" y="3388"/>
                </a:lnTo>
                <a:lnTo>
                  <a:pt x="1429" y="3504"/>
                </a:lnTo>
                <a:moveTo>
                  <a:pt x="1165" y="3504"/>
                </a:moveTo>
                <a:lnTo>
                  <a:pt x="1006" y="3504"/>
                </a:lnTo>
                <a:lnTo>
                  <a:pt x="1006" y="3388"/>
                </a:lnTo>
                <a:lnTo>
                  <a:pt x="1165" y="3388"/>
                </a:lnTo>
                <a:lnTo>
                  <a:pt x="1165" y="3504"/>
                </a:lnTo>
                <a:moveTo>
                  <a:pt x="901" y="3504"/>
                </a:moveTo>
                <a:lnTo>
                  <a:pt x="742" y="3504"/>
                </a:lnTo>
                <a:lnTo>
                  <a:pt x="742" y="3388"/>
                </a:lnTo>
                <a:lnTo>
                  <a:pt x="901" y="3388"/>
                </a:lnTo>
                <a:lnTo>
                  <a:pt x="901" y="3504"/>
                </a:lnTo>
                <a:moveTo>
                  <a:pt x="637" y="3504"/>
                </a:moveTo>
                <a:lnTo>
                  <a:pt x="478" y="3504"/>
                </a:lnTo>
                <a:lnTo>
                  <a:pt x="478" y="3388"/>
                </a:lnTo>
                <a:lnTo>
                  <a:pt x="637" y="3388"/>
                </a:lnTo>
                <a:lnTo>
                  <a:pt x="637" y="3504"/>
                </a:lnTo>
                <a:moveTo>
                  <a:pt x="373" y="3504"/>
                </a:moveTo>
                <a:lnTo>
                  <a:pt x="214" y="3504"/>
                </a:lnTo>
                <a:lnTo>
                  <a:pt x="214" y="3388"/>
                </a:lnTo>
                <a:lnTo>
                  <a:pt x="373" y="3388"/>
                </a:lnTo>
                <a:lnTo>
                  <a:pt x="373" y="3504"/>
                </a:lnTo>
                <a:moveTo>
                  <a:pt x="90" y="3495"/>
                </a:moveTo>
                <a:cubicBezTo>
                  <a:pt x="30" y="3473"/>
                  <a:pt x="0" y="3430"/>
                  <a:pt x="0" y="3367"/>
                </a:cubicBezTo>
                <a:lnTo>
                  <a:pt x="0" y="3300"/>
                </a:lnTo>
                <a:lnTo>
                  <a:pt x="117" y="3300"/>
                </a:lnTo>
                <a:lnTo>
                  <a:pt x="117" y="3367"/>
                </a:lnTo>
                <a:cubicBezTo>
                  <a:pt x="117" y="3376"/>
                  <a:pt x="121" y="3383"/>
                  <a:pt x="131" y="3386"/>
                </a:cubicBezTo>
                <a:lnTo>
                  <a:pt x="90" y="3495"/>
                </a:lnTo>
                <a:moveTo>
                  <a:pt x="0" y="3195"/>
                </a:moveTo>
                <a:lnTo>
                  <a:pt x="0" y="3036"/>
                </a:lnTo>
                <a:lnTo>
                  <a:pt x="117" y="3036"/>
                </a:lnTo>
                <a:lnTo>
                  <a:pt x="117" y="3195"/>
                </a:lnTo>
                <a:lnTo>
                  <a:pt x="0" y="3195"/>
                </a:lnTo>
                <a:moveTo>
                  <a:pt x="0" y="2931"/>
                </a:moveTo>
                <a:lnTo>
                  <a:pt x="0" y="2772"/>
                </a:lnTo>
                <a:lnTo>
                  <a:pt x="117" y="2772"/>
                </a:lnTo>
                <a:lnTo>
                  <a:pt x="117" y="2931"/>
                </a:lnTo>
                <a:lnTo>
                  <a:pt x="0" y="2931"/>
                </a:lnTo>
                <a:moveTo>
                  <a:pt x="0" y="2666"/>
                </a:moveTo>
                <a:lnTo>
                  <a:pt x="0" y="2507"/>
                </a:lnTo>
                <a:lnTo>
                  <a:pt x="117" y="2507"/>
                </a:lnTo>
                <a:lnTo>
                  <a:pt x="117" y="2666"/>
                </a:lnTo>
                <a:lnTo>
                  <a:pt x="0" y="2666"/>
                </a:lnTo>
                <a:moveTo>
                  <a:pt x="0" y="2402"/>
                </a:moveTo>
                <a:lnTo>
                  <a:pt x="0" y="2243"/>
                </a:lnTo>
                <a:lnTo>
                  <a:pt x="117" y="2243"/>
                </a:lnTo>
                <a:lnTo>
                  <a:pt x="117" y="2402"/>
                </a:lnTo>
                <a:lnTo>
                  <a:pt x="0" y="2402"/>
                </a:lnTo>
                <a:moveTo>
                  <a:pt x="0" y="2138"/>
                </a:moveTo>
                <a:lnTo>
                  <a:pt x="0" y="1979"/>
                </a:lnTo>
                <a:lnTo>
                  <a:pt x="117" y="1979"/>
                </a:lnTo>
                <a:lnTo>
                  <a:pt x="117" y="2138"/>
                </a:lnTo>
                <a:lnTo>
                  <a:pt x="0" y="2138"/>
                </a:lnTo>
                <a:moveTo>
                  <a:pt x="0" y="1874"/>
                </a:moveTo>
                <a:lnTo>
                  <a:pt x="0" y="1715"/>
                </a:lnTo>
                <a:lnTo>
                  <a:pt x="117" y="1715"/>
                </a:lnTo>
                <a:lnTo>
                  <a:pt x="117" y="1874"/>
                </a:lnTo>
                <a:lnTo>
                  <a:pt x="0" y="1874"/>
                </a:lnTo>
                <a:moveTo>
                  <a:pt x="0" y="1610"/>
                </a:moveTo>
                <a:lnTo>
                  <a:pt x="0" y="1451"/>
                </a:lnTo>
                <a:lnTo>
                  <a:pt x="117" y="1451"/>
                </a:lnTo>
                <a:lnTo>
                  <a:pt x="117" y="1610"/>
                </a:lnTo>
                <a:lnTo>
                  <a:pt x="0" y="1610"/>
                </a:lnTo>
                <a:moveTo>
                  <a:pt x="0" y="1346"/>
                </a:moveTo>
                <a:lnTo>
                  <a:pt x="0" y="1187"/>
                </a:lnTo>
                <a:lnTo>
                  <a:pt x="117" y="1187"/>
                </a:lnTo>
                <a:lnTo>
                  <a:pt x="117" y="1346"/>
                </a:lnTo>
                <a:lnTo>
                  <a:pt x="0" y="1346"/>
                </a:lnTo>
                <a:moveTo>
                  <a:pt x="0" y="1082"/>
                </a:moveTo>
                <a:lnTo>
                  <a:pt x="0" y="923"/>
                </a:lnTo>
                <a:lnTo>
                  <a:pt x="117" y="923"/>
                </a:lnTo>
                <a:lnTo>
                  <a:pt x="117" y="1082"/>
                </a:lnTo>
                <a:lnTo>
                  <a:pt x="0" y="1082"/>
                </a:lnTo>
                <a:moveTo>
                  <a:pt x="0" y="818"/>
                </a:moveTo>
                <a:lnTo>
                  <a:pt x="0" y="659"/>
                </a:lnTo>
                <a:lnTo>
                  <a:pt x="117" y="659"/>
                </a:lnTo>
                <a:lnTo>
                  <a:pt x="117" y="818"/>
                </a:lnTo>
                <a:lnTo>
                  <a:pt x="0" y="818"/>
                </a:lnTo>
                <a:moveTo>
                  <a:pt x="0" y="554"/>
                </a:moveTo>
                <a:lnTo>
                  <a:pt x="0" y="395"/>
                </a:lnTo>
                <a:lnTo>
                  <a:pt x="117" y="395"/>
                </a:lnTo>
                <a:lnTo>
                  <a:pt x="117" y="554"/>
                </a:lnTo>
                <a:lnTo>
                  <a:pt x="0" y="554"/>
                </a:lnTo>
                <a:moveTo>
                  <a:pt x="0" y="290"/>
                </a:moveTo>
                <a:lnTo>
                  <a:pt x="0" y="138"/>
                </a:lnTo>
                <a:cubicBezTo>
                  <a:pt x="0" y="134"/>
                  <a:pt x="1" y="131"/>
                  <a:pt x="1" y="127"/>
                </a:cubicBezTo>
                <a:lnTo>
                  <a:pt x="117" y="136"/>
                </a:lnTo>
                <a:cubicBezTo>
                  <a:pt x="117" y="137"/>
                  <a:pt x="117" y="137"/>
                  <a:pt x="117" y="138"/>
                </a:cubicBezTo>
                <a:lnTo>
                  <a:pt x="117" y="290"/>
                </a:lnTo>
                <a:lnTo>
                  <a:pt x="0" y="290"/>
                </a:lnTo>
                <a:moveTo>
                  <a:pt x="122" y="1"/>
                </a:moveTo>
                <a:cubicBezTo>
                  <a:pt x="127" y="0"/>
                  <a:pt x="133" y="0"/>
                  <a:pt x="138" y="0"/>
                </a:cubicBezTo>
                <a:lnTo>
                  <a:pt x="297" y="0"/>
                </a:lnTo>
                <a:lnTo>
                  <a:pt x="297" y="117"/>
                </a:lnTo>
                <a:lnTo>
                  <a:pt x="138" y="117"/>
                </a:lnTo>
                <a:cubicBezTo>
                  <a:pt x="137" y="117"/>
                  <a:pt x="137" y="117"/>
                  <a:pt x="136" y="117"/>
                </a:cubicBezTo>
                <a:lnTo>
                  <a:pt x="122" y="1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8751240" y="4712760"/>
            <a:ext cx="3223800" cy="1261440"/>
          </a:xfrm>
          <a:custGeom>
            <a:avLst/>
            <a:gdLst/>
            <a:ahLst/>
            <a:rect l="0" t="0" r="r" b="b"/>
            <a:pathLst>
              <a:path w="8955" h="3504">
                <a:moveTo>
                  <a:pt x="402" y="0"/>
                </a:moveTo>
                <a:lnTo>
                  <a:pt x="561" y="0"/>
                </a:lnTo>
                <a:lnTo>
                  <a:pt x="561" y="117"/>
                </a:lnTo>
                <a:lnTo>
                  <a:pt x="402" y="117"/>
                </a:lnTo>
                <a:lnTo>
                  <a:pt x="402" y="0"/>
                </a:lnTo>
                <a:moveTo>
                  <a:pt x="666" y="0"/>
                </a:moveTo>
                <a:lnTo>
                  <a:pt x="825" y="0"/>
                </a:lnTo>
                <a:lnTo>
                  <a:pt x="825" y="117"/>
                </a:lnTo>
                <a:lnTo>
                  <a:pt x="666" y="117"/>
                </a:lnTo>
                <a:lnTo>
                  <a:pt x="666" y="0"/>
                </a:lnTo>
                <a:moveTo>
                  <a:pt x="930" y="0"/>
                </a:moveTo>
                <a:lnTo>
                  <a:pt x="1089" y="0"/>
                </a:lnTo>
                <a:lnTo>
                  <a:pt x="1089" y="117"/>
                </a:lnTo>
                <a:lnTo>
                  <a:pt x="930" y="117"/>
                </a:lnTo>
                <a:lnTo>
                  <a:pt x="930" y="0"/>
                </a:lnTo>
                <a:moveTo>
                  <a:pt x="1194" y="0"/>
                </a:moveTo>
                <a:lnTo>
                  <a:pt x="1353" y="0"/>
                </a:lnTo>
                <a:lnTo>
                  <a:pt x="1353" y="117"/>
                </a:lnTo>
                <a:lnTo>
                  <a:pt x="1194" y="117"/>
                </a:lnTo>
                <a:lnTo>
                  <a:pt x="1194" y="0"/>
                </a:lnTo>
                <a:moveTo>
                  <a:pt x="1458" y="0"/>
                </a:moveTo>
                <a:lnTo>
                  <a:pt x="1617" y="0"/>
                </a:lnTo>
                <a:lnTo>
                  <a:pt x="1617" y="117"/>
                </a:lnTo>
                <a:lnTo>
                  <a:pt x="1458" y="117"/>
                </a:lnTo>
                <a:lnTo>
                  <a:pt x="1458" y="0"/>
                </a:lnTo>
                <a:moveTo>
                  <a:pt x="1722" y="0"/>
                </a:moveTo>
                <a:lnTo>
                  <a:pt x="1881" y="0"/>
                </a:lnTo>
                <a:lnTo>
                  <a:pt x="1881" y="117"/>
                </a:lnTo>
                <a:lnTo>
                  <a:pt x="1722" y="117"/>
                </a:lnTo>
                <a:lnTo>
                  <a:pt x="1722" y="0"/>
                </a:lnTo>
                <a:moveTo>
                  <a:pt x="1986" y="0"/>
                </a:moveTo>
                <a:lnTo>
                  <a:pt x="2145" y="0"/>
                </a:lnTo>
                <a:lnTo>
                  <a:pt x="2145" y="117"/>
                </a:lnTo>
                <a:lnTo>
                  <a:pt x="1986" y="117"/>
                </a:lnTo>
                <a:lnTo>
                  <a:pt x="1986" y="0"/>
                </a:lnTo>
                <a:moveTo>
                  <a:pt x="2250" y="0"/>
                </a:moveTo>
                <a:lnTo>
                  <a:pt x="2409" y="0"/>
                </a:lnTo>
                <a:lnTo>
                  <a:pt x="2409" y="117"/>
                </a:lnTo>
                <a:lnTo>
                  <a:pt x="2250" y="117"/>
                </a:lnTo>
                <a:lnTo>
                  <a:pt x="2250" y="0"/>
                </a:lnTo>
                <a:moveTo>
                  <a:pt x="2514" y="0"/>
                </a:moveTo>
                <a:lnTo>
                  <a:pt x="2673" y="0"/>
                </a:lnTo>
                <a:lnTo>
                  <a:pt x="2673" y="117"/>
                </a:lnTo>
                <a:lnTo>
                  <a:pt x="2514" y="117"/>
                </a:lnTo>
                <a:lnTo>
                  <a:pt x="2514" y="0"/>
                </a:lnTo>
                <a:moveTo>
                  <a:pt x="2778" y="0"/>
                </a:moveTo>
                <a:lnTo>
                  <a:pt x="2937" y="0"/>
                </a:lnTo>
                <a:lnTo>
                  <a:pt x="2937" y="117"/>
                </a:lnTo>
                <a:lnTo>
                  <a:pt x="2778" y="117"/>
                </a:lnTo>
                <a:lnTo>
                  <a:pt x="2778" y="0"/>
                </a:lnTo>
                <a:moveTo>
                  <a:pt x="3042" y="0"/>
                </a:moveTo>
                <a:lnTo>
                  <a:pt x="3201" y="0"/>
                </a:lnTo>
                <a:lnTo>
                  <a:pt x="3201" y="117"/>
                </a:lnTo>
                <a:lnTo>
                  <a:pt x="3042" y="117"/>
                </a:lnTo>
                <a:lnTo>
                  <a:pt x="3042" y="0"/>
                </a:lnTo>
                <a:moveTo>
                  <a:pt x="3306" y="0"/>
                </a:moveTo>
                <a:lnTo>
                  <a:pt x="3465" y="0"/>
                </a:lnTo>
                <a:lnTo>
                  <a:pt x="3465" y="117"/>
                </a:lnTo>
                <a:lnTo>
                  <a:pt x="3306" y="117"/>
                </a:lnTo>
                <a:lnTo>
                  <a:pt x="3306" y="0"/>
                </a:lnTo>
                <a:moveTo>
                  <a:pt x="3570" y="0"/>
                </a:moveTo>
                <a:lnTo>
                  <a:pt x="3729" y="0"/>
                </a:lnTo>
                <a:lnTo>
                  <a:pt x="3729" y="117"/>
                </a:lnTo>
                <a:lnTo>
                  <a:pt x="3570" y="117"/>
                </a:lnTo>
                <a:lnTo>
                  <a:pt x="3570" y="0"/>
                </a:lnTo>
                <a:moveTo>
                  <a:pt x="3834" y="0"/>
                </a:moveTo>
                <a:lnTo>
                  <a:pt x="3993" y="0"/>
                </a:lnTo>
                <a:lnTo>
                  <a:pt x="3993" y="117"/>
                </a:lnTo>
                <a:lnTo>
                  <a:pt x="3834" y="117"/>
                </a:lnTo>
                <a:lnTo>
                  <a:pt x="3834" y="0"/>
                </a:lnTo>
                <a:moveTo>
                  <a:pt x="4098" y="0"/>
                </a:moveTo>
                <a:lnTo>
                  <a:pt x="4257" y="0"/>
                </a:lnTo>
                <a:lnTo>
                  <a:pt x="4257" y="117"/>
                </a:lnTo>
                <a:lnTo>
                  <a:pt x="4098" y="117"/>
                </a:lnTo>
                <a:lnTo>
                  <a:pt x="4098" y="0"/>
                </a:lnTo>
                <a:moveTo>
                  <a:pt x="4362" y="0"/>
                </a:moveTo>
                <a:lnTo>
                  <a:pt x="4521" y="0"/>
                </a:lnTo>
                <a:lnTo>
                  <a:pt x="4521" y="117"/>
                </a:lnTo>
                <a:lnTo>
                  <a:pt x="4362" y="117"/>
                </a:lnTo>
                <a:lnTo>
                  <a:pt x="4362" y="0"/>
                </a:lnTo>
                <a:moveTo>
                  <a:pt x="4626" y="0"/>
                </a:moveTo>
                <a:lnTo>
                  <a:pt x="4785" y="0"/>
                </a:lnTo>
                <a:lnTo>
                  <a:pt x="4785" y="117"/>
                </a:lnTo>
                <a:lnTo>
                  <a:pt x="4626" y="117"/>
                </a:lnTo>
                <a:lnTo>
                  <a:pt x="4626" y="0"/>
                </a:lnTo>
                <a:moveTo>
                  <a:pt x="4890" y="0"/>
                </a:moveTo>
                <a:lnTo>
                  <a:pt x="5049" y="0"/>
                </a:lnTo>
                <a:lnTo>
                  <a:pt x="5049" y="117"/>
                </a:lnTo>
                <a:lnTo>
                  <a:pt x="4890" y="117"/>
                </a:lnTo>
                <a:lnTo>
                  <a:pt x="4890" y="0"/>
                </a:lnTo>
                <a:moveTo>
                  <a:pt x="5154" y="0"/>
                </a:moveTo>
                <a:lnTo>
                  <a:pt x="5313" y="0"/>
                </a:lnTo>
                <a:lnTo>
                  <a:pt x="5313" y="117"/>
                </a:lnTo>
                <a:lnTo>
                  <a:pt x="5154" y="117"/>
                </a:lnTo>
                <a:lnTo>
                  <a:pt x="5154" y="0"/>
                </a:lnTo>
                <a:moveTo>
                  <a:pt x="5418" y="0"/>
                </a:moveTo>
                <a:lnTo>
                  <a:pt x="5577" y="0"/>
                </a:lnTo>
                <a:lnTo>
                  <a:pt x="5577" y="117"/>
                </a:lnTo>
                <a:lnTo>
                  <a:pt x="5418" y="117"/>
                </a:lnTo>
                <a:lnTo>
                  <a:pt x="5418" y="0"/>
                </a:lnTo>
                <a:moveTo>
                  <a:pt x="5682" y="0"/>
                </a:moveTo>
                <a:lnTo>
                  <a:pt x="5841" y="0"/>
                </a:lnTo>
                <a:lnTo>
                  <a:pt x="5841" y="117"/>
                </a:lnTo>
                <a:lnTo>
                  <a:pt x="5682" y="117"/>
                </a:lnTo>
                <a:lnTo>
                  <a:pt x="5682" y="0"/>
                </a:lnTo>
                <a:moveTo>
                  <a:pt x="5946" y="0"/>
                </a:moveTo>
                <a:lnTo>
                  <a:pt x="6105" y="0"/>
                </a:lnTo>
                <a:lnTo>
                  <a:pt x="6105" y="117"/>
                </a:lnTo>
                <a:lnTo>
                  <a:pt x="5946" y="117"/>
                </a:lnTo>
                <a:lnTo>
                  <a:pt x="5946" y="0"/>
                </a:lnTo>
                <a:moveTo>
                  <a:pt x="6210" y="0"/>
                </a:moveTo>
                <a:lnTo>
                  <a:pt x="6369" y="0"/>
                </a:lnTo>
                <a:lnTo>
                  <a:pt x="6369" y="117"/>
                </a:lnTo>
                <a:lnTo>
                  <a:pt x="6210" y="117"/>
                </a:lnTo>
                <a:lnTo>
                  <a:pt x="6210" y="0"/>
                </a:lnTo>
                <a:moveTo>
                  <a:pt x="6474" y="0"/>
                </a:moveTo>
                <a:lnTo>
                  <a:pt x="6633" y="0"/>
                </a:lnTo>
                <a:lnTo>
                  <a:pt x="6633" y="117"/>
                </a:lnTo>
                <a:lnTo>
                  <a:pt x="6474" y="117"/>
                </a:lnTo>
                <a:lnTo>
                  <a:pt x="6474" y="0"/>
                </a:lnTo>
                <a:moveTo>
                  <a:pt x="6738" y="0"/>
                </a:moveTo>
                <a:lnTo>
                  <a:pt x="6897" y="0"/>
                </a:lnTo>
                <a:lnTo>
                  <a:pt x="6897" y="117"/>
                </a:lnTo>
                <a:lnTo>
                  <a:pt x="6738" y="117"/>
                </a:lnTo>
                <a:lnTo>
                  <a:pt x="6738" y="0"/>
                </a:lnTo>
                <a:moveTo>
                  <a:pt x="7002" y="0"/>
                </a:moveTo>
                <a:lnTo>
                  <a:pt x="7162" y="0"/>
                </a:lnTo>
                <a:lnTo>
                  <a:pt x="7162" y="117"/>
                </a:lnTo>
                <a:lnTo>
                  <a:pt x="7002" y="117"/>
                </a:lnTo>
                <a:lnTo>
                  <a:pt x="7002" y="0"/>
                </a:lnTo>
                <a:moveTo>
                  <a:pt x="7267" y="0"/>
                </a:moveTo>
                <a:lnTo>
                  <a:pt x="7426" y="0"/>
                </a:lnTo>
                <a:lnTo>
                  <a:pt x="7426" y="117"/>
                </a:lnTo>
                <a:lnTo>
                  <a:pt x="7267" y="117"/>
                </a:lnTo>
                <a:lnTo>
                  <a:pt x="7267" y="0"/>
                </a:lnTo>
                <a:moveTo>
                  <a:pt x="7531" y="0"/>
                </a:moveTo>
                <a:lnTo>
                  <a:pt x="7690" y="0"/>
                </a:lnTo>
                <a:lnTo>
                  <a:pt x="7690" y="117"/>
                </a:lnTo>
                <a:lnTo>
                  <a:pt x="7531" y="117"/>
                </a:lnTo>
                <a:lnTo>
                  <a:pt x="7531" y="0"/>
                </a:lnTo>
                <a:moveTo>
                  <a:pt x="7795" y="0"/>
                </a:moveTo>
                <a:lnTo>
                  <a:pt x="7954" y="0"/>
                </a:lnTo>
                <a:lnTo>
                  <a:pt x="7954" y="117"/>
                </a:lnTo>
                <a:lnTo>
                  <a:pt x="7795" y="117"/>
                </a:lnTo>
                <a:lnTo>
                  <a:pt x="7795" y="0"/>
                </a:lnTo>
                <a:moveTo>
                  <a:pt x="8059" y="0"/>
                </a:moveTo>
                <a:lnTo>
                  <a:pt x="8218" y="0"/>
                </a:lnTo>
                <a:lnTo>
                  <a:pt x="8218" y="117"/>
                </a:lnTo>
                <a:lnTo>
                  <a:pt x="8059" y="117"/>
                </a:lnTo>
                <a:lnTo>
                  <a:pt x="8059" y="0"/>
                </a:lnTo>
                <a:moveTo>
                  <a:pt x="8323" y="0"/>
                </a:moveTo>
                <a:lnTo>
                  <a:pt x="8482" y="0"/>
                </a:lnTo>
                <a:lnTo>
                  <a:pt x="8482" y="117"/>
                </a:lnTo>
                <a:lnTo>
                  <a:pt x="8323" y="117"/>
                </a:lnTo>
                <a:lnTo>
                  <a:pt x="8323" y="0"/>
                </a:lnTo>
                <a:moveTo>
                  <a:pt x="8587" y="0"/>
                </a:moveTo>
                <a:lnTo>
                  <a:pt x="8746" y="0"/>
                </a:lnTo>
                <a:lnTo>
                  <a:pt x="8746" y="117"/>
                </a:lnTo>
                <a:lnTo>
                  <a:pt x="8587" y="117"/>
                </a:lnTo>
                <a:lnTo>
                  <a:pt x="8587" y="0"/>
                </a:lnTo>
                <a:moveTo>
                  <a:pt x="8874" y="12"/>
                </a:moveTo>
                <a:cubicBezTo>
                  <a:pt x="8928" y="37"/>
                  <a:pt x="8955" y="78"/>
                  <a:pt x="8955" y="138"/>
                </a:cubicBezTo>
                <a:lnTo>
                  <a:pt x="8955" y="209"/>
                </a:lnTo>
                <a:lnTo>
                  <a:pt x="8838" y="209"/>
                </a:lnTo>
                <a:lnTo>
                  <a:pt x="8838" y="138"/>
                </a:lnTo>
                <a:cubicBezTo>
                  <a:pt x="8838" y="129"/>
                  <a:pt x="8834" y="122"/>
                  <a:pt x="8826" y="118"/>
                </a:cubicBezTo>
                <a:lnTo>
                  <a:pt x="8874" y="12"/>
                </a:lnTo>
                <a:moveTo>
                  <a:pt x="8955" y="314"/>
                </a:moveTo>
                <a:lnTo>
                  <a:pt x="8955" y="473"/>
                </a:lnTo>
                <a:lnTo>
                  <a:pt x="8838" y="473"/>
                </a:lnTo>
                <a:lnTo>
                  <a:pt x="8838" y="314"/>
                </a:lnTo>
                <a:lnTo>
                  <a:pt x="8955" y="314"/>
                </a:lnTo>
                <a:moveTo>
                  <a:pt x="8955" y="578"/>
                </a:moveTo>
                <a:lnTo>
                  <a:pt x="8955" y="737"/>
                </a:lnTo>
                <a:lnTo>
                  <a:pt x="8838" y="737"/>
                </a:lnTo>
                <a:lnTo>
                  <a:pt x="8838" y="578"/>
                </a:lnTo>
                <a:lnTo>
                  <a:pt x="8955" y="578"/>
                </a:lnTo>
                <a:moveTo>
                  <a:pt x="8955" y="842"/>
                </a:moveTo>
                <a:lnTo>
                  <a:pt x="8955" y="1001"/>
                </a:lnTo>
                <a:lnTo>
                  <a:pt x="8838" y="1001"/>
                </a:lnTo>
                <a:lnTo>
                  <a:pt x="8838" y="842"/>
                </a:lnTo>
                <a:lnTo>
                  <a:pt x="8955" y="842"/>
                </a:lnTo>
                <a:moveTo>
                  <a:pt x="8955" y="1106"/>
                </a:moveTo>
                <a:lnTo>
                  <a:pt x="8955" y="1265"/>
                </a:lnTo>
                <a:lnTo>
                  <a:pt x="8838" y="1265"/>
                </a:lnTo>
                <a:lnTo>
                  <a:pt x="8838" y="1106"/>
                </a:lnTo>
                <a:lnTo>
                  <a:pt x="8955" y="1106"/>
                </a:lnTo>
                <a:moveTo>
                  <a:pt x="8955" y="1370"/>
                </a:moveTo>
                <a:lnTo>
                  <a:pt x="8955" y="1529"/>
                </a:lnTo>
                <a:lnTo>
                  <a:pt x="8838" y="1529"/>
                </a:lnTo>
                <a:lnTo>
                  <a:pt x="8838" y="1370"/>
                </a:lnTo>
                <a:lnTo>
                  <a:pt x="8955" y="1370"/>
                </a:lnTo>
                <a:moveTo>
                  <a:pt x="8955" y="1634"/>
                </a:moveTo>
                <a:lnTo>
                  <a:pt x="8955" y="1793"/>
                </a:lnTo>
                <a:lnTo>
                  <a:pt x="8838" y="1793"/>
                </a:lnTo>
                <a:lnTo>
                  <a:pt x="8838" y="1634"/>
                </a:lnTo>
                <a:lnTo>
                  <a:pt x="8955" y="1634"/>
                </a:lnTo>
                <a:moveTo>
                  <a:pt x="8955" y="1898"/>
                </a:moveTo>
                <a:lnTo>
                  <a:pt x="8955" y="2057"/>
                </a:lnTo>
                <a:lnTo>
                  <a:pt x="8838" y="2057"/>
                </a:lnTo>
                <a:lnTo>
                  <a:pt x="8838" y="1898"/>
                </a:lnTo>
                <a:lnTo>
                  <a:pt x="8955" y="1898"/>
                </a:lnTo>
                <a:moveTo>
                  <a:pt x="8955" y="2162"/>
                </a:moveTo>
                <a:lnTo>
                  <a:pt x="8955" y="2321"/>
                </a:lnTo>
                <a:lnTo>
                  <a:pt x="8838" y="2321"/>
                </a:lnTo>
                <a:lnTo>
                  <a:pt x="8838" y="2162"/>
                </a:lnTo>
                <a:lnTo>
                  <a:pt x="8955" y="2162"/>
                </a:lnTo>
                <a:moveTo>
                  <a:pt x="8955" y="2426"/>
                </a:moveTo>
                <a:lnTo>
                  <a:pt x="8955" y="2585"/>
                </a:lnTo>
                <a:lnTo>
                  <a:pt x="8838" y="2585"/>
                </a:lnTo>
                <a:lnTo>
                  <a:pt x="8838" y="2426"/>
                </a:lnTo>
                <a:lnTo>
                  <a:pt x="8955" y="2426"/>
                </a:lnTo>
                <a:moveTo>
                  <a:pt x="8955" y="2691"/>
                </a:moveTo>
                <a:lnTo>
                  <a:pt x="8955" y="2850"/>
                </a:lnTo>
                <a:lnTo>
                  <a:pt x="8838" y="2850"/>
                </a:lnTo>
                <a:lnTo>
                  <a:pt x="8838" y="2691"/>
                </a:lnTo>
                <a:lnTo>
                  <a:pt x="8955" y="2691"/>
                </a:lnTo>
                <a:moveTo>
                  <a:pt x="8955" y="2955"/>
                </a:moveTo>
                <a:lnTo>
                  <a:pt x="8955" y="3114"/>
                </a:lnTo>
                <a:lnTo>
                  <a:pt x="8838" y="3114"/>
                </a:lnTo>
                <a:lnTo>
                  <a:pt x="8838" y="2955"/>
                </a:lnTo>
                <a:lnTo>
                  <a:pt x="8955" y="2955"/>
                </a:lnTo>
                <a:moveTo>
                  <a:pt x="8955" y="3219"/>
                </a:moveTo>
                <a:lnTo>
                  <a:pt x="8955" y="3367"/>
                </a:lnTo>
                <a:cubicBezTo>
                  <a:pt x="8955" y="3373"/>
                  <a:pt x="8954" y="3379"/>
                  <a:pt x="8954" y="3385"/>
                </a:cubicBezTo>
                <a:lnTo>
                  <a:pt x="8838" y="3369"/>
                </a:lnTo>
                <a:cubicBezTo>
                  <a:pt x="8838" y="3368"/>
                  <a:pt x="8838" y="3368"/>
                  <a:pt x="8838" y="3367"/>
                </a:cubicBezTo>
                <a:lnTo>
                  <a:pt x="8838" y="3219"/>
                </a:lnTo>
                <a:lnTo>
                  <a:pt x="8955" y="3219"/>
                </a:lnTo>
                <a:moveTo>
                  <a:pt x="8826" y="3504"/>
                </a:moveTo>
                <a:cubicBezTo>
                  <a:pt x="8823" y="3504"/>
                  <a:pt x="8820" y="3504"/>
                  <a:pt x="8817" y="3504"/>
                </a:cubicBezTo>
                <a:lnTo>
                  <a:pt x="8663" y="3504"/>
                </a:lnTo>
                <a:lnTo>
                  <a:pt x="8663" y="3388"/>
                </a:lnTo>
                <a:lnTo>
                  <a:pt x="8817" y="3388"/>
                </a:lnTo>
                <a:lnTo>
                  <a:pt x="8818" y="3388"/>
                </a:lnTo>
                <a:lnTo>
                  <a:pt x="8826" y="3504"/>
                </a:lnTo>
                <a:moveTo>
                  <a:pt x="8558" y="3504"/>
                </a:moveTo>
                <a:lnTo>
                  <a:pt x="8399" y="3504"/>
                </a:lnTo>
                <a:lnTo>
                  <a:pt x="8399" y="3388"/>
                </a:lnTo>
                <a:lnTo>
                  <a:pt x="8558" y="3388"/>
                </a:lnTo>
                <a:lnTo>
                  <a:pt x="8558" y="3504"/>
                </a:lnTo>
                <a:moveTo>
                  <a:pt x="8294" y="3504"/>
                </a:moveTo>
                <a:lnTo>
                  <a:pt x="8135" y="3504"/>
                </a:lnTo>
                <a:lnTo>
                  <a:pt x="8135" y="3388"/>
                </a:lnTo>
                <a:lnTo>
                  <a:pt x="8294" y="3388"/>
                </a:lnTo>
                <a:lnTo>
                  <a:pt x="8294" y="3504"/>
                </a:lnTo>
                <a:moveTo>
                  <a:pt x="8030" y="3504"/>
                </a:moveTo>
                <a:lnTo>
                  <a:pt x="7871" y="3504"/>
                </a:lnTo>
                <a:lnTo>
                  <a:pt x="7871" y="3388"/>
                </a:lnTo>
                <a:lnTo>
                  <a:pt x="8030" y="3388"/>
                </a:lnTo>
                <a:lnTo>
                  <a:pt x="8030" y="3504"/>
                </a:lnTo>
                <a:moveTo>
                  <a:pt x="7766" y="3504"/>
                </a:moveTo>
                <a:lnTo>
                  <a:pt x="7607" y="3504"/>
                </a:lnTo>
                <a:lnTo>
                  <a:pt x="7607" y="3388"/>
                </a:lnTo>
                <a:lnTo>
                  <a:pt x="7766" y="3388"/>
                </a:lnTo>
                <a:lnTo>
                  <a:pt x="7766" y="3504"/>
                </a:lnTo>
                <a:moveTo>
                  <a:pt x="7502" y="3504"/>
                </a:moveTo>
                <a:lnTo>
                  <a:pt x="7343" y="3504"/>
                </a:lnTo>
                <a:lnTo>
                  <a:pt x="7343" y="3388"/>
                </a:lnTo>
                <a:lnTo>
                  <a:pt x="7502" y="3388"/>
                </a:lnTo>
                <a:lnTo>
                  <a:pt x="7502" y="3504"/>
                </a:lnTo>
                <a:moveTo>
                  <a:pt x="7238" y="3504"/>
                </a:moveTo>
                <a:lnTo>
                  <a:pt x="7079" y="3504"/>
                </a:lnTo>
                <a:lnTo>
                  <a:pt x="7079" y="3388"/>
                </a:lnTo>
                <a:lnTo>
                  <a:pt x="7238" y="3388"/>
                </a:lnTo>
                <a:lnTo>
                  <a:pt x="7238" y="3504"/>
                </a:lnTo>
                <a:moveTo>
                  <a:pt x="6973" y="3504"/>
                </a:moveTo>
                <a:lnTo>
                  <a:pt x="6814" y="3504"/>
                </a:lnTo>
                <a:lnTo>
                  <a:pt x="6814" y="3388"/>
                </a:lnTo>
                <a:lnTo>
                  <a:pt x="6973" y="3388"/>
                </a:lnTo>
                <a:lnTo>
                  <a:pt x="6973" y="3504"/>
                </a:lnTo>
                <a:moveTo>
                  <a:pt x="6709" y="3504"/>
                </a:moveTo>
                <a:lnTo>
                  <a:pt x="6550" y="3504"/>
                </a:lnTo>
                <a:lnTo>
                  <a:pt x="6550" y="3388"/>
                </a:lnTo>
                <a:lnTo>
                  <a:pt x="6709" y="3388"/>
                </a:lnTo>
                <a:lnTo>
                  <a:pt x="6709" y="3504"/>
                </a:lnTo>
                <a:moveTo>
                  <a:pt x="6445" y="3504"/>
                </a:moveTo>
                <a:lnTo>
                  <a:pt x="6286" y="3504"/>
                </a:lnTo>
                <a:lnTo>
                  <a:pt x="6286" y="3388"/>
                </a:lnTo>
                <a:lnTo>
                  <a:pt x="6445" y="3388"/>
                </a:lnTo>
                <a:lnTo>
                  <a:pt x="6445" y="3504"/>
                </a:lnTo>
                <a:moveTo>
                  <a:pt x="6181" y="3504"/>
                </a:moveTo>
                <a:lnTo>
                  <a:pt x="6022" y="3504"/>
                </a:lnTo>
                <a:lnTo>
                  <a:pt x="6022" y="3388"/>
                </a:lnTo>
                <a:lnTo>
                  <a:pt x="6181" y="3388"/>
                </a:lnTo>
                <a:lnTo>
                  <a:pt x="6181" y="3504"/>
                </a:lnTo>
                <a:moveTo>
                  <a:pt x="5917" y="3504"/>
                </a:moveTo>
                <a:lnTo>
                  <a:pt x="5758" y="3504"/>
                </a:lnTo>
                <a:lnTo>
                  <a:pt x="5758" y="3388"/>
                </a:lnTo>
                <a:lnTo>
                  <a:pt x="5917" y="3388"/>
                </a:lnTo>
                <a:lnTo>
                  <a:pt x="5917" y="3504"/>
                </a:lnTo>
                <a:moveTo>
                  <a:pt x="5653" y="3504"/>
                </a:moveTo>
                <a:lnTo>
                  <a:pt x="5494" y="3504"/>
                </a:lnTo>
                <a:lnTo>
                  <a:pt x="5494" y="3388"/>
                </a:lnTo>
                <a:lnTo>
                  <a:pt x="5653" y="3388"/>
                </a:lnTo>
                <a:lnTo>
                  <a:pt x="5653" y="3504"/>
                </a:lnTo>
                <a:moveTo>
                  <a:pt x="5389" y="3504"/>
                </a:moveTo>
                <a:lnTo>
                  <a:pt x="5230" y="3504"/>
                </a:lnTo>
                <a:lnTo>
                  <a:pt x="5230" y="3388"/>
                </a:lnTo>
                <a:lnTo>
                  <a:pt x="5389" y="3388"/>
                </a:lnTo>
                <a:lnTo>
                  <a:pt x="5389" y="3504"/>
                </a:lnTo>
                <a:moveTo>
                  <a:pt x="5125" y="3504"/>
                </a:moveTo>
                <a:lnTo>
                  <a:pt x="4966" y="3504"/>
                </a:lnTo>
                <a:lnTo>
                  <a:pt x="4966" y="3388"/>
                </a:lnTo>
                <a:lnTo>
                  <a:pt x="5125" y="3388"/>
                </a:lnTo>
                <a:lnTo>
                  <a:pt x="5125" y="3504"/>
                </a:lnTo>
                <a:moveTo>
                  <a:pt x="4861" y="3504"/>
                </a:moveTo>
                <a:lnTo>
                  <a:pt x="4702" y="3504"/>
                </a:lnTo>
                <a:lnTo>
                  <a:pt x="4702" y="3388"/>
                </a:lnTo>
                <a:lnTo>
                  <a:pt x="4861" y="3388"/>
                </a:lnTo>
                <a:lnTo>
                  <a:pt x="4861" y="3504"/>
                </a:lnTo>
                <a:moveTo>
                  <a:pt x="4597" y="3504"/>
                </a:moveTo>
                <a:lnTo>
                  <a:pt x="4438" y="3504"/>
                </a:lnTo>
                <a:lnTo>
                  <a:pt x="4438" y="3388"/>
                </a:lnTo>
                <a:lnTo>
                  <a:pt x="4597" y="3388"/>
                </a:lnTo>
                <a:lnTo>
                  <a:pt x="4597" y="3504"/>
                </a:lnTo>
                <a:moveTo>
                  <a:pt x="4333" y="3504"/>
                </a:moveTo>
                <a:lnTo>
                  <a:pt x="4174" y="3504"/>
                </a:lnTo>
                <a:lnTo>
                  <a:pt x="4174" y="3388"/>
                </a:lnTo>
                <a:lnTo>
                  <a:pt x="4333" y="3388"/>
                </a:lnTo>
                <a:lnTo>
                  <a:pt x="4333" y="3504"/>
                </a:lnTo>
                <a:moveTo>
                  <a:pt x="4069" y="3504"/>
                </a:moveTo>
                <a:lnTo>
                  <a:pt x="3910" y="3504"/>
                </a:lnTo>
                <a:lnTo>
                  <a:pt x="3910" y="3388"/>
                </a:lnTo>
                <a:lnTo>
                  <a:pt x="4069" y="3388"/>
                </a:lnTo>
                <a:lnTo>
                  <a:pt x="4069" y="3504"/>
                </a:lnTo>
                <a:moveTo>
                  <a:pt x="3805" y="3504"/>
                </a:moveTo>
                <a:lnTo>
                  <a:pt x="3646" y="3504"/>
                </a:lnTo>
                <a:lnTo>
                  <a:pt x="3646" y="3388"/>
                </a:lnTo>
                <a:lnTo>
                  <a:pt x="3805" y="3388"/>
                </a:lnTo>
                <a:lnTo>
                  <a:pt x="3805" y="3504"/>
                </a:lnTo>
                <a:moveTo>
                  <a:pt x="3541" y="3504"/>
                </a:moveTo>
                <a:lnTo>
                  <a:pt x="3382" y="3504"/>
                </a:lnTo>
                <a:lnTo>
                  <a:pt x="3382" y="3388"/>
                </a:lnTo>
                <a:lnTo>
                  <a:pt x="3541" y="3388"/>
                </a:lnTo>
                <a:lnTo>
                  <a:pt x="3541" y="3504"/>
                </a:lnTo>
                <a:moveTo>
                  <a:pt x="3277" y="3504"/>
                </a:moveTo>
                <a:lnTo>
                  <a:pt x="3118" y="3504"/>
                </a:lnTo>
                <a:lnTo>
                  <a:pt x="3118" y="3388"/>
                </a:lnTo>
                <a:lnTo>
                  <a:pt x="3277" y="3388"/>
                </a:lnTo>
                <a:lnTo>
                  <a:pt x="3277" y="3504"/>
                </a:lnTo>
                <a:moveTo>
                  <a:pt x="3013" y="3504"/>
                </a:moveTo>
                <a:lnTo>
                  <a:pt x="2854" y="3504"/>
                </a:lnTo>
                <a:lnTo>
                  <a:pt x="2854" y="3388"/>
                </a:lnTo>
                <a:lnTo>
                  <a:pt x="3013" y="3388"/>
                </a:lnTo>
                <a:lnTo>
                  <a:pt x="3013" y="3504"/>
                </a:lnTo>
                <a:moveTo>
                  <a:pt x="2749" y="3504"/>
                </a:moveTo>
                <a:lnTo>
                  <a:pt x="2590" y="3504"/>
                </a:lnTo>
                <a:lnTo>
                  <a:pt x="2590" y="3388"/>
                </a:lnTo>
                <a:lnTo>
                  <a:pt x="2749" y="3388"/>
                </a:lnTo>
                <a:lnTo>
                  <a:pt x="2749" y="3504"/>
                </a:lnTo>
                <a:moveTo>
                  <a:pt x="2485" y="3504"/>
                </a:moveTo>
                <a:lnTo>
                  <a:pt x="2326" y="3504"/>
                </a:lnTo>
                <a:lnTo>
                  <a:pt x="2326" y="3388"/>
                </a:lnTo>
                <a:lnTo>
                  <a:pt x="2485" y="3388"/>
                </a:lnTo>
                <a:lnTo>
                  <a:pt x="2485" y="3504"/>
                </a:lnTo>
                <a:moveTo>
                  <a:pt x="2221" y="3504"/>
                </a:moveTo>
                <a:lnTo>
                  <a:pt x="2062" y="3504"/>
                </a:lnTo>
                <a:lnTo>
                  <a:pt x="2062" y="3388"/>
                </a:lnTo>
                <a:lnTo>
                  <a:pt x="2221" y="3388"/>
                </a:lnTo>
                <a:lnTo>
                  <a:pt x="2221" y="3504"/>
                </a:lnTo>
                <a:moveTo>
                  <a:pt x="1957" y="3504"/>
                </a:moveTo>
                <a:lnTo>
                  <a:pt x="1798" y="3504"/>
                </a:lnTo>
                <a:lnTo>
                  <a:pt x="1798" y="3388"/>
                </a:lnTo>
                <a:lnTo>
                  <a:pt x="1957" y="3388"/>
                </a:lnTo>
                <a:lnTo>
                  <a:pt x="1957" y="3504"/>
                </a:lnTo>
                <a:moveTo>
                  <a:pt x="1693" y="3504"/>
                </a:moveTo>
                <a:lnTo>
                  <a:pt x="1534" y="3504"/>
                </a:lnTo>
                <a:lnTo>
                  <a:pt x="1534" y="3388"/>
                </a:lnTo>
                <a:lnTo>
                  <a:pt x="1693" y="3388"/>
                </a:lnTo>
                <a:lnTo>
                  <a:pt x="1693" y="3504"/>
                </a:lnTo>
                <a:moveTo>
                  <a:pt x="1429" y="3504"/>
                </a:moveTo>
                <a:lnTo>
                  <a:pt x="1270" y="3504"/>
                </a:lnTo>
                <a:lnTo>
                  <a:pt x="1270" y="3388"/>
                </a:lnTo>
                <a:lnTo>
                  <a:pt x="1429" y="3388"/>
                </a:lnTo>
                <a:lnTo>
                  <a:pt x="1429" y="3504"/>
                </a:lnTo>
                <a:moveTo>
                  <a:pt x="1165" y="3504"/>
                </a:moveTo>
                <a:lnTo>
                  <a:pt x="1006" y="3504"/>
                </a:lnTo>
                <a:lnTo>
                  <a:pt x="1006" y="3388"/>
                </a:lnTo>
                <a:lnTo>
                  <a:pt x="1165" y="3388"/>
                </a:lnTo>
                <a:lnTo>
                  <a:pt x="1165" y="3504"/>
                </a:lnTo>
                <a:moveTo>
                  <a:pt x="901" y="3504"/>
                </a:moveTo>
                <a:lnTo>
                  <a:pt x="742" y="3504"/>
                </a:lnTo>
                <a:lnTo>
                  <a:pt x="742" y="3388"/>
                </a:lnTo>
                <a:lnTo>
                  <a:pt x="901" y="3388"/>
                </a:lnTo>
                <a:lnTo>
                  <a:pt x="901" y="3504"/>
                </a:lnTo>
                <a:moveTo>
                  <a:pt x="637" y="3504"/>
                </a:moveTo>
                <a:lnTo>
                  <a:pt x="478" y="3504"/>
                </a:lnTo>
                <a:lnTo>
                  <a:pt x="478" y="3388"/>
                </a:lnTo>
                <a:lnTo>
                  <a:pt x="637" y="3388"/>
                </a:lnTo>
                <a:lnTo>
                  <a:pt x="637" y="3504"/>
                </a:lnTo>
                <a:moveTo>
                  <a:pt x="373" y="3504"/>
                </a:moveTo>
                <a:lnTo>
                  <a:pt x="214" y="3504"/>
                </a:lnTo>
                <a:lnTo>
                  <a:pt x="214" y="3388"/>
                </a:lnTo>
                <a:lnTo>
                  <a:pt x="373" y="3388"/>
                </a:lnTo>
                <a:lnTo>
                  <a:pt x="373" y="3504"/>
                </a:lnTo>
                <a:moveTo>
                  <a:pt x="90" y="3495"/>
                </a:moveTo>
                <a:cubicBezTo>
                  <a:pt x="30" y="3473"/>
                  <a:pt x="0" y="3430"/>
                  <a:pt x="0" y="3367"/>
                </a:cubicBezTo>
                <a:lnTo>
                  <a:pt x="0" y="3300"/>
                </a:lnTo>
                <a:lnTo>
                  <a:pt x="117" y="3300"/>
                </a:lnTo>
                <a:lnTo>
                  <a:pt x="117" y="3367"/>
                </a:lnTo>
                <a:cubicBezTo>
                  <a:pt x="117" y="3376"/>
                  <a:pt x="121" y="3383"/>
                  <a:pt x="131" y="3386"/>
                </a:cubicBezTo>
                <a:lnTo>
                  <a:pt x="90" y="3495"/>
                </a:lnTo>
                <a:moveTo>
                  <a:pt x="0" y="3195"/>
                </a:moveTo>
                <a:lnTo>
                  <a:pt x="0" y="3036"/>
                </a:lnTo>
                <a:lnTo>
                  <a:pt x="117" y="3036"/>
                </a:lnTo>
                <a:lnTo>
                  <a:pt x="117" y="3195"/>
                </a:lnTo>
                <a:lnTo>
                  <a:pt x="0" y="3195"/>
                </a:lnTo>
                <a:moveTo>
                  <a:pt x="0" y="2931"/>
                </a:moveTo>
                <a:lnTo>
                  <a:pt x="0" y="2772"/>
                </a:lnTo>
                <a:lnTo>
                  <a:pt x="117" y="2772"/>
                </a:lnTo>
                <a:lnTo>
                  <a:pt x="117" y="2931"/>
                </a:lnTo>
                <a:lnTo>
                  <a:pt x="0" y="2931"/>
                </a:lnTo>
                <a:moveTo>
                  <a:pt x="0" y="2666"/>
                </a:moveTo>
                <a:lnTo>
                  <a:pt x="0" y="2507"/>
                </a:lnTo>
                <a:lnTo>
                  <a:pt x="117" y="2507"/>
                </a:lnTo>
                <a:lnTo>
                  <a:pt x="117" y="2666"/>
                </a:lnTo>
                <a:lnTo>
                  <a:pt x="0" y="2666"/>
                </a:lnTo>
                <a:moveTo>
                  <a:pt x="0" y="2402"/>
                </a:moveTo>
                <a:lnTo>
                  <a:pt x="0" y="2243"/>
                </a:lnTo>
                <a:lnTo>
                  <a:pt x="117" y="2243"/>
                </a:lnTo>
                <a:lnTo>
                  <a:pt x="117" y="2402"/>
                </a:lnTo>
                <a:lnTo>
                  <a:pt x="0" y="2402"/>
                </a:lnTo>
                <a:moveTo>
                  <a:pt x="0" y="2138"/>
                </a:moveTo>
                <a:lnTo>
                  <a:pt x="0" y="1979"/>
                </a:lnTo>
                <a:lnTo>
                  <a:pt x="117" y="1979"/>
                </a:lnTo>
                <a:lnTo>
                  <a:pt x="117" y="2138"/>
                </a:lnTo>
                <a:lnTo>
                  <a:pt x="0" y="2138"/>
                </a:lnTo>
                <a:moveTo>
                  <a:pt x="0" y="1874"/>
                </a:moveTo>
                <a:lnTo>
                  <a:pt x="0" y="1715"/>
                </a:lnTo>
                <a:lnTo>
                  <a:pt x="117" y="1715"/>
                </a:lnTo>
                <a:lnTo>
                  <a:pt x="117" y="1874"/>
                </a:lnTo>
                <a:lnTo>
                  <a:pt x="0" y="1874"/>
                </a:lnTo>
                <a:moveTo>
                  <a:pt x="0" y="1610"/>
                </a:moveTo>
                <a:lnTo>
                  <a:pt x="0" y="1451"/>
                </a:lnTo>
                <a:lnTo>
                  <a:pt x="117" y="1451"/>
                </a:lnTo>
                <a:lnTo>
                  <a:pt x="117" y="1610"/>
                </a:lnTo>
                <a:lnTo>
                  <a:pt x="0" y="1610"/>
                </a:lnTo>
                <a:moveTo>
                  <a:pt x="0" y="1346"/>
                </a:moveTo>
                <a:lnTo>
                  <a:pt x="0" y="1187"/>
                </a:lnTo>
                <a:lnTo>
                  <a:pt x="117" y="1187"/>
                </a:lnTo>
                <a:lnTo>
                  <a:pt x="117" y="1346"/>
                </a:lnTo>
                <a:lnTo>
                  <a:pt x="0" y="1346"/>
                </a:lnTo>
                <a:moveTo>
                  <a:pt x="0" y="1082"/>
                </a:moveTo>
                <a:lnTo>
                  <a:pt x="0" y="923"/>
                </a:lnTo>
                <a:lnTo>
                  <a:pt x="117" y="923"/>
                </a:lnTo>
                <a:lnTo>
                  <a:pt x="117" y="1082"/>
                </a:lnTo>
                <a:lnTo>
                  <a:pt x="0" y="1082"/>
                </a:lnTo>
                <a:moveTo>
                  <a:pt x="0" y="818"/>
                </a:moveTo>
                <a:lnTo>
                  <a:pt x="0" y="659"/>
                </a:lnTo>
                <a:lnTo>
                  <a:pt x="117" y="659"/>
                </a:lnTo>
                <a:lnTo>
                  <a:pt x="117" y="818"/>
                </a:lnTo>
                <a:lnTo>
                  <a:pt x="0" y="818"/>
                </a:lnTo>
                <a:moveTo>
                  <a:pt x="0" y="554"/>
                </a:moveTo>
                <a:lnTo>
                  <a:pt x="0" y="395"/>
                </a:lnTo>
                <a:lnTo>
                  <a:pt x="117" y="395"/>
                </a:lnTo>
                <a:lnTo>
                  <a:pt x="117" y="554"/>
                </a:lnTo>
                <a:lnTo>
                  <a:pt x="0" y="554"/>
                </a:lnTo>
                <a:moveTo>
                  <a:pt x="0" y="290"/>
                </a:moveTo>
                <a:lnTo>
                  <a:pt x="0" y="138"/>
                </a:lnTo>
                <a:cubicBezTo>
                  <a:pt x="0" y="134"/>
                  <a:pt x="1" y="131"/>
                  <a:pt x="1" y="127"/>
                </a:cubicBezTo>
                <a:lnTo>
                  <a:pt x="117" y="136"/>
                </a:lnTo>
                <a:cubicBezTo>
                  <a:pt x="117" y="137"/>
                  <a:pt x="117" y="137"/>
                  <a:pt x="117" y="138"/>
                </a:cubicBezTo>
                <a:lnTo>
                  <a:pt x="117" y="290"/>
                </a:lnTo>
                <a:lnTo>
                  <a:pt x="0" y="290"/>
                </a:lnTo>
                <a:moveTo>
                  <a:pt x="122" y="1"/>
                </a:moveTo>
                <a:cubicBezTo>
                  <a:pt x="127" y="0"/>
                  <a:pt x="133" y="0"/>
                  <a:pt x="138" y="0"/>
                </a:cubicBezTo>
                <a:lnTo>
                  <a:pt x="297" y="0"/>
                </a:lnTo>
                <a:lnTo>
                  <a:pt x="297" y="117"/>
                </a:lnTo>
                <a:lnTo>
                  <a:pt x="138" y="117"/>
                </a:lnTo>
                <a:cubicBezTo>
                  <a:pt x="137" y="117"/>
                  <a:pt x="137" y="117"/>
                  <a:pt x="136" y="117"/>
                </a:cubicBezTo>
                <a:lnTo>
                  <a:pt x="122" y="1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8751240" y="4712760"/>
            <a:ext cx="3223800" cy="1261440"/>
          </a:xfrm>
          <a:custGeom>
            <a:avLst/>
            <a:gdLst/>
            <a:ahLst/>
            <a:rect l="0" t="0" r="r" b="b"/>
            <a:pathLst>
              <a:path w="8955" h="3504">
                <a:moveTo>
                  <a:pt x="402" y="0"/>
                </a:moveTo>
                <a:lnTo>
                  <a:pt x="561" y="0"/>
                </a:lnTo>
                <a:lnTo>
                  <a:pt x="561" y="117"/>
                </a:lnTo>
                <a:lnTo>
                  <a:pt x="402" y="117"/>
                </a:lnTo>
                <a:lnTo>
                  <a:pt x="402" y="0"/>
                </a:lnTo>
                <a:moveTo>
                  <a:pt x="666" y="0"/>
                </a:moveTo>
                <a:lnTo>
                  <a:pt x="825" y="0"/>
                </a:lnTo>
                <a:lnTo>
                  <a:pt x="825" y="117"/>
                </a:lnTo>
                <a:lnTo>
                  <a:pt x="666" y="117"/>
                </a:lnTo>
                <a:lnTo>
                  <a:pt x="666" y="0"/>
                </a:lnTo>
                <a:moveTo>
                  <a:pt x="930" y="0"/>
                </a:moveTo>
                <a:lnTo>
                  <a:pt x="1089" y="0"/>
                </a:lnTo>
                <a:lnTo>
                  <a:pt x="1089" y="117"/>
                </a:lnTo>
                <a:lnTo>
                  <a:pt x="930" y="117"/>
                </a:lnTo>
                <a:lnTo>
                  <a:pt x="930" y="0"/>
                </a:lnTo>
                <a:moveTo>
                  <a:pt x="1194" y="0"/>
                </a:moveTo>
                <a:lnTo>
                  <a:pt x="1353" y="0"/>
                </a:lnTo>
                <a:lnTo>
                  <a:pt x="1353" y="117"/>
                </a:lnTo>
                <a:lnTo>
                  <a:pt x="1194" y="117"/>
                </a:lnTo>
                <a:lnTo>
                  <a:pt x="1194" y="0"/>
                </a:lnTo>
                <a:moveTo>
                  <a:pt x="1458" y="0"/>
                </a:moveTo>
                <a:lnTo>
                  <a:pt x="1617" y="0"/>
                </a:lnTo>
                <a:lnTo>
                  <a:pt x="1617" y="117"/>
                </a:lnTo>
                <a:lnTo>
                  <a:pt x="1458" y="117"/>
                </a:lnTo>
                <a:lnTo>
                  <a:pt x="1458" y="0"/>
                </a:lnTo>
                <a:moveTo>
                  <a:pt x="1722" y="0"/>
                </a:moveTo>
                <a:lnTo>
                  <a:pt x="1881" y="0"/>
                </a:lnTo>
                <a:lnTo>
                  <a:pt x="1881" y="117"/>
                </a:lnTo>
                <a:lnTo>
                  <a:pt x="1722" y="117"/>
                </a:lnTo>
                <a:lnTo>
                  <a:pt x="1722" y="0"/>
                </a:lnTo>
                <a:moveTo>
                  <a:pt x="1986" y="0"/>
                </a:moveTo>
                <a:lnTo>
                  <a:pt x="2145" y="0"/>
                </a:lnTo>
                <a:lnTo>
                  <a:pt x="2145" y="117"/>
                </a:lnTo>
                <a:lnTo>
                  <a:pt x="1986" y="117"/>
                </a:lnTo>
                <a:lnTo>
                  <a:pt x="1986" y="0"/>
                </a:lnTo>
                <a:moveTo>
                  <a:pt x="2250" y="0"/>
                </a:moveTo>
                <a:lnTo>
                  <a:pt x="2409" y="0"/>
                </a:lnTo>
                <a:lnTo>
                  <a:pt x="2409" y="117"/>
                </a:lnTo>
                <a:lnTo>
                  <a:pt x="2250" y="117"/>
                </a:lnTo>
                <a:lnTo>
                  <a:pt x="2250" y="0"/>
                </a:lnTo>
                <a:moveTo>
                  <a:pt x="2514" y="0"/>
                </a:moveTo>
                <a:lnTo>
                  <a:pt x="2673" y="0"/>
                </a:lnTo>
                <a:lnTo>
                  <a:pt x="2673" y="117"/>
                </a:lnTo>
                <a:lnTo>
                  <a:pt x="2514" y="117"/>
                </a:lnTo>
                <a:lnTo>
                  <a:pt x="2514" y="0"/>
                </a:lnTo>
                <a:moveTo>
                  <a:pt x="2778" y="0"/>
                </a:moveTo>
                <a:lnTo>
                  <a:pt x="2937" y="0"/>
                </a:lnTo>
                <a:lnTo>
                  <a:pt x="2937" y="117"/>
                </a:lnTo>
                <a:lnTo>
                  <a:pt x="2778" y="117"/>
                </a:lnTo>
                <a:lnTo>
                  <a:pt x="2778" y="0"/>
                </a:lnTo>
                <a:moveTo>
                  <a:pt x="3042" y="0"/>
                </a:moveTo>
                <a:lnTo>
                  <a:pt x="3201" y="0"/>
                </a:lnTo>
                <a:lnTo>
                  <a:pt x="3201" y="117"/>
                </a:lnTo>
                <a:lnTo>
                  <a:pt x="3042" y="117"/>
                </a:lnTo>
                <a:lnTo>
                  <a:pt x="3042" y="0"/>
                </a:lnTo>
                <a:moveTo>
                  <a:pt x="3306" y="0"/>
                </a:moveTo>
                <a:lnTo>
                  <a:pt x="3465" y="0"/>
                </a:lnTo>
                <a:lnTo>
                  <a:pt x="3465" y="117"/>
                </a:lnTo>
                <a:lnTo>
                  <a:pt x="3306" y="117"/>
                </a:lnTo>
                <a:lnTo>
                  <a:pt x="3306" y="0"/>
                </a:lnTo>
                <a:moveTo>
                  <a:pt x="3570" y="0"/>
                </a:moveTo>
                <a:lnTo>
                  <a:pt x="3729" y="0"/>
                </a:lnTo>
                <a:lnTo>
                  <a:pt x="3729" y="117"/>
                </a:lnTo>
                <a:lnTo>
                  <a:pt x="3570" y="117"/>
                </a:lnTo>
                <a:lnTo>
                  <a:pt x="3570" y="0"/>
                </a:lnTo>
                <a:moveTo>
                  <a:pt x="3834" y="0"/>
                </a:moveTo>
                <a:lnTo>
                  <a:pt x="3993" y="0"/>
                </a:lnTo>
                <a:lnTo>
                  <a:pt x="3993" y="117"/>
                </a:lnTo>
                <a:lnTo>
                  <a:pt x="3834" y="117"/>
                </a:lnTo>
                <a:lnTo>
                  <a:pt x="3834" y="0"/>
                </a:lnTo>
                <a:moveTo>
                  <a:pt x="4098" y="0"/>
                </a:moveTo>
                <a:lnTo>
                  <a:pt x="4257" y="0"/>
                </a:lnTo>
                <a:lnTo>
                  <a:pt x="4257" y="117"/>
                </a:lnTo>
                <a:lnTo>
                  <a:pt x="4098" y="117"/>
                </a:lnTo>
                <a:lnTo>
                  <a:pt x="4098" y="0"/>
                </a:lnTo>
                <a:moveTo>
                  <a:pt x="4362" y="0"/>
                </a:moveTo>
                <a:lnTo>
                  <a:pt x="4521" y="0"/>
                </a:lnTo>
                <a:lnTo>
                  <a:pt x="4521" y="117"/>
                </a:lnTo>
                <a:lnTo>
                  <a:pt x="4362" y="117"/>
                </a:lnTo>
                <a:lnTo>
                  <a:pt x="4362" y="0"/>
                </a:lnTo>
                <a:moveTo>
                  <a:pt x="4626" y="0"/>
                </a:moveTo>
                <a:lnTo>
                  <a:pt x="4785" y="0"/>
                </a:lnTo>
                <a:lnTo>
                  <a:pt x="4785" y="117"/>
                </a:lnTo>
                <a:lnTo>
                  <a:pt x="4626" y="117"/>
                </a:lnTo>
                <a:lnTo>
                  <a:pt x="4626" y="0"/>
                </a:lnTo>
                <a:moveTo>
                  <a:pt x="4890" y="0"/>
                </a:moveTo>
                <a:lnTo>
                  <a:pt x="5049" y="0"/>
                </a:lnTo>
                <a:lnTo>
                  <a:pt x="5049" y="117"/>
                </a:lnTo>
                <a:lnTo>
                  <a:pt x="4890" y="117"/>
                </a:lnTo>
                <a:lnTo>
                  <a:pt x="4890" y="0"/>
                </a:lnTo>
                <a:moveTo>
                  <a:pt x="5154" y="0"/>
                </a:moveTo>
                <a:lnTo>
                  <a:pt x="5313" y="0"/>
                </a:lnTo>
                <a:lnTo>
                  <a:pt x="5313" y="117"/>
                </a:lnTo>
                <a:lnTo>
                  <a:pt x="5154" y="117"/>
                </a:lnTo>
                <a:lnTo>
                  <a:pt x="5154" y="0"/>
                </a:lnTo>
                <a:moveTo>
                  <a:pt x="5418" y="0"/>
                </a:moveTo>
                <a:lnTo>
                  <a:pt x="5577" y="0"/>
                </a:lnTo>
                <a:lnTo>
                  <a:pt x="5577" y="117"/>
                </a:lnTo>
                <a:lnTo>
                  <a:pt x="5418" y="117"/>
                </a:lnTo>
                <a:lnTo>
                  <a:pt x="5418" y="0"/>
                </a:lnTo>
                <a:moveTo>
                  <a:pt x="5682" y="0"/>
                </a:moveTo>
                <a:lnTo>
                  <a:pt x="5841" y="0"/>
                </a:lnTo>
                <a:lnTo>
                  <a:pt x="5841" y="117"/>
                </a:lnTo>
                <a:lnTo>
                  <a:pt x="5682" y="117"/>
                </a:lnTo>
                <a:lnTo>
                  <a:pt x="5682" y="0"/>
                </a:lnTo>
                <a:moveTo>
                  <a:pt x="5946" y="0"/>
                </a:moveTo>
                <a:lnTo>
                  <a:pt x="6105" y="0"/>
                </a:lnTo>
                <a:lnTo>
                  <a:pt x="6105" y="117"/>
                </a:lnTo>
                <a:lnTo>
                  <a:pt x="5946" y="117"/>
                </a:lnTo>
                <a:lnTo>
                  <a:pt x="5946" y="0"/>
                </a:lnTo>
                <a:moveTo>
                  <a:pt x="6210" y="0"/>
                </a:moveTo>
                <a:lnTo>
                  <a:pt x="6369" y="0"/>
                </a:lnTo>
                <a:lnTo>
                  <a:pt x="6369" y="117"/>
                </a:lnTo>
                <a:lnTo>
                  <a:pt x="6210" y="117"/>
                </a:lnTo>
                <a:lnTo>
                  <a:pt x="6210" y="0"/>
                </a:lnTo>
                <a:moveTo>
                  <a:pt x="6474" y="0"/>
                </a:moveTo>
                <a:lnTo>
                  <a:pt x="6633" y="0"/>
                </a:lnTo>
                <a:lnTo>
                  <a:pt x="6633" y="117"/>
                </a:lnTo>
                <a:lnTo>
                  <a:pt x="6474" y="117"/>
                </a:lnTo>
                <a:lnTo>
                  <a:pt x="6474" y="0"/>
                </a:lnTo>
                <a:moveTo>
                  <a:pt x="6738" y="0"/>
                </a:moveTo>
                <a:lnTo>
                  <a:pt x="6897" y="0"/>
                </a:lnTo>
                <a:lnTo>
                  <a:pt x="6897" y="117"/>
                </a:lnTo>
                <a:lnTo>
                  <a:pt x="6738" y="117"/>
                </a:lnTo>
                <a:lnTo>
                  <a:pt x="6738" y="0"/>
                </a:lnTo>
                <a:moveTo>
                  <a:pt x="7002" y="0"/>
                </a:moveTo>
                <a:lnTo>
                  <a:pt x="7162" y="0"/>
                </a:lnTo>
                <a:lnTo>
                  <a:pt x="7162" y="117"/>
                </a:lnTo>
                <a:lnTo>
                  <a:pt x="7002" y="117"/>
                </a:lnTo>
                <a:lnTo>
                  <a:pt x="7002" y="0"/>
                </a:lnTo>
                <a:moveTo>
                  <a:pt x="7267" y="0"/>
                </a:moveTo>
                <a:lnTo>
                  <a:pt x="7426" y="0"/>
                </a:lnTo>
                <a:lnTo>
                  <a:pt x="7426" y="117"/>
                </a:lnTo>
                <a:lnTo>
                  <a:pt x="7267" y="117"/>
                </a:lnTo>
                <a:lnTo>
                  <a:pt x="7267" y="0"/>
                </a:lnTo>
                <a:moveTo>
                  <a:pt x="7531" y="0"/>
                </a:moveTo>
                <a:lnTo>
                  <a:pt x="7690" y="0"/>
                </a:lnTo>
                <a:lnTo>
                  <a:pt x="7690" y="117"/>
                </a:lnTo>
                <a:lnTo>
                  <a:pt x="7531" y="117"/>
                </a:lnTo>
                <a:lnTo>
                  <a:pt x="7531" y="0"/>
                </a:lnTo>
                <a:moveTo>
                  <a:pt x="7795" y="0"/>
                </a:moveTo>
                <a:lnTo>
                  <a:pt x="7954" y="0"/>
                </a:lnTo>
                <a:lnTo>
                  <a:pt x="7954" y="117"/>
                </a:lnTo>
                <a:lnTo>
                  <a:pt x="7795" y="117"/>
                </a:lnTo>
                <a:lnTo>
                  <a:pt x="7795" y="0"/>
                </a:lnTo>
                <a:moveTo>
                  <a:pt x="8059" y="0"/>
                </a:moveTo>
                <a:lnTo>
                  <a:pt x="8218" y="0"/>
                </a:lnTo>
                <a:lnTo>
                  <a:pt x="8218" y="117"/>
                </a:lnTo>
                <a:lnTo>
                  <a:pt x="8059" y="117"/>
                </a:lnTo>
                <a:lnTo>
                  <a:pt x="8059" y="0"/>
                </a:lnTo>
                <a:moveTo>
                  <a:pt x="8323" y="0"/>
                </a:moveTo>
                <a:lnTo>
                  <a:pt x="8482" y="0"/>
                </a:lnTo>
                <a:lnTo>
                  <a:pt x="8482" y="117"/>
                </a:lnTo>
                <a:lnTo>
                  <a:pt x="8323" y="117"/>
                </a:lnTo>
                <a:lnTo>
                  <a:pt x="8323" y="0"/>
                </a:lnTo>
                <a:moveTo>
                  <a:pt x="8587" y="0"/>
                </a:moveTo>
                <a:lnTo>
                  <a:pt x="8746" y="0"/>
                </a:lnTo>
                <a:lnTo>
                  <a:pt x="8746" y="117"/>
                </a:lnTo>
                <a:lnTo>
                  <a:pt x="8587" y="117"/>
                </a:lnTo>
                <a:lnTo>
                  <a:pt x="8587" y="0"/>
                </a:lnTo>
                <a:moveTo>
                  <a:pt x="8874" y="12"/>
                </a:moveTo>
                <a:cubicBezTo>
                  <a:pt x="8928" y="37"/>
                  <a:pt x="8955" y="78"/>
                  <a:pt x="8955" y="138"/>
                </a:cubicBezTo>
                <a:lnTo>
                  <a:pt x="8955" y="209"/>
                </a:lnTo>
                <a:lnTo>
                  <a:pt x="8838" y="209"/>
                </a:lnTo>
                <a:lnTo>
                  <a:pt x="8838" y="138"/>
                </a:lnTo>
                <a:cubicBezTo>
                  <a:pt x="8838" y="129"/>
                  <a:pt x="8834" y="122"/>
                  <a:pt x="8826" y="118"/>
                </a:cubicBezTo>
                <a:lnTo>
                  <a:pt x="8874" y="12"/>
                </a:lnTo>
                <a:moveTo>
                  <a:pt x="8955" y="314"/>
                </a:moveTo>
                <a:lnTo>
                  <a:pt x="8955" y="473"/>
                </a:lnTo>
                <a:lnTo>
                  <a:pt x="8838" y="473"/>
                </a:lnTo>
                <a:lnTo>
                  <a:pt x="8838" y="314"/>
                </a:lnTo>
                <a:lnTo>
                  <a:pt x="8955" y="314"/>
                </a:lnTo>
                <a:moveTo>
                  <a:pt x="8955" y="578"/>
                </a:moveTo>
                <a:lnTo>
                  <a:pt x="8955" y="737"/>
                </a:lnTo>
                <a:lnTo>
                  <a:pt x="8838" y="737"/>
                </a:lnTo>
                <a:lnTo>
                  <a:pt x="8838" y="578"/>
                </a:lnTo>
                <a:lnTo>
                  <a:pt x="8955" y="578"/>
                </a:lnTo>
                <a:moveTo>
                  <a:pt x="8955" y="842"/>
                </a:moveTo>
                <a:lnTo>
                  <a:pt x="8955" y="1001"/>
                </a:lnTo>
                <a:lnTo>
                  <a:pt x="8838" y="1001"/>
                </a:lnTo>
                <a:lnTo>
                  <a:pt x="8838" y="842"/>
                </a:lnTo>
                <a:lnTo>
                  <a:pt x="8955" y="842"/>
                </a:lnTo>
                <a:moveTo>
                  <a:pt x="8955" y="1106"/>
                </a:moveTo>
                <a:lnTo>
                  <a:pt x="8955" y="1265"/>
                </a:lnTo>
                <a:lnTo>
                  <a:pt x="8838" y="1265"/>
                </a:lnTo>
                <a:lnTo>
                  <a:pt x="8838" y="1106"/>
                </a:lnTo>
                <a:lnTo>
                  <a:pt x="8955" y="1106"/>
                </a:lnTo>
                <a:moveTo>
                  <a:pt x="8955" y="1370"/>
                </a:moveTo>
                <a:lnTo>
                  <a:pt x="8955" y="1529"/>
                </a:lnTo>
                <a:lnTo>
                  <a:pt x="8838" y="1529"/>
                </a:lnTo>
                <a:lnTo>
                  <a:pt x="8838" y="1370"/>
                </a:lnTo>
                <a:lnTo>
                  <a:pt x="8955" y="1370"/>
                </a:lnTo>
                <a:moveTo>
                  <a:pt x="8955" y="1634"/>
                </a:moveTo>
                <a:lnTo>
                  <a:pt x="8955" y="1793"/>
                </a:lnTo>
                <a:lnTo>
                  <a:pt x="8838" y="1793"/>
                </a:lnTo>
                <a:lnTo>
                  <a:pt x="8838" y="1634"/>
                </a:lnTo>
                <a:lnTo>
                  <a:pt x="8955" y="1634"/>
                </a:lnTo>
                <a:moveTo>
                  <a:pt x="8955" y="1898"/>
                </a:moveTo>
                <a:lnTo>
                  <a:pt x="8955" y="2057"/>
                </a:lnTo>
                <a:lnTo>
                  <a:pt x="8838" y="2057"/>
                </a:lnTo>
                <a:lnTo>
                  <a:pt x="8838" y="1898"/>
                </a:lnTo>
                <a:lnTo>
                  <a:pt x="8955" y="1898"/>
                </a:lnTo>
                <a:moveTo>
                  <a:pt x="8955" y="2162"/>
                </a:moveTo>
                <a:lnTo>
                  <a:pt x="8955" y="2321"/>
                </a:lnTo>
                <a:lnTo>
                  <a:pt x="8838" y="2321"/>
                </a:lnTo>
                <a:lnTo>
                  <a:pt x="8838" y="2162"/>
                </a:lnTo>
                <a:lnTo>
                  <a:pt x="8955" y="2162"/>
                </a:lnTo>
                <a:moveTo>
                  <a:pt x="8955" y="2426"/>
                </a:moveTo>
                <a:lnTo>
                  <a:pt x="8955" y="2585"/>
                </a:lnTo>
                <a:lnTo>
                  <a:pt x="8838" y="2585"/>
                </a:lnTo>
                <a:lnTo>
                  <a:pt x="8838" y="2426"/>
                </a:lnTo>
                <a:lnTo>
                  <a:pt x="8955" y="2426"/>
                </a:lnTo>
                <a:moveTo>
                  <a:pt x="8955" y="2691"/>
                </a:moveTo>
                <a:lnTo>
                  <a:pt x="8955" y="2850"/>
                </a:lnTo>
                <a:lnTo>
                  <a:pt x="8838" y="2850"/>
                </a:lnTo>
                <a:lnTo>
                  <a:pt x="8838" y="2691"/>
                </a:lnTo>
                <a:lnTo>
                  <a:pt x="8955" y="2691"/>
                </a:lnTo>
                <a:moveTo>
                  <a:pt x="8955" y="2955"/>
                </a:moveTo>
                <a:lnTo>
                  <a:pt x="8955" y="3114"/>
                </a:lnTo>
                <a:lnTo>
                  <a:pt x="8838" y="3114"/>
                </a:lnTo>
                <a:lnTo>
                  <a:pt x="8838" y="2955"/>
                </a:lnTo>
                <a:lnTo>
                  <a:pt x="8955" y="2955"/>
                </a:lnTo>
                <a:moveTo>
                  <a:pt x="8955" y="3219"/>
                </a:moveTo>
                <a:lnTo>
                  <a:pt x="8955" y="3367"/>
                </a:lnTo>
                <a:cubicBezTo>
                  <a:pt x="8955" y="3373"/>
                  <a:pt x="8954" y="3379"/>
                  <a:pt x="8954" y="3385"/>
                </a:cubicBezTo>
                <a:lnTo>
                  <a:pt x="8838" y="3369"/>
                </a:lnTo>
                <a:cubicBezTo>
                  <a:pt x="8838" y="3368"/>
                  <a:pt x="8838" y="3368"/>
                  <a:pt x="8838" y="3367"/>
                </a:cubicBezTo>
                <a:lnTo>
                  <a:pt x="8838" y="3219"/>
                </a:lnTo>
                <a:lnTo>
                  <a:pt x="8955" y="3219"/>
                </a:lnTo>
                <a:moveTo>
                  <a:pt x="8826" y="3504"/>
                </a:moveTo>
                <a:cubicBezTo>
                  <a:pt x="8823" y="3504"/>
                  <a:pt x="8820" y="3504"/>
                  <a:pt x="8817" y="3504"/>
                </a:cubicBezTo>
                <a:lnTo>
                  <a:pt x="8663" y="3504"/>
                </a:lnTo>
                <a:lnTo>
                  <a:pt x="8663" y="3388"/>
                </a:lnTo>
                <a:lnTo>
                  <a:pt x="8817" y="3388"/>
                </a:lnTo>
                <a:lnTo>
                  <a:pt x="8818" y="3388"/>
                </a:lnTo>
                <a:lnTo>
                  <a:pt x="8826" y="3504"/>
                </a:lnTo>
                <a:moveTo>
                  <a:pt x="8558" y="3504"/>
                </a:moveTo>
                <a:lnTo>
                  <a:pt x="8399" y="3504"/>
                </a:lnTo>
                <a:lnTo>
                  <a:pt x="8399" y="3388"/>
                </a:lnTo>
                <a:lnTo>
                  <a:pt x="8558" y="3388"/>
                </a:lnTo>
                <a:lnTo>
                  <a:pt x="8558" y="3504"/>
                </a:lnTo>
                <a:moveTo>
                  <a:pt x="8294" y="3504"/>
                </a:moveTo>
                <a:lnTo>
                  <a:pt x="8135" y="3504"/>
                </a:lnTo>
                <a:lnTo>
                  <a:pt x="8135" y="3388"/>
                </a:lnTo>
                <a:lnTo>
                  <a:pt x="8294" y="3388"/>
                </a:lnTo>
                <a:lnTo>
                  <a:pt x="8294" y="3504"/>
                </a:lnTo>
                <a:moveTo>
                  <a:pt x="8030" y="3504"/>
                </a:moveTo>
                <a:lnTo>
                  <a:pt x="7871" y="3504"/>
                </a:lnTo>
                <a:lnTo>
                  <a:pt x="7871" y="3388"/>
                </a:lnTo>
                <a:lnTo>
                  <a:pt x="8030" y="3388"/>
                </a:lnTo>
                <a:lnTo>
                  <a:pt x="8030" y="3504"/>
                </a:lnTo>
                <a:moveTo>
                  <a:pt x="7766" y="3504"/>
                </a:moveTo>
                <a:lnTo>
                  <a:pt x="7607" y="3504"/>
                </a:lnTo>
                <a:lnTo>
                  <a:pt x="7607" y="3388"/>
                </a:lnTo>
                <a:lnTo>
                  <a:pt x="7766" y="3388"/>
                </a:lnTo>
                <a:lnTo>
                  <a:pt x="7766" y="3504"/>
                </a:lnTo>
                <a:moveTo>
                  <a:pt x="7502" y="3504"/>
                </a:moveTo>
                <a:lnTo>
                  <a:pt x="7343" y="3504"/>
                </a:lnTo>
                <a:lnTo>
                  <a:pt x="7343" y="3388"/>
                </a:lnTo>
                <a:lnTo>
                  <a:pt x="7502" y="3388"/>
                </a:lnTo>
                <a:lnTo>
                  <a:pt x="7502" y="3504"/>
                </a:lnTo>
                <a:moveTo>
                  <a:pt x="7238" y="3504"/>
                </a:moveTo>
                <a:lnTo>
                  <a:pt x="7079" y="3504"/>
                </a:lnTo>
                <a:lnTo>
                  <a:pt x="7079" y="3388"/>
                </a:lnTo>
                <a:lnTo>
                  <a:pt x="7238" y="3388"/>
                </a:lnTo>
                <a:lnTo>
                  <a:pt x="7238" y="3504"/>
                </a:lnTo>
                <a:moveTo>
                  <a:pt x="6973" y="3504"/>
                </a:moveTo>
                <a:lnTo>
                  <a:pt x="6814" y="3504"/>
                </a:lnTo>
                <a:lnTo>
                  <a:pt x="6814" y="3388"/>
                </a:lnTo>
                <a:lnTo>
                  <a:pt x="6973" y="3388"/>
                </a:lnTo>
                <a:lnTo>
                  <a:pt x="6973" y="3504"/>
                </a:lnTo>
                <a:moveTo>
                  <a:pt x="6709" y="3504"/>
                </a:moveTo>
                <a:lnTo>
                  <a:pt x="6550" y="3504"/>
                </a:lnTo>
                <a:lnTo>
                  <a:pt x="6550" y="3388"/>
                </a:lnTo>
                <a:lnTo>
                  <a:pt x="6709" y="3388"/>
                </a:lnTo>
                <a:lnTo>
                  <a:pt x="6709" y="3504"/>
                </a:lnTo>
                <a:moveTo>
                  <a:pt x="6445" y="3504"/>
                </a:moveTo>
                <a:lnTo>
                  <a:pt x="6286" y="3504"/>
                </a:lnTo>
                <a:lnTo>
                  <a:pt x="6286" y="3388"/>
                </a:lnTo>
                <a:lnTo>
                  <a:pt x="6445" y="3388"/>
                </a:lnTo>
                <a:lnTo>
                  <a:pt x="6445" y="3504"/>
                </a:lnTo>
                <a:moveTo>
                  <a:pt x="6181" y="3504"/>
                </a:moveTo>
                <a:lnTo>
                  <a:pt x="6022" y="3504"/>
                </a:lnTo>
                <a:lnTo>
                  <a:pt x="6022" y="3388"/>
                </a:lnTo>
                <a:lnTo>
                  <a:pt x="6181" y="3388"/>
                </a:lnTo>
                <a:lnTo>
                  <a:pt x="6181" y="3504"/>
                </a:lnTo>
                <a:moveTo>
                  <a:pt x="5917" y="3504"/>
                </a:moveTo>
                <a:lnTo>
                  <a:pt x="5758" y="3504"/>
                </a:lnTo>
                <a:lnTo>
                  <a:pt x="5758" y="3388"/>
                </a:lnTo>
                <a:lnTo>
                  <a:pt x="5917" y="3388"/>
                </a:lnTo>
                <a:lnTo>
                  <a:pt x="5917" y="3504"/>
                </a:lnTo>
                <a:moveTo>
                  <a:pt x="5653" y="3504"/>
                </a:moveTo>
                <a:lnTo>
                  <a:pt x="5494" y="3504"/>
                </a:lnTo>
                <a:lnTo>
                  <a:pt x="5494" y="3388"/>
                </a:lnTo>
                <a:lnTo>
                  <a:pt x="5653" y="3388"/>
                </a:lnTo>
                <a:lnTo>
                  <a:pt x="5653" y="3504"/>
                </a:lnTo>
                <a:moveTo>
                  <a:pt x="5389" y="3504"/>
                </a:moveTo>
                <a:lnTo>
                  <a:pt x="5230" y="3504"/>
                </a:lnTo>
                <a:lnTo>
                  <a:pt x="5230" y="3388"/>
                </a:lnTo>
                <a:lnTo>
                  <a:pt x="5389" y="3388"/>
                </a:lnTo>
                <a:lnTo>
                  <a:pt x="5389" y="3504"/>
                </a:lnTo>
                <a:moveTo>
                  <a:pt x="5125" y="3504"/>
                </a:moveTo>
                <a:lnTo>
                  <a:pt x="4966" y="3504"/>
                </a:lnTo>
                <a:lnTo>
                  <a:pt x="4966" y="3388"/>
                </a:lnTo>
                <a:lnTo>
                  <a:pt x="5125" y="3388"/>
                </a:lnTo>
                <a:lnTo>
                  <a:pt x="5125" y="3504"/>
                </a:lnTo>
                <a:moveTo>
                  <a:pt x="4861" y="3504"/>
                </a:moveTo>
                <a:lnTo>
                  <a:pt x="4702" y="3504"/>
                </a:lnTo>
                <a:lnTo>
                  <a:pt x="4702" y="3388"/>
                </a:lnTo>
                <a:lnTo>
                  <a:pt x="4861" y="3388"/>
                </a:lnTo>
                <a:lnTo>
                  <a:pt x="4861" y="3504"/>
                </a:lnTo>
                <a:moveTo>
                  <a:pt x="4597" y="3504"/>
                </a:moveTo>
                <a:lnTo>
                  <a:pt x="4438" y="3504"/>
                </a:lnTo>
                <a:lnTo>
                  <a:pt x="4438" y="3388"/>
                </a:lnTo>
                <a:lnTo>
                  <a:pt x="4597" y="3388"/>
                </a:lnTo>
                <a:lnTo>
                  <a:pt x="4597" y="3504"/>
                </a:lnTo>
                <a:moveTo>
                  <a:pt x="4333" y="3504"/>
                </a:moveTo>
                <a:lnTo>
                  <a:pt x="4174" y="3504"/>
                </a:lnTo>
                <a:lnTo>
                  <a:pt x="4174" y="3388"/>
                </a:lnTo>
                <a:lnTo>
                  <a:pt x="4333" y="3388"/>
                </a:lnTo>
                <a:lnTo>
                  <a:pt x="4333" y="3504"/>
                </a:lnTo>
                <a:moveTo>
                  <a:pt x="4069" y="3504"/>
                </a:moveTo>
                <a:lnTo>
                  <a:pt x="3910" y="3504"/>
                </a:lnTo>
                <a:lnTo>
                  <a:pt x="3910" y="3388"/>
                </a:lnTo>
                <a:lnTo>
                  <a:pt x="4069" y="3388"/>
                </a:lnTo>
                <a:lnTo>
                  <a:pt x="4069" y="3504"/>
                </a:lnTo>
                <a:moveTo>
                  <a:pt x="3805" y="3504"/>
                </a:moveTo>
                <a:lnTo>
                  <a:pt x="3646" y="3504"/>
                </a:lnTo>
                <a:lnTo>
                  <a:pt x="3646" y="3388"/>
                </a:lnTo>
                <a:lnTo>
                  <a:pt x="3805" y="3388"/>
                </a:lnTo>
                <a:lnTo>
                  <a:pt x="3805" y="3504"/>
                </a:lnTo>
                <a:moveTo>
                  <a:pt x="3541" y="3504"/>
                </a:moveTo>
                <a:lnTo>
                  <a:pt x="3382" y="3504"/>
                </a:lnTo>
                <a:lnTo>
                  <a:pt x="3382" y="3388"/>
                </a:lnTo>
                <a:lnTo>
                  <a:pt x="3541" y="3388"/>
                </a:lnTo>
                <a:lnTo>
                  <a:pt x="3541" y="3504"/>
                </a:lnTo>
                <a:moveTo>
                  <a:pt x="3277" y="3504"/>
                </a:moveTo>
                <a:lnTo>
                  <a:pt x="3118" y="3504"/>
                </a:lnTo>
                <a:lnTo>
                  <a:pt x="3118" y="3388"/>
                </a:lnTo>
                <a:lnTo>
                  <a:pt x="3277" y="3388"/>
                </a:lnTo>
                <a:lnTo>
                  <a:pt x="3277" y="3504"/>
                </a:lnTo>
                <a:moveTo>
                  <a:pt x="3013" y="3504"/>
                </a:moveTo>
                <a:lnTo>
                  <a:pt x="2854" y="3504"/>
                </a:lnTo>
                <a:lnTo>
                  <a:pt x="2854" y="3388"/>
                </a:lnTo>
                <a:lnTo>
                  <a:pt x="3013" y="3388"/>
                </a:lnTo>
                <a:lnTo>
                  <a:pt x="3013" y="3504"/>
                </a:lnTo>
                <a:moveTo>
                  <a:pt x="2749" y="3504"/>
                </a:moveTo>
                <a:lnTo>
                  <a:pt x="2590" y="3504"/>
                </a:lnTo>
                <a:lnTo>
                  <a:pt x="2590" y="3388"/>
                </a:lnTo>
                <a:lnTo>
                  <a:pt x="2749" y="3388"/>
                </a:lnTo>
                <a:lnTo>
                  <a:pt x="2749" y="3504"/>
                </a:lnTo>
                <a:moveTo>
                  <a:pt x="2485" y="3504"/>
                </a:moveTo>
                <a:lnTo>
                  <a:pt x="2326" y="3504"/>
                </a:lnTo>
                <a:lnTo>
                  <a:pt x="2326" y="3388"/>
                </a:lnTo>
                <a:lnTo>
                  <a:pt x="2485" y="3388"/>
                </a:lnTo>
                <a:lnTo>
                  <a:pt x="2485" y="3504"/>
                </a:lnTo>
                <a:moveTo>
                  <a:pt x="2221" y="3504"/>
                </a:moveTo>
                <a:lnTo>
                  <a:pt x="2062" y="3504"/>
                </a:lnTo>
                <a:lnTo>
                  <a:pt x="2062" y="3388"/>
                </a:lnTo>
                <a:lnTo>
                  <a:pt x="2221" y="3388"/>
                </a:lnTo>
                <a:lnTo>
                  <a:pt x="2221" y="3504"/>
                </a:lnTo>
                <a:moveTo>
                  <a:pt x="1957" y="3504"/>
                </a:moveTo>
                <a:lnTo>
                  <a:pt x="1798" y="3504"/>
                </a:lnTo>
                <a:lnTo>
                  <a:pt x="1798" y="3388"/>
                </a:lnTo>
                <a:lnTo>
                  <a:pt x="1957" y="3388"/>
                </a:lnTo>
                <a:lnTo>
                  <a:pt x="1957" y="3504"/>
                </a:lnTo>
                <a:moveTo>
                  <a:pt x="1693" y="3504"/>
                </a:moveTo>
                <a:lnTo>
                  <a:pt x="1534" y="3504"/>
                </a:lnTo>
                <a:lnTo>
                  <a:pt x="1534" y="3388"/>
                </a:lnTo>
                <a:lnTo>
                  <a:pt x="1693" y="3388"/>
                </a:lnTo>
                <a:lnTo>
                  <a:pt x="1693" y="3504"/>
                </a:lnTo>
                <a:moveTo>
                  <a:pt x="1429" y="3504"/>
                </a:moveTo>
                <a:lnTo>
                  <a:pt x="1270" y="3504"/>
                </a:lnTo>
                <a:lnTo>
                  <a:pt x="1270" y="3388"/>
                </a:lnTo>
                <a:lnTo>
                  <a:pt x="1429" y="3388"/>
                </a:lnTo>
                <a:lnTo>
                  <a:pt x="1429" y="3504"/>
                </a:lnTo>
                <a:moveTo>
                  <a:pt x="1165" y="3504"/>
                </a:moveTo>
                <a:lnTo>
                  <a:pt x="1006" y="3504"/>
                </a:lnTo>
                <a:lnTo>
                  <a:pt x="1006" y="3388"/>
                </a:lnTo>
                <a:lnTo>
                  <a:pt x="1165" y="3388"/>
                </a:lnTo>
                <a:lnTo>
                  <a:pt x="1165" y="3504"/>
                </a:lnTo>
                <a:moveTo>
                  <a:pt x="901" y="3504"/>
                </a:moveTo>
                <a:lnTo>
                  <a:pt x="742" y="3504"/>
                </a:lnTo>
                <a:lnTo>
                  <a:pt x="742" y="3388"/>
                </a:lnTo>
                <a:lnTo>
                  <a:pt x="901" y="3388"/>
                </a:lnTo>
                <a:lnTo>
                  <a:pt x="901" y="3504"/>
                </a:lnTo>
                <a:moveTo>
                  <a:pt x="637" y="3504"/>
                </a:moveTo>
                <a:lnTo>
                  <a:pt x="478" y="3504"/>
                </a:lnTo>
                <a:lnTo>
                  <a:pt x="478" y="3388"/>
                </a:lnTo>
                <a:lnTo>
                  <a:pt x="637" y="3388"/>
                </a:lnTo>
                <a:lnTo>
                  <a:pt x="637" y="3504"/>
                </a:lnTo>
                <a:moveTo>
                  <a:pt x="373" y="3504"/>
                </a:moveTo>
                <a:lnTo>
                  <a:pt x="214" y="3504"/>
                </a:lnTo>
                <a:lnTo>
                  <a:pt x="214" y="3388"/>
                </a:lnTo>
                <a:lnTo>
                  <a:pt x="373" y="3388"/>
                </a:lnTo>
                <a:lnTo>
                  <a:pt x="373" y="3504"/>
                </a:lnTo>
                <a:moveTo>
                  <a:pt x="90" y="3495"/>
                </a:moveTo>
                <a:cubicBezTo>
                  <a:pt x="30" y="3473"/>
                  <a:pt x="0" y="3430"/>
                  <a:pt x="0" y="3367"/>
                </a:cubicBezTo>
                <a:lnTo>
                  <a:pt x="0" y="3300"/>
                </a:lnTo>
                <a:lnTo>
                  <a:pt x="117" y="3300"/>
                </a:lnTo>
                <a:lnTo>
                  <a:pt x="117" y="3367"/>
                </a:lnTo>
                <a:cubicBezTo>
                  <a:pt x="117" y="3376"/>
                  <a:pt x="121" y="3383"/>
                  <a:pt x="131" y="3386"/>
                </a:cubicBezTo>
                <a:lnTo>
                  <a:pt x="90" y="3495"/>
                </a:lnTo>
                <a:moveTo>
                  <a:pt x="0" y="3195"/>
                </a:moveTo>
                <a:lnTo>
                  <a:pt x="0" y="3036"/>
                </a:lnTo>
                <a:lnTo>
                  <a:pt x="117" y="3036"/>
                </a:lnTo>
                <a:lnTo>
                  <a:pt x="117" y="3195"/>
                </a:lnTo>
                <a:lnTo>
                  <a:pt x="0" y="3195"/>
                </a:lnTo>
                <a:moveTo>
                  <a:pt x="0" y="2931"/>
                </a:moveTo>
                <a:lnTo>
                  <a:pt x="0" y="2772"/>
                </a:lnTo>
                <a:lnTo>
                  <a:pt x="117" y="2772"/>
                </a:lnTo>
                <a:lnTo>
                  <a:pt x="117" y="2931"/>
                </a:lnTo>
                <a:lnTo>
                  <a:pt x="0" y="2931"/>
                </a:lnTo>
                <a:moveTo>
                  <a:pt x="0" y="2666"/>
                </a:moveTo>
                <a:lnTo>
                  <a:pt x="0" y="2507"/>
                </a:lnTo>
                <a:lnTo>
                  <a:pt x="117" y="2507"/>
                </a:lnTo>
                <a:lnTo>
                  <a:pt x="117" y="2666"/>
                </a:lnTo>
                <a:lnTo>
                  <a:pt x="0" y="2666"/>
                </a:lnTo>
                <a:moveTo>
                  <a:pt x="0" y="2402"/>
                </a:moveTo>
                <a:lnTo>
                  <a:pt x="0" y="2243"/>
                </a:lnTo>
                <a:lnTo>
                  <a:pt x="117" y="2243"/>
                </a:lnTo>
                <a:lnTo>
                  <a:pt x="117" y="2402"/>
                </a:lnTo>
                <a:lnTo>
                  <a:pt x="0" y="2402"/>
                </a:lnTo>
                <a:moveTo>
                  <a:pt x="0" y="2138"/>
                </a:moveTo>
                <a:lnTo>
                  <a:pt x="0" y="1979"/>
                </a:lnTo>
                <a:lnTo>
                  <a:pt x="117" y="1979"/>
                </a:lnTo>
                <a:lnTo>
                  <a:pt x="117" y="2138"/>
                </a:lnTo>
                <a:lnTo>
                  <a:pt x="0" y="2138"/>
                </a:lnTo>
                <a:moveTo>
                  <a:pt x="0" y="1874"/>
                </a:moveTo>
                <a:lnTo>
                  <a:pt x="0" y="1715"/>
                </a:lnTo>
                <a:lnTo>
                  <a:pt x="117" y="1715"/>
                </a:lnTo>
                <a:lnTo>
                  <a:pt x="117" y="1874"/>
                </a:lnTo>
                <a:lnTo>
                  <a:pt x="0" y="1874"/>
                </a:lnTo>
                <a:moveTo>
                  <a:pt x="0" y="1610"/>
                </a:moveTo>
                <a:lnTo>
                  <a:pt x="0" y="1451"/>
                </a:lnTo>
                <a:lnTo>
                  <a:pt x="117" y="1451"/>
                </a:lnTo>
                <a:lnTo>
                  <a:pt x="117" y="1610"/>
                </a:lnTo>
                <a:lnTo>
                  <a:pt x="0" y="1610"/>
                </a:lnTo>
                <a:moveTo>
                  <a:pt x="0" y="1346"/>
                </a:moveTo>
                <a:lnTo>
                  <a:pt x="0" y="1187"/>
                </a:lnTo>
                <a:lnTo>
                  <a:pt x="117" y="1187"/>
                </a:lnTo>
                <a:lnTo>
                  <a:pt x="117" y="1346"/>
                </a:lnTo>
                <a:lnTo>
                  <a:pt x="0" y="1346"/>
                </a:lnTo>
                <a:moveTo>
                  <a:pt x="0" y="1082"/>
                </a:moveTo>
                <a:lnTo>
                  <a:pt x="0" y="923"/>
                </a:lnTo>
                <a:lnTo>
                  <a:pt x="117" y="923"/>
                </a:lnTo>
                <a:lnTo>
                  <a:pt x="117" y="1082"/>
                </a:lnTo>
                <a:lnTo>
                  <a:pt x="0" y="1082"/>
                </a:lnTo>
                <a:moveTo>
                  <a:pt x="0" y="818"/>
                </a:moveTo>
                <a:lnTo>
                  <a:pt x="0" y="659"/>
                </a:lnTo>
                <a:lnTo>
                  <a:pt x="117" y="659"/>
                </a:lnTo>
                <a:lnTo>
                  <a:pt x="117" y="818"/>
                </a:lnTo>
                <a:lnTo>
                  <a:pt x="0" y="818"/>
                </a:lnTo>
                <a:moveTo>
                  <a:pt x="0" y="554"/>
                </a:moveTo>
                <a:lnTo>
                  <a:pt x="0" y="395"/>
                </a:lnTo>
                <a:lnTo>
                  <a:pt x="117" y="395"/>
                </a:lnTo>
                <a:lnTo>
                  <a:pt x="117" y="554"/>
                </a:lnTo>
                <a:lnTo>
                  <a:pt x="0" y="554"/>
                </a:lnTo>
                <a:moveTo>
                  <a:pt x="0" y="290"/>
                </a:moveTo>
                <a:lnTo>
                  <a:pt x="0" y="138"/>
                </a:lnTo>
                <a:cubicBezTo>
                  <a:pt x="0" y="134"/>
                  <a:pt x="1" y="131"/>
                  <a:pt x="1" y="127"/>
                </a:cubicBezTo>
                <a:lnTo>
                  <a:pt x="117" y="136"/>
                </a:lnTo>
                <a:cubicBezTo>
                  <a:pt x="117" y="137"/>
                  <a:pt x="117" y="137"/>
                  <a:pt x="117" y="138"/>
                </a:cubicBezTo>
                <a:lnTo>
                  <a:pt x="117" y="290"/>
                </a:lnTo>
                <a:lnTo>
                  <a:pt x="0" y="290"/>
                </a:lnTo>
                <a:moveTo>
                  <a:pt x="122" y="1"/>
                </a:moveTo>
                <a:cubicBezTo>
                  <a:pt x="127" y="0"/>
                  <a:pt x="133" y="0"/>
                  <a:pt x="138" y="0"/>
                </a:cubicBezTo>
                <a:lnTo>
                  <a:pt x="297" y="0"/>
                </a:lnTo>
                <a:lnTo>
                  <a:pt x="297" y="117"/>
                </a:lnTo>
                <a:lnTo>
                  <a:pt x="138" y="117"/>
                </a:lnTo>
                <a:cubicBezTo>
                  <a:pt x="137" y="117"/>
                  <a:pt x="137" y="117"/>
                  <a:pt x="136" y="117"/>
                </a:cubicBezTo>
                <a:lnTo>
                  <a:pt x="122" y="1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8763120" y="4371120"/>
            <a:ext cx="2797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3-4 video/tuần, tối ưu hook và nhịp cắt.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1750320" y="1819080"/>
            <a:ext cx="2261880" cy="314640"/>
          </a:xfrm>
          <a:custGeom>
            <a:avLst/>
            <a:gdLst/>
            <a:ahLst/>
            <a:rect l="0" t="0" r="r" b="b"/>
            <a:pathLst>
              <a:path w="6283" h="874">
                <a:moveTo>
                  <a:pt x="16" y="772"/>
                </a:moveTo>
                <a:lnTo>
                  <a:pt x="0" y="321"/>
                </a:lnTo>
                <a:cubicBezTo>
                  <a:pt x="-1" y="307"/>
                  <a:pt x="2" y="294"/>
                  <a:pt x="7" y="281"/>
                </a:cubicBezTo>
                <a:cubicBezTo>
                  <a:pt x="12" y="267"/>
                  <a:pt x="19" y="256"/>
                  <a:pt x="28" y="245"/>
                </a:cubicBezTo>
                <a:cubicBezTo>
                  <a:pt x="38" y="235"/>
                  <a:pt x="49" y="227"/>
                  <a:pt x="62" y="221"/>
                </a:cubicBezTo>
                <a:cubicBezTo>
                  <a:pt x="75" y="215"/>
                  <a:pt x="88" y="212"/>
                  <a:pt x="102" y="212"/>
                </a:cubicBezTo>
                <a:lnTo>
                  <a:pt x="6158" y="0"/>
                </a:lnTo>
                <a:cubicBezTo>
                  <a:pt x="6172" y="0"/>
                  <a:pt x="6186" y="2"/>
                  <a:pt x="6199" y="7"/>
                </a:cubicBezTo>
                <a:cubicBezTo>
                  <a:pt x="6212" y="12"/>
                  <a:pt x="6224" y="19"/>
                  <a:pt x="6234" y="29"/>
                </a:cubicBezTo>
                <a:cubicBezTo>
                  <a:pt x="6244" y="38"/>
                  <a:pt x="6253" y="49"/>
                  <a:pt x="6258" y="62"/>
                </a:cubicBezTo>
                <a:cubicBezTo>
                  <a:pt x="6264" y="75"/>
                  <a:pt x="6267" y="88"/>
                  <a:pt x="6268" y="102"/>
                </a:cubicBezTo>
                <a:lnTo>
                  <a:pt x="6283" y="552"/>
                </a:lnTo>
                <a:cubicBezTo>
                  <a:pt x="6284" y="566"/>
                  <a:pt x="6282" y="580"/>
                  <a:pt x="6277" y="593"/>
                </a:cubicBezTo>
                <a:cubicBezTo>
                  <a:pt x="6272" y="606"/>
                  <a:pt x="6265" y="619"/>
                  <a:pt x="6255" y="629"/>
                </a:cubicBezTo>
                <a:cubicBezTo>
                  <a:pt x="6246" y="639"/>
                  <a:pt x="6234" y="647"/>
                  <a:pt x="6222" y="653"/>
                </a:cubicBezTo>
                <a:cubicBezTo>
                  <a:pt x="6209" y="659"/>
                  <a:pt x="6195" y="662"/>
                  <a:pt x="6181" y="662"/>
                </a:cubicBezTo>
                <a:lnTo>
                  <a:pt x="125" y="874"/>
                </a:lnTo>
                <a:cubicBezTo>
                  <a:pt x="111" y="874"/>
                  <a:pt x="98" y="872"/>
                  <a:pt x="84" y="867"/>
                </a:cubicBezTo>
                <a:cubicBezTo>
                  <a:pt x="71" y="862"/>
                  <a:pt x="60" y="855"/>
                  <a:pt x="49" y="845"/>
                </a:cubicBezTo>
                <a:cubicBezTo>
                  <a:pt x="39" y="836"/>
                  <a:pt x="31" y="825"/>
                  <a:pt x="25" y="812"/>
                </a:cubicBezTo>
                <a:cubicBezTo>
                  <a:pt x="19" y="799"/>
                  <a:pt x="16" y="786"/>
                  <a:pt x="16" y="772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9643320" y="5153760"/>
            <a:ext cx="15782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30+ kịch bản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1661040" y="4642560"/>
            <a:ext cx="2697840" cy="2945160"/>
          </a:xfrm>
          <a:custGeom>
            <a:avLst/>
            <a:gdLst/>
            <a:ahLst/>
            <a:rect l="0" t="0" r="r" b="b"/>
            <a:pathLst>
              <a:path w="7494" h="8181">
                <a:moveTo>
                  <a:pt x="524" y="8082"/>
                </a:moveTo>
                <a:lnTo>
                  <a:pt x="0" y="585"/>
                </a:lnTo>
                <a:cubicBezTo>
                  <a:pt x="-1" y="571"/>
                  <a:pt x="1" y="558"/>
                  <a:pt x="5" y="544"/>
                </a:cubicBezTo>
                <a:cubicBezTo>
                  <a:pt x="10" y="531"/>
                  <a:pt x="17" y="519"/>
                  <a:pt x="26" y="509"/>
                </a:cubicBezTo>
                <a:cubicBezTo>
                  <a:pt x="35" y="498"/>
                  <a:pt x="46" y="490"/>
                  <a:pt x="59" y="483"/>
                </a:cubicBezTo>
                <a:cubicBezTo>
                  <a:pt x="71" y="477"/>
                  <a:pt x="84" y="473"/>
                  <a:pt x="98" y="472"/>
                </a:cubicBezTo>
                <a:lnTo>
                  <a:pt x="6856" y="0"/>
                </a:lnTo>
                <a:cubicBezTo>
                  <a:pt x="6870" y="-1"/>
                  <a:pt x="6884" y="1"/>
                  <a:pt x="6897" y="5"/>
                </a:cubicBezTo>
                <a:cubicBezTo>
                  <a:pt x="6911" y="10"/>
                  <a:pt x="6923" y="16"/>
                  <a:pt x="6933" y="26"/>
                </a:cubicBezTo>
                <a:cubicBezTo>
                  <a:pt x="6944" y="35"/>
                  <a:pt x="6952" y="46"/>
                  <a:pt x="6958" y="58"/>
                </a:cubicBezTo>
                <a:cubicBezTo>
                  <a:pt x="6965" y="71"/>
                  <a:pt x="6968" y="84"/>
                  <a:pt x="6969" y="98"/>
                </a:cubicBezTo>
                <a:lnTo>
                  <a:pt x="7493" y="7595"/>
                </a:lnTo>
                <a:cubicBezTo>
                  <a:pt x="7494" y="7609"/>
                  <a:pt x="7493" y="7623"/>
                  <a:pt x="7488" y="7636"/>
                </a:cubicBezTo>
                <a:cubicBezTo>
                  <a:pt x="7484" y="7649"/>
                  <a:pt x="7477" y="7661"/>
                  <a:pt x="7468" y="7672"/>
                </a:cubicBezTo>
                <a:cubicBezTo>
                  <a:pt x="7458" y="7682"/>
                  <a:pt x="7448" y="7691"/>
                  <a:pt x="7435" y="7697"/>
                </a:cubicBezTo>
                <a:cubicBezTo>
                  <a:pt x="7422" y="7703"/>
                  <a:pt x="7409" y="7707"/>
                  <a:pt x="7395" y="7708"/>
                </a:cubicBezTo>
                <a:lnTo>
                  <a:pt x="637" y="8180"/>
                </a:lnTo>
                <a:cubicBezTo>
                  <a:pt x="623" y="8181"/>
                  <a:pt x="610" y="8180"/>
                  <a:pt x="596" y="8175"/>
                </a:cubicBezTo>
                <a:cubicBezTo>
                  <a:pt x="583" y="8171"/>
                  <a:pt x="571" y="8164"/>
                  <a:pt x="561" y="8155"/>
                </a:cubicBezTo>
                <a:cubicBezTo>
                  <a:pt x="550" y="8146"/>
                  <a:pt x="542" y="8135"/>
                  <a:pt x="535" y="8122"/>
                </a:cubicBezTo>
                <a:cubicBezTo>
                  <a:pt x="529" y="8110"/>
                  <a:pt x="525" y="8096"/>
                  <a:pt x="524" y="808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1682640" y="8510400"/>
            <a:ext cx="2654280" cy="2924640"/>
          </a:xfrm>
          <a:custGeom>
            <a:avLst/>
            <a:gdLst/>
            <a:ahLst/>
            <a:rect l="0" t="0" r="r" b="b"/>
            <a:pathLst>
              <a:path w="7373" h="8124">
                <a:moveTo>
                  <a:pt x="0" y="7658"/>
                </a:moveTo>
                <a:lnTo>
                  <a:pt x="396" y="100"/>
                </a:lnTo>
                <a:cubicBezTo>
                  <a:pt x="396" y="86"/>
                  <a:pt x="400" y="73"/>
                  <a:pt x="406" y="60"/>
                </a:cubicBezTo>
                <a:cubicBezTo>
                  <a:pt x="412" y="48"/>
                  <a:pt x="420" y="37"/>
                  <a:pt x="431" y="27"/>
                </a:cubicBezTo>
                <a:cubicBezTo>
                  <a:pt x="441" y="18"/>
                  <a:pt x="453" y="11"/>
                  <a:pt x="466" y="6"/>
                </a:cubicBezTo>
                <a:cubicBezTo>
                  <a:pt x="479" y="1"/>
                  <a:pt x="493" y="-1"/>
                  <a:pt x="507" y="0"/>
                </a:cubicBezTo>
                <a:lnTo>
                  <a:pt x="7272" y="355"/>
                </a:lnTo>
                <a:cubicBezTo>
                  <a:pt x="7286" y="355"/>
                  <a:pt x="7299" y="359"/>
                  <a:pt x="7312" y="365"/>
                </a:cubicBezTo>
                <a:cubicBezTo>
                  <a:pt x="7325" y="371"/>
                  <a:pt x="7336" y="379"/>
                  <a:pt x="7345" y="389"/>
                </a:cubicBezTo>
                <a:cubicBezTo>
                  <a:pt x="7354" y="400"/>
                  <a:pt x="7361" y="412"/>
                  <a:pt x="7366" y="425"/>
                </a:cubicBezTo>
                <a:cubicBezTo>
                  <a:pt x="7371" y="438"/>
                  <a:pt x="7373" y="452"/>
                  <a:pt x="7372" y="466"/>
                </a:cubicBezTo>
                <a:lnTo>
                  <a:pt x="6976" y="8024"/>
                </a:lnTo>
                <a:cubicBezTo>
                  <a:pt x="6975" y="8038"/>
                  <a:pt x="6972" y="8051"/>
                  <a:pt x="6966" y="8064"/>
                </a:cubicBezTo>
                <a:cubicBezTo>
                  <a:pt x="6960" y="8076"/>
                  <a:pt x="6952" y="8087"/>
                  <a:pt x="6941" y="8097"/>
                </a:cubicBezTo>
                <a:cubicBezTo>
                  <a:pt x="6931" y="8106"/>
                  <a:pt x="6919" y="8113"/>
                  <a:pt x="6906" y="8118"/>
                </a:cubicBezTo>
                <a:cubicBezTo>
                  <a:pt x="6892" y="8122"/>
                  <a:pt x="6879" y="8124"/>
                  <a:pt x="6865" y="8124"/>
                </a:cubicBezTo>
                <a:lnTo>
                  <a:pt x="100" y="7769"/>
                </a:lnTo>
                <a:cubicBezTo>
                  <a:pt x="86" y="7768"/>
                  <a:pt x="72" y="7765"/>
                  <a:pt x="60" y="7759"/>
                </a:cubicBezTo>
                <a:cubicBezTo>
                  <a:pt x="47" y="7753"/>
                  <a:pt x="36" y="7745"/>
                  <a:pt x="27" y="7734"/>
                </a:cubicBezTo>
                <a:cubicBezTo>
                  <a:pt x="17" y="7724"/>
                  <a:pt x="10" y="7712"/>
                  <a:pt x="6" y="7699"/>
                </a:cubicBezTo>
                <a:cubicBezTo>
                  <a:pt x="1" y="7686"/>
                  <a:pt x="-1" y="7672"/>
                  <a:pt x="0" y="76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5191920" y="4913640"/>
            <a:ext cx="2503800" cy="2765160"/>
          </a:xfrm>
          <a:custGeom>
            <a:avLst/>
            <a:gdLst/>
            <a:ahLst/>
            <a:rect l="0" t="0" r="r" b="b"/>
            <a:pathLst>
              <a:path w="6955" h="7681">
                <a:moveTo>
                  <a:pt x="0" y="7235"/>
                </a:moveTo>
                <a:lnTo>
                  <a:pt x="374" y="100"/>
                </a:lnTo>
                <a:cubicBezTo>
                  <a:pt x="375" y="86"/>
                  <a:pt x="378" y="73"/>
                  <a:pt x="384" y="60"/>
                </a:cubicBezTo>
                <a:cubicBezTo>
                  <a:pt x="390" y="47"/>
                  <a:pt x="398" y="36"/>
                  <a:pt x="409" y="27"/>
                </a:cubicBezTo>
                <a:cubicBezTo>
                  <a:pt x="419" y="18"/>
                  <a:pt x="431" y="11"/>
                  <a:pt x="444" y="6"/>
                </a:cubicBezTo>
                <a:cubicBezTo>
                  <a:pt x="458" y="1"/>
                  <a:pt x="471" y="-1"/>
                  <a:pt x="485" y="0"/>
                </a:cubicBezTo>
                <a:lnTo>
                  <a:pt x="6854" y="334"/>
                </a:lnTo>
                <a:cubicBezTo>
                  <a:pt x="6868" y="334"/>
                  <a:pt x="6881" y="338"/>
                  <a:pt x="6894" y="344"/>
                </a:cubicBezTo>
                <a:cubicBezTo>
                  <a:pt x="6907" y="350"/>
                  <a:pt x="6918" y="358"/>
                  <a:pt x="6927" y="369"/>
                </a:cubicBezTo>
                <a:cubicBezTo>
                  <a:pt x="6936" y="379"/>
                  <a:pt x="6943" y="391"/>
                  <a:pt x="6948" y="404"/>
                </a:cubicBezTo>
                <a:cubicBezTo>
                  <a:pt x="6953" y="417"/>
                  <a:pt x="6955" y="431"/>
                  <a:pt x="6954" y="445"/>
                </a:cubicBezTo>
                <a:lnTo>
                  <a:pt x="6580" y="7580"/>
                </a:lnTo>
                <a:cubicBezTo>
                  <a:pt x="6579" y="7594"/>
                  <a:pt x="6576" y="7607"/>
                  <a:pt x="6570" y="7620"/>
                </a:cubicBezTo>
                <a:cubicBezTo>
                  <a:pt x="6564" y="7633"/>
                  <a:pt x="6556" y="7644"/>
                  <a:pt x="6545" y="7653"/>
                </a:cubicBezTo>
                <a:cubicBezTo>
                  <a:pt x="6535" y="7662"/>
                  <a:pt x="6523" y="7669"/>
                  <a:pt x="6510" y="7674"/>
                </a:cubicBezTo>
                <a:cubicBezTo>
                  <a:pt x="6497" y="7679"/>
                  <a:pt x="6483" y="7681"/>
                  <a:pt x="6469" y="7680"/>
                </a:cubicBezTo>
                <a:lnTo>
                  <a:pt x="100" y="7346"/>
                </a:lnTo>
                <a:cubicBezTo>
                  <a:pt x="86" y="7346"/>
                  <a:pt x="73" y="7342"/>
                  <a:pt x="60" y="7336"/>
                </a:cubicBezTo>
                <a:cubicBezTo>
                  <a:pt x="48" y="7330"/>
                  <a:pt x="37" y="7322"/>
                  <a:pt x="27" y="7311"/>
                </a:cubicBezTo>
                <a:cubicBezTo>
                  <a:pt x="18" y="7301"/>
                  <a:pt x="11" y="7289"/>
                  <a:pt x="6" y="7276"/>
                </a:cubicBezTo>
                <a:cubicBezTo>
                  <a:pt x="1" y="7263"/>
                  <a:pt x="-1" y="7249"/>
                  <a:pt x="0" y="723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24" name="" descr=""/>
          <p:cNvPicPr/>
          <p:nvPr/>
        </p:nvPicPr>
        <p:blipFill>
          <a:blip r:embed="rId6"/>
          <a:stretch/>
        </p:blipFill>
        <p:spPr>
          <a:xfrm rot="180000">
            <a:off x="5378760" y="5086440"/>
            <a:ext cx="2142720" cy="2152440"/>
          </a:xfrm>
          <a:prstGeom prst="rect">
            <a:avLst/>
          </a:prstGeom>
          <a:ln w="0">
            <a:noFill/>
          </a:ln>
        </p:spPr>
      </p:pic>
      <p:sp>
        <p:nvSpPr>
          <p:cNvPr id="727" name=""/>
          <p:cNvSpPr/>
          <p:nvPr/>
        </p:nvSpPr>
        <p:spPr>
          <a:xfrm>
            <a:off x="5211360" y="8530560"/>
            <a:ext cx="2607480" cy="2855520"/>
          </a:xfrm>
          <a:custGeom>
            <a:avLst/>
            <a:gdLst/>
            <a:ahLst/>
            <a:rect l="0" t="0" r="r" b="b"/>
            <a:pathLst>
              <a:path w="7243" h="7932">
                <a:moveTo>
                  <a:pt x="261" y="7830"/>
                </a:moveTo>
                <a:lnTo>
                  <a:pt x="0" y="346"/>
                </a:lnTo>
                <a:cubicBezTo>
                  <a:pt x="-1" y="332"/>
                  <a:pt x="2" y="318"/>
                  <a:pt x="7" y="305"/>
                </a:cubicBezTo>
                <a:cubicBezTo>
                  <a:pt x="12" y="292"/>
                  <a:pt x="19" y="280"/>
                  <a:pt x="28" y="270"/>
                </a:cubicBezTo>
                <a:cubicBezTo>
                  <a:pt x="38" y="260"/>
                  <a:pt x="49" y="252"/>
                  <a:pt x="62" y="246"/>
                </a:cubicBezTo>
                <a:cubicBezTo>
                  <a:pt x="75" y="240"/>
                  <a:pt x="88" y="237"/>
                  <a:pt x="102" y="237"/>
                </a:cubicBezTo>
                <a:lnTo>
                  <a:pt x="6872" y="0"/>
                </a:lnTo>
                <a:cubicBezTo>
                  <a:pt x="6886" y="0"/>
                  <a:pt x="6900" y="2"/>
                  <a:pt x="6913" y="7"/>
                </a:cubicBezTo>
                <a:cubicBezTo>
                  <a:pt x="6926" y="12"/>
                  <a:pt x="6938" y="19"/>
                  <a:pt x="6948" y="29"/>
                </a:cubicBezTo>
                <a:cubicBezTo>
                  <a:pt x="6958" y="38"/>
                  <a:pt x="6966" y="49"/>
                  <a:pt x="6972" y="62"/>
                </a:cubicBezTo>
                <a:cubicBezTo>
                  <a:pt x="6978" y="75"/>
                  <a:pt x="6981" y="88"/>
                  <a:pt x="6982" y="102"/>
                </a:cubicBezTo>
                <a:lnTo>
                  <a:pt x="7243" y="7586"/>
                </a:lnTo>
                <a:cubicBezTo>
                  <a:pt x="7244" y="7600"/>
                  <a:pt x="7241" y="7614"/>
                  <a:pt x="7236" y="7627"/>
                </a:cubicBezTo>
                <a:cubicBezTo>
                  <a:pt x="7231" y="7640"/>
                  <a:pt x="7224" y="7652"/>
                  <a:pt x="7215" y="7662"/>
                </a:cubicBezTo>
                <a:cubicBezTo>
                  <a:pt x="7205" y="7673"/>
                  <a:pt x="7194" y="7681"/>
                  <a:pt x="7181" y="7686"/>
                </a:cubicBezTo>
                <a:cubicBezTo>
                  <a:pt x="7168" y="7692"/>
                  <a:pt x="7155" y="7695"/>
                  <a:pt x="7141" y="7696"/>
                </a:cubicBezTo>
                <a:lnTo>
                  <a:pt x="371" y="7932"/>
                </a:lnTo>
                <a:cubicBezTo>
                  <a:pt x="357" y="7933"/>
                  <a:pt x="343" y="7930"/>
                  <a:pt x="330" y="7926"/>
                </a:cubicBezTo>
                <a:cubicBezTo>
                  <a:pt x="317" y="7921"/>
                  <a:pt x="305" y="7913"/>
                  <a:pt x="295" y="7904"/>
                </a:cubicBezTo>
                <a:cubicBezTo>
                  <a:pt x="285" y="7894"/>
                  <a:pt x="277" y="7883"/>
                  <a:pt x="271" y="7870"/>
                </a:cubicBezTo>
                <a:cubicBezTo>
                  <a:pt x="265" y="7858"/>
                  <a:pt x="262" y="7844"/>
                  <a:pt x="261" y="78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 rot="21480000">
            <a:off x="1847160" y="1874880"/>
            <a:ext cx="2169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05 / SOCIAL MEDIA &amp; COMMUNITY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0" y="857232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1752480" y="4277520"/>
            <a:ext cx="57751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GẮN KẾT ĐỘI NGŨ QUA TRẢI NGHIỆM NỘI BỘ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1752480" y="4925520"/>
            <a:ext cx="645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Thách thức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1752480" y="5141160"/>
            <a:ext cx="65919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Giữ nhịp gắn kết cho 30-50+ nhân sự qua các hoạt động nội bộ tại Grand Nutrition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682640" y="-62280"/>
            <a:ext cx="2654280" cy="2924640"/>
          </a:xfrm>
          <a:custGeom>
            <a:avLst/>
            <a:gdLst/>
            <a:ahLst/>
            <a:rect l="0" t="0" r="r" b="b"/>
            <a:pathLst>
              <a:path w="7373" h="8124">
                <a:moveTo>
                  <a:pt x="0" y="7657"/>
                </a:moveTo>
                <a:lnTo>
                  <a:pt x="396" y="100"/>
                </a:lnTo>
                <a:cubicBezTo>
                  <a:pt x="396" y="86"/>
                  <a:pt x="400" y="72"/>
                  <a:pt x="406" y="60"/>
                </a:cubicBezTo>
                <a:cubicBezTo>
                  <a:pt x="412" y="47"/>
                  <a:pt x="420" y="36"/>
                  <a:pt x="431" y="27"/>
                </a:cubicBezTo>
                <a:cubicBezTo>
                  <a:pt x="441" y="17"/>
                  <a:pt x="453" y="10"/>
                  <a:pt x="466" y="6"/>
                </a:cubicBezTo>
                <a:cubicBezTo>
                  <a:pt x="479" y="1"/>
                  <a:pt x="493" y="-1"/>
                  <a:pt x="507" y="0"/>
                </a:cubicBezTo>
                <a:lnTo>
                  <a:pt x="7272" y="354"/>
                </a:lnTo>
                <a:cubicBezTo>
                  <a:pt x="7286" y="355"/>
                  <a:pt x="7299" y="358"/>
                  <a:pt x="7312" y="364"/>
                </a:cubicBezTo>
                <a:cubicBezTo>
                  <a:pt x="7325" y="370"/>
                  <a:pt x="7336" y="379"/>
                  <a:pt x="7345" y="389"/>
                </a:cubicBezTo>
                <a:cubicBezTo>
                  <a:pt x="7354" y="399"/>
                  <a:pt x="7361" y="411"/>
                  <a:pt x="7366" y="424"/>
                </a:cubicBezTo>
                <a:cubicBezTo>
                  <a:pt x="7371" y="438"/>
                  <a:pt x="7373" y="451"/>
                  <a:pt x="7372" y="465"/>
                </a:cubicBezTo>
                <a:lnTo>
                  <a:pt x="6976" y="8023"/>
                </a:lnTo>
                <a:cubicBezTo>
                  <a:pt x="6975" y="8037"/>
                  <a:pt x="6972" y="8050"/>
                  <a:pt x="6966" y="8063"/>
                </a:cubicBezTo>
                <a:cubicBezTo>
                  <a:pt x="6960" y="8076"/>
                  <a:pt x="6952" y="8087"/>
                  <a:pt x="6941" y="8096"/>
                </a:cubicBezTo>
                <a:cubicBezTo>
                  <a:pt x="6931" y="8106"/>
                  <a:pt x="6919" y="8113"/>
                  <a:pt x="6906" y="8117"/>
                </a:cubicBezTo>
                <a:cubicBezTo>
                  <a:pt x="6892" y="8122"/>
                  <a:pt x="6879" y="8124"/>
                  <a:pt x="6865" y="8123"/>
                </a:cubicBezTo>
                <a:lnTo>
                  <a:pt x="100" y="7769"/>
                </a:lnTo>
                <a:cubicBezTo>
                  <a:pt x="86" y="7768"/>
                  <a:pt x="72" y="7765"/>
                  <a:pt x="60" y="7759"/>
                </a:cubicBezTo>
                <a:cubicBezTo>
                  <a:pt x="47" y="7752"/>
                  <a:pt x="36" y="7744"/>
                  <a:pt x="27" y="7734"/>
                </a:cubicBezTo>
                <a:cubicBezTo>
                  <a:pt x="17" y="7723"/>
                  <a:pt x="10" y="7712"/>
                  <a:pt x="6" y="7698"/>
                </a:cubicBezTo>
                <a:cubicBezTo>
                  <a:pt x="1" y="7685"/>
                  <a:pt x="-1" y="7671"/>
                  <a:pt x="0" y="76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39" name="" descr=""/>
          <p:cNvPicPr/>
          <p:nvPr/>
        </p:nvPicPr>
        <p:blipFill>
          <a:blip r:embed="rId2"/>
          <a:stretch/>
        </p:blipFill>
        <p:spPr>
          <a:xfrm rot="180000">
            <a:off x="1873800" y="114120"/>
            <a:ext cx="2285640" cy="2304720"/>
          </a:xfrm>
          <a:prstGeom prst="rect">
            <a:avLst/>
          </a:prstGeom>
          <a:ln w="0">
            <a:noFill/>
          </a:ln>
        </p:spPr>
      </p:pic>
      <p:sp>
        <p:nvSpPr>
          <p:cNvPr id="742" name=""/>
          <p:cNvSpPr/>
          <p:nvPr/>
        </p:nvSpPr>
        <p:spPr>
          <a:xfrm>
            <a:off x="5211360" y="-41760"/>
            <a:ext cx="2607480" cy="2855520"/>
          </a:xfrm>
          <a:custGeom>
            <a:avLst/>
            <a:gdLst/>
            <a:ahLst/>
            <a:rect l="0" t="0" r="r" b="b"/>
            <a:pathLst>
              <a:path w="7243" h="7932">
                <a:moveTo>
                  <a:pt x="261" y="7830"/>
                </a:moveTo>
                <a:lnTo>
                  <a:pt x="0" y="346"/>
                </a:lnTo>
                <a:cubicBezTo>
                  <a:pt x="-1" y="331"/>
                  <a:pt x="2" y="318"/>
                  <a:pt x="7" y="305"/>
                </a:cubicBezTo>
                <a:cubicBezTo>
                  <a:pt x="12" y="292"/>
                  <a:pt x="19" y="280"/>
                  <a:pt x="28" y="270"/>
                </a:cubicBezTo>
                <a:cubicBezTo>
                  <a:pt x="38" y="259"/>
                  <a:pt x="49" y="251"/>
                  <a:pt x="62" y="246"/>
                </a:cubicBezTo>
                <a:cubicBezTo>
                  <a:pt x="75" y="240"/>
                  <a:pt x="88" y="237"/>
                  <a:pt x="102" y="236"/>
                </a:cubicBezTo>
                <a:lnTo>
                  <a:pt x="6872" y="0"/>
                </a:lnTo>
                <a:cubicBezTo>
                  <a:pt x="6886" y="-1"/>
                  <a:pt x="6900" y="1"/>
                  <a:pt x="6913" y="6"/>
                </a:cubicBezTo>
                <a:cubicBezTo>
                  <a:pt x="6926" y="11"/>
                  <a:pt x="6938" y="18"/>
                  <a:pt x="6948" y="28"/>
                </a:cubicBezTo>
                <a:cubicBezTo>
                  <a:pt x="6958" y="38"/>
                  <a:pt x="6966" y="49"/>
                  <a:pt x="6972" y="62"/>
                </a:cubicBezTo>
                <a:cubicBezTo>
                  <a:pt x="6978" y="74"/>
                  <a:pt x="6981" y="88"/>
                  <a:pt x="6982" y="102"/>
                </a:cubicBezTo>
                <a:lnTo>
                  <a:pt x="7243" y="7586"/>
                </a:lnTo>
                <a:cubicBezTo>
                  <a:pt x="7244" y="7600"/>
                  <a:pt x="7241" y="7613"/>
                  <a:pt x="7236" y="7627"/>
                </a:cubicBezTo>
                <a:cubicBezTo>
                  <a:pt x="7231" y="7640"/>
                  <a:pt x="7224" y="7651"/>
                  <a:pt x="7215" y="7662"/>
                </a:cubicBezTo>
                <a:cubicBezTo>
                  <a:pt x="7205" y="7672"/>
                  <a:pt x="7194" y="7680"/>
                  <a:pt x="7181" y="7686"/>
                </a:cubicBezTo>
                <a:cubicBezTo>
                  <a:pt x="7168" y="7692"/>
                  <a:pt x="7155" y="7695"/>
                  <a:pt x="7141" y="7695"/>
                </a:cubicBezTo>
                <a:lnTo>
                  <a:pt x="371" y="7932"/>
                </a:lnTo>
                <a:cubicBezTo>
                  <a:pt x="357" y="7932"/>
                  <a:pt x="343" y="7930"/>
                  <a:pt x="330" y="7925"/>
                </a:cubicBezTo>
                <a:cubicBezTo>
                  <a:pt x="317" y="7920"/>
                  <a:pt x="305" y="7913"/>
                  <a:pt x="295" y="7903"/>
                </a:cubicBezTo>
                <a:cubicBezTo>
                  <a:pt x="285" y="7894"/>
                  <a:pt x="277" y="7883"/>
                  <a:pt x="271" y="7870"/>
                </a:cubicBezTo>
                <a:cubicBezTo>
                  <a:pt x="265" y="7857"/>
                  <a:pt x="262" y="7844"/>
                  <a:pt x="261" y="78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3" name="" descr=""/>
          <p:cNvPicPr/>
          <p:nvPr/>
        </p:nvPicPr>
        <p:blipFill>
          <a:blip r:embed="rId4"/>
          <a:stretch/>
        </p:blipFill>
        <p:spPr>
          <a:xfrm rot="21480000">
            <a:off x="5367240" y="114120"/>
            <a:ext cx="2285640" cy="2276280"/>
          </a:xfrm>
          <a:prstGeom prst="rect">
            <a:avLst/>
          </a:prstGeom>
          <a:ln w="0">
            <a:noFill/>
          </a:ln>
        </p:spPr>
      </p:pic>
      <p:sp>
        <p:nvSpPr>
          <p:cNvPr id="746" name=""/>
          <p:cNvSpPr/>
          <p:nvPr/>
        </p:nvSpPr>
        <p:spPr>
          <a:xfrm>
            <a:off x="1727280" y="5937120"/>
            <a:ext cx="3251160" cy="1680120"/>
          </a:xfrm>
          <a:custGeom>
            <a:avLst/>
            <a:gdLst/>
            <a:ahLst/>
            <a:rect l="0" t="0" r="r" b="b"/>
            <a:pathLst>
              <a:path w="9031" h="4667">
                <a:moveTo>
                  <a:pt x="145" y="4564"/>
                </a:moveTo>
                <a:lnTo>
                  <a:pt x="0" y="412"/>
                </a:lnTo>
                <a:cubicBezTo>
                  <a:pt x="0" y="398"/>
                  <a:pt x="2" y="384"/>
                  <a:pt x="7" y="371"/>
                </a:cubicBezTo>
                <a:cubicBezTo>
                  <a:pt x="12" y="358"/>
                  <a:pt x="19" y="346"/>
                  <a:pt x="28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5" y="306"/>
                  <a:pt x="88" y="303"/>
                  <a:pt x="102" y="303"/>
                </a:cubicBezTo>
                <a:lnTo>
                  <a:pt x="8776" y="0"/>
                </a:lnTo>
                <a:cubicBezTo>
                  <a:pt x="8790" y="-1"/>
                  <a:pt x="8804" y="1"/>
                  <a:pt x="8817" y="6"/>
                </a:cubicBezTo>
                <a:cubicBezTo>
                  <a:pt x="8830" y="11"/>
                  <a:pt x="8842" y="18"/>
                  <a:pt x="8852" y="28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4"/>
                  <a:pt x="8885" y="88"/>
                  <a:pt x="8886" y="102"/>
                </a:cubicBezTo>
                <a:lnTo>
                  <a:pt x="9031" y="4253"/>
                </a:lnTo>
                <a:cubicBezTo>
                  <a:pt x="9031" y="4267"/>
                  <a:pt x="9029" y="4281"/>
                  <a:pt x="9024" y="4294"/>
                </a:cubicBezTo>
                <a:cubicBezTo>
                  <a:pt x="9019" y="4307"/>
                  <a:pt x="9012" y="4319"/>
                  <a:pt x="9002" y="4329"/>
                </a:cubicBezTo>
                <a:cubicBezTo>
                  <a:pt x="8993" y="4339"/>
                  <a:pt x="8981" y="4347"/>
                  <a:pt x="8969" y="4353"/>
                </a:cubicBezTo>
                <a:cubicBezTo>
                  <a:pt x="8956" y="4359"/>
                  <a:pt x="8943" y="4362"/>
                  <a:pt x="8929" y="4363"/>
                </a:cubicBezTo>
                <a:lnTo>
                  <a:pt x="254" y="4667"/>
                </a:lnTo>
                <a:cubicBezTo>
                  <a:pt x="240" y="4667"/>
                  <a:pt x="227" y="4665"/>
                  <a:pt x="214" y="4660"/>
                </a:cubicBezTo>
                <a:cubicBezTo>
                  <a:pt x="201" y="4655"/>
                  <a:pt x="189" y="4648"/>
                  <a:pt x="179" y="4638"/>
                </a:cubicBezTo>
                <a:cubicBezTo>
                  <a:pt x="168" y="4629"/>
                  <a:pt x="160" y="4617"/>
                  <a:pt x="154" y="4605"/>
                </a:cubicBezTo>
                <a:cubicBezTo>
                  <a:pt x="149" y="4592"/>
                  <a:pt x="146" y="4578"/>
                  <a:pt x="145" y="4564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1752480" y="5417280"/>
            <a:ext cx="7214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và PJICO.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 rot="21480000">
            <a:off x="1928160" y="6242760"/>
            <a:ext cx="218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01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 rot="21480000">
            <a:off x="1940040" y="6600240"/>
            <a:ext cx="1121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Bản tin nội bộ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 rot="21480000">
            <a:off x="1950120" y="6891120"/>
            <a:ext cx="2478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Tuyến bài truyền thông nội bộ đều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5232600" y="5937120"/>
            <a:ext cx="3251160" cy="1680120"/>
          </a:xfrm>
          <a:custGeom>
            <a:avLst/>
            <a:gdLst/>
            <a:ahLst/>
            <a:rect l="0" t="0" r="r" b="b"/>
            <a:pathLst>
              <a:path w="9031" h="4667">
                <a:moveTo>
                  <a:pt x="145" y="4564"/>
                </a:moveTo>
                <a:lnTo>
                  <a:pt x="0" y="412"/>
                </a:lnTo>
                <a:cubicBezTo>
                  <a:pt x="-1" y="398"/>
                  <a:pt x="1" y="384"/>
                  <a:pt x="6" y="371"/>
                </a:cubicBezTo>
                <a:cubicBezTo>
                  <a:pt x="11" y="358"/>
                  <a:pt x="19" y="346"/>
                  <a:pt x="28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4" y="306"/>
                  <a:pt x="88" y="303"/>
                  <a:pt x="102" y="303"/>
                </a:cubicBezTo>
                <a:lnTo>
                  <a:pt x="8776" y="0"/>
                </a:lnTo>
                <a:cubicBezTo>
                  <a:pt x="8790" y="-1"/>
                  <a:pt x="8803" y="1"/>
                  <a:pt x="8817" y="6"/>
                </a:cubicBezTo>
                <a:cubicBezTo>
                  <a:pt x="8830" y="11"/>
                  <a:pt x="8841" y="18"/>
                  <a:pt x="8852" y="28"/>
                </a:cubicBezTo>
                <a:cubicBezTo>
                  <a:pt x="8862" y="38"/>
                  <a:pt x="8870" y="49"/>
                  <a:pt x="8876" y="62"/>
                </a:cubicBezTo>
                <a:cubicBezTo>
                  <a:pt x="8882" y="74"/>
                  <a:pt x="8885" y="88"/>
                  <a:pt x="8885" y="102"/>
                </a:cubicBezTo>
                <a:lnTo>
                  <a:pt x="9030" y="4253"/>
                </a:lnTo>
                <a:cubicBezTo>
                  <a:pt x="9031" y="4267"/>
                  <a:pt x="9029" y="4281"/>
                  <a:pt x="9024" y="4294"/>
                </a:cubicBezTo>
                <a:cubicBezTo>
                  <a:pt x="9019" y="4307"/>
                  <a:pt x="9011" y="4319"/>
                  <a:pt x="9002" y="4329"/>
                </a:cubicBezTo>
                <a:cubicBezTo>
                  <a:pt x="8992" y="4339"/>
                  <a:pt x="8981" y="4347"/>
                  <a:pt x="8968" y="4353"/>
                </a:cubicBezTo>
                <a:cubicBezTo>
                  <a:pt x="8956" y="4359"/>
                  <a:pt x="8942" y="4362"/>
                  <a:pt x="8928" y="4363"/>
                </a:cubicBezTo>
                <a:lnTo>
                  <a:pt x="254" y="4667"/>
                </a:lnTo>
                <a:cubicBezTo>
                  <a:pt x="240" y="4667"/>
                  <a:pt x="227" y="4665"/>
                  <a:pt x="213" y="4660"/>
                </a:cubicBezTo>
                <a:cubicBezTo>
                  <a:pt x="200" y="4655"/>
                  <a:pt x="189" y="4648"/>
                  <a:pt x="178" y="4638"/>
                </a:cubicBezTo>
                <a:cubicBezTo>
                  <a:pt x="168" y="4629"/>
                  <a:pt x="160" y="4617"/>
                  <a:pt x="154" y="4605"/>
                </a:cubicBezTo>
                <a:cubicBezTo>
                  <a:pt x="148" y="4592"/>
                  <a:pt x="145" y="4578"/>
                  <a:pt x="145" y="4564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 rot="21480000">
            <a:off x="1959480" y="7162200"/>
            <a:ext cx="1684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đặn, giọng văn gần gũi.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 rot="21480000">
            <a:off x="5433120" y="6242760"/>
            <a:ext cx="218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02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 rot="21480000">
            <a:off x="5445360" y="6591600"/>
            <a:ext cx="1609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Sự kiện &amp; workshop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 rot="21480000">
            <a:off x="5455440" y="6887160"/>
            <a:ext cx="2699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Tổ chức 2+ sự kiện nội bộ, từ kịch bản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8737560" y="5937120"/>
            <a:ext cx="3251160" cy="1680120"/>
          </a:xfrm>
          <a:custGeom>
            <a:avLst/>
            <a:gdLst/>
            <a:ahLst/>
            <a:rect l="0" t="0" r="r" b="b"/>
            <a:pathLst>
              <a:path w="9031" h="4667">
                <a:moveTo>
                  <a:pt x="145" y="4564"/>
                </a:moveTo>
                <a:lnTo>
                  <a:pt x="0" y="412"/>
                </a:lnTo>
                <a:cubicBezTo>
                  <a:pt x="0" y="398"/>
                  <a:pt x="2" y="384"/>
                  <a:pt x="7" y="371"/>
                </a:cubicBezTo>
                <a:cubicBezTo>
                  <a:pt x="12" y="358"/>
                  <a:pt x="19" y="346"/>
                  <a:pt x="29" y="336"/>
                </a:cubicBezTo>
                <a:cubicBezTo>
                  <a:pt x="38" y="326"/>
                  <a:pt x="49" y="318"/>
                  <a:pt x="62" y="312"/>
                </a:cubicBezTo>
                <a:cubicBezTo>
                  <a:pt x="75" y="306"/>
                  <a:pt x="88" y="303"/>
                  <a:pt x="102" y="303"/>
                </a:cubicBezTo>
                <a:lnTo>
                  <a:pt x="8777" y="0"/>
                </a:lnTo>
                <a:cubicBezTo>
                  <a:pt x="8791" y="-1"/>
                  <a:pt x="8804" y="1"/>
                  <a:pt x="8817" y="6"/>
                </a:cubicBezTo>
                <a:cubicBezTo>
                  <a:pt x="8830" y="11"/>
                  <a:pt x="8842" y="18"/>
                  <a:pt x="8852" y="28"/>
                </a:cubicBezTo>
                <a:cubicBezTo>
                  <a:pt x="8863" y="38"/>
                  <a:pt x="8871" y="49"/>
                  <a:pt x="8876" y="62"/>
                </a:cubicBezTo>
                <a:cubicBezTo>
                  <a:pt x="8882" y="74"/>
                  <a:pt x="8885" y="88"/>
                  <a:pt x="8886" y="102"/>
                </a:cubicBezTo>
                <a:lnTo>
                  <a:pt x="9031" y="4253"/>
                </a:lnTo>
                <a:cubicBezTo>
                  <a:pt x="9031" y="4267"/>
                  <a:pt x="9029" y="4281"/>
                  <a:pt x="9024" y="4294"/>
                </a:cubicBezTo>
                <a:cubicBezTo>
                  <a:pt x="9019" y="4307"/>
                  <a:pt x="9012" y="4319"/>
                  <a:pt x="9003" y="4329"/>
                </a:cubicBezTo>
                <a:cubicBezTo>
                  <a:pt x="8993" y="4339"/>
                  <a:pt x="8982" y="4347"/>
                  <a:pt x="8969" y="4353"/>
                </a:cubicBezTo>
                <a:cubicBezTo>
                  <a:pt x="8956" y="4359"/>
                  <a:pt x="8943" y="4362"/>
                  <a:pt x="8929" y="4363"/>
                </a:cubicBezTo>
                <a:lnTo>
                  <a:pt x="255" y="4667"/>
                </a:lnTo>
                <a:cubicBezTo>
                  <a:pt x="241" y="4667"/>
                  <a:pt x="227" y="4665"/>
                  <a:pt x="214" y="4660"/>
                </a:cubicBezTo>
                <a:cubicBezTo>
                  <a:pt x="201" y="4655"/>
                  <a:pt x="189" y="4648"/>
                  <a:pt x="179" y="4638"/>
                </a:cubicBezTo>
                <a:cubicBezTo>
                  <a:pt x="169" y="4629"/>
                  <a:pt x="161" y="4617"/>
                  <a:pt x="155" y="4605"/>
                </a:cubicBezTo>
                <a:cubicBezTo>
                  <a:pt x="149" y="4592"/>
                  <a:pt x="146" y="4578"/>
                  <a:pt x="145" y="4564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 rot="21480000">
            <a:off x="5465160" y="7173720"/>
            <a:ext cx="1027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đến điều phối.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 rot="21480000">
            <a:off x="8938440" y="6242760"/>
            <a:ext cx="218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03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 rot="21480000">
            <a:off x="8950320" y="6599520"/>
            <a:ext cx="1154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Team building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 rot="21480000">
            <a:off x="8960760" y="6888960"/>
            <a:ext cx="2605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Thiết kế hoạt động để nhân sự tham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 rot="21480000">
            <a:off x="8970120" y="7159320"/>
            <a:ext cx="1838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gia chứ không chỉ có mặt.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1752480" y="-123480"/>
            <a:ext cx="1353960" cy="93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95%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1752480" y="799200"/>
            <a:ext cx="1073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Tỷ lệ tham gia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1752480" y="1077480"/>
            <a:ext cx="816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sự kiện nội bộ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3684960" y="-123480"/>
            <a:ext cx="784080" cy="93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3+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3684960" y="799200"/>
            <a:ext cx="799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Hoạt động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3684960" y="1077480"/>
            <a:ext cx="1918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team building, workshop, bản tin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6261120" y="-123480"/>
            <a:ext cx="1177200" cy="93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50+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6261120" y="799200"/>
            <a:ext cx="1311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Phản hồi tích cực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1871280" y="3301560"/>
            <a:ext cx="2963880" cy="3502800"/>
          </a:xfrm>
          <a:custGeom>
            <a:avLst/>
            <a:gdLst/>
            <a:ahLst/>
            <a:rect l="0" t="0" r="r" b="b"/>
            <a:pathLst>
              <a:path w="8233" h="9730">
                <a:moveTo>
                  <a:pt x="629" y="9631"/>
                </a:moveTo>
                <a:lnTo>
                  <a:pt x="0" y="629"/>
                </a:lnTo>
                <a:cubicBezTo>
                  <a:pt x="-1" y="615"/>
                  <a:pt x="1" y="602"/>
                  <a:pt x="5" y="588"/>
                </a:cubicBezTo>
                <a:cubicBezTo>
                  <a:pt x="9" y="575"/>
                  <a:pt x="16" y="563"/>
                  <a:pt x="25" y="552"/>
                </a:cubicBezTo>
                <a:cubicBezTo>
                  <a:pt x="35" y="542"/>
                  <a:pt x="46" y="533"/>
                  <a:pt x="58" y="527"/>
                </a:cubicBezTo>
                <a:cubicBezTo>
                  <a:pt x="71" y="521"/>
                  <a:pt x="84" y="517"/>
                  <a:pt x="98" y="516"/>
                </a:cubicBezTo>
                <a:lnTo>
                  <a:pt x="7489" y="0"/>
                </a:lnTo>
                <a:cubicBezTo>
                  <a:pt x="7503" y="-1"/>
                  <a:pt x="7517" y="0"/>
                  <a:pt x="7530" y="5"/>
                </a:cubicBezTo>
                <a:cubicBezTo>
                  <a:pt x="7544" y="9"/>
                  <a:pt x="7555" y="16"/>
                  <a:pt x="7566" y="25"/>
                </a:cubicBezTo>
                <a:cubicBezTo>
                  <a:pt x="7577" y="34"/>
                  <a:pt x="7585" y="45"/>
                  <a:pt x="7591" y="58"/>
                </a:cubicBezTo>
                <a:cubicBezTo>
                  <a:pt x="7598" y="70"/>
                  <a:pt x="7601" y="84"/>
                  <a:pt x="7602" y="98"/>
                </a:cubicBezTo>
                <a:lnTo>
                  <a:pt x="8232" y="9099"/>
                </a:lnTo>
                <a:cubicBezTo>
                  <a:pt x="8233" y="9113"/>
                  <a:pt x="8231" y="9127"/>
                  <a:pt x="8226" y="9140"/>
                </a:cubicBezTo>
                <a:cubicBezTo>
                  <a:pt x="8222" y="9153"/>
                  <a:pt x="8215" y="9165"/>
                  <a:pt x="8206" y="9176"/>
                </a:cubicBezTo>
                <a:cubicBezTo>
                  <a:pt x="8197" y="9186"/>
                  <a:pt x="8186" y="9195"/>
                  <a:pt x="8173" y="9201"/>
                </a:cubicBezTo>
                <a:cubicBezTo>
                  <a:pt x="8161" y="9207"/>
                  <a:pt x="8147" y="9211"/>
                  <a:pt x="8133" y="9212"/>
                </a:cubicBezTo>
                <a:lnTo>
                  <a:pt x="742" y="9729"/>
                </a:lnTo>
                <a:cubicBezTo>
                  <a:pt x="728" y="9730"/>
                  <a:pt x="714" y="9728"/>
                  <a:pt x="701" y="9724"/>
                </a:cubicBezTo>
                <a:cubicBezTo>
                  <a:pt x="688" y="9719"/>
                  <a:pt x="676" y="9712"/>
                  <a:pt x="665" y="9703"/>
                </a:cubicBezTo>
                <a:cubicBezTo>
                  <a:pt x="655" y="9694"/>
                  <a:pt x="646" y="9683"/>
                  <a:pt x="640" y="9670"/>
                </a:cubicBezTo>
                <a:cubicBezTo>
                  <a:pt x="634" y="9658"/>
                  <a:pt x="630" y="9645"/>
                  <a:pt x="629" y="963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80" name="" descr=""/>
          <p:cNvPicPr/>
          <p:nvPr/>
        </p:nvPicPr>
        <p:blipFill>
          <a:blip r:embed="rId2"/>
          <a:stretch/>
        </p:blipFill>
        <p:spPr>
          <a:xfrm rot="21360000">
            <a:off x="2075040" y="3505680"/>
            <a:ext cx="2514240" cy="2504880"/>
          </a:xfrm>
          <a:prstGeom prst="rect">
            <a:avLst/>
          </a:prstGeom>
          <a:ln w="0">
            <a:noFill/>
          </a:ln>
        </p:spPr>
      </p:pic>
      <p:sp>
        <p:nvSpPr>
          <p:cNvPr id="781" name=""/>
          <p:cNvSpPr txBox="1"/>
          <p:nvPr/>
        </p:nvSpPr>
        <p:spPr>
          <a:xfrm>
            <a:off x="1752480" y="2753280"/>
            <a:ext cx="22456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SELECTED WORKS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5407200" y="3327120"/>
            <a:ext cx="2749680" cy="3299760"/>
          </a:xfrm>
          <a:custGeom>
            <a:avLst/>
            <a:gdLst/>
            <a:ahLst/>
            <a:rect l="0" t="0" r="r" b="b"/>
            <a:pathLst>
              <a:path w="7638" h="9166">
                <a:moveTo>
                  <a:pt x="0" y="8688"/>
                </a:moveTo>
                <a:lnTo>
                  <a:pt x="450" y="100"/>
                </a:lnTo>
                <a:cubicBezTo>
                  <a:pt x="450" y="86"/>
                  <a:pt x="454" y="73"/>
                  <a:pt x="460" y="60"/>
                </a:cubicBezTo>
                <a:cubicBezTo>
                  <a:pt x="466" y="47"/>
                  <a:pt x="474" y="36"/>
                  <a:pt x="485" y="27"/>
                </a:cubicBezTo>
                <a:cubicBezTo>
                  <a:pt x="495" y="18"/>
                  <a:pt x="507" y="11"/>
                  <a:pt x="520" y="6"/>
                </a:cubicBezTo>
                <a:cubicBezTo>
                  <a:pt x="533" y="1"/>
                  <a:pt x="547" y="-1"/>
                  <a:pt x="561" y="0"/>
                </a:cubicBezTo>
                <a:lnTo>
                  <a:pt x="7537" y="365"/>
                </a:lnTo>
                <a:cubicBezTo>
                  <a:pt x="7551" y="366"/>
                  <a:pt x="7565" y="370"/>
                  <a:pt x="7577" y="376"/>
                </a:cubicBezTo>
                <a:cubicBezTo>
                  <a:pt x="7590" y="382"/>
                  <a:pt x="7601" y="390"/>
                  <a:pt x="7611" y="400"/>
                </a:cubicBezTo>
                <a:cubicBezTo>
                  <a:pt x="7620" y="411"/>
                  <a:pt x="7627" y="423"/>
                  <a:pt x="7632" y="436"/>
                </a:cubicBezTo>
                <a:cubicBezTo>
                  <a:pt x="7636" y="449"/>
                  <a:pt x="7638" y="463"/>
                  <a:pt x="7638" y="477"/>
                </a:cubicBezTo>
                <a:lnTo>
                  <a:pt x="7188" y="9065"/>
                </a:lnTo>
                <a:cubicBezTo>
                  <a:pt x="7187" y="9079"/>
                  <a:pt x="7183" y="9092"/>
                  <a:pt x="7177" y="9105"/>
                </a:cubicBezTo>
                <a:cubicBezTo>
                  <a:pt x="7171" y="9118"/>
                  <a:pt x="7163" y="9129"/>
                  <a:pt x="7153" y="9138"/>
                </a:cubicBezTo>
                <a:cubicBezTo>
                  <a:pt x="7142" y="9147"/>
                  <a:pt x="7130" y="9154"/>
                  <a:pt x="7117" y="9159"/>
                </a:cubicBezTo>
                <a:cubicBezTo>
                  <a:pt x="7104" y="9164"/>
                  <a:pt x="7090" y="9166"/>
                  <a:pt x="7076" y="9165"/>
                </a:cubicBezTo>
                <a:lnTo>
                  <a:pt x="100" y="8799"/>
                </a:lnTo>
                <a:cubicBezTo>
                  <a:pt x="86" y="8799"/>
                  <a:pt x="73" y="8795"/>
                  <a:pt x="60" y="8789"/>
                </a:cubicBezTo>
                <a:cubicBezTo>
                  <a:pt x="47" y="8783"/>
                  <a:pt x="36" y="8775"/>
                  <a:pt x="27" y="8765"/>
                </a:cubicBezTo>
                <a:cubicBezTo>
                  <a:pt x="17" y="8754"/>
                  <a:pt x="10" y="8742"/>
                  <a:pt x="6" y="8729"/>
                </a:cubicBezTo>
                <a:cubicBezTo>
                  <a:pt x="1" y="8716"/>
                  <a:pt x="-1" y="8702"/>
                  <a:pt x="0" y="868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 rot="21360000">
            <a:off x="2977920" y="6135840"/>
            <a:ext cx="802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Content ideas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8935200" y="3345120"/>
            <a:ext cx="2855880" cy="3425400"/>
          </a:xfrm>
          <a:custGeom>
            <a:avLst/>
            <a:gdLst/>
            <a:ahLst/>
            <a:rect l="0" t="0" r="r" b="b"/>
            <a:pathLst>
              <a:path w="7933" h="9515">
                <a:moveTo>
                  <a:pt x="316" y="9412"/>
                </a:moveTo>
                <a:lnTo>
                  <a:pt x="0" y="368"/>
                </a:lnTo>
                <a:cubicBezTo>
                  <a:pt x="0" y="354"/>
                  <a:pt x="2" y="341"/>
                  <a:pt x="7" y="327"/>
                </a:cubicBezTo>
                <a:cubicBezTo>
                  <a:pt x="12" y="314"/>
                  <a:pt x="19" y="303"/>
                  <a:pt x="29" y="292"/>
                </a:cubicBezTo>
                <a:cubicBezTo>
                  <a:pt x="38" y="282"/>
                  <a:pt x="50" y="274"/>
                  <a:pt x="62" y="268"/>
                </a:cubicBezTo>
                <a:cubicBezTo>
                  <a:pt x="75" y="262"/>
                  <a:pt x="89" y="259"/>
                  <a:pt x="103" y="259"/>
                </a:cubicBezTo>
                <a:lnTo>
                  <a:pt x="7507" y="0"/>
                </a:lnTo>
                <a:cubicBezTo>
                  <a:pt x="7521" y="0"/>
                  <a:pt x="7535" y="2"/>
                  <a:pt x="7548" y="7"/>
                </a:cubicBezTo>
                <a:cubicBezTo>
                  <a:pt x="7561" y="12"/>
                  <a:pt x="7573" y="19"/>
                  <a:pt x="7583" y="29"/>
                </a:cubicBezTo>
                <a:cubicBezTo>
                  <a:pt x="7594" y="38"/>
                  <a:pt x="7602" y="49"/>
                  <a:pt x="7607" y="62"/>
                </a:cubicBezTo>
                <a:cubicBezTo>
                  <a:pt x="7613" y="75"/>
                  <a:pt x="7616" y="88"/>
                  <a:pt x="7617" y="102"/>
                </a:cubicBezTo>
                <a:lnTo>
                  <a:pt x="7933" y="9147"/>
                </a:lnTo>
                <a:cubicBezTo>
                  <a:pt x="7933" y="9161"/>
                  <a:pt x="7931" y="9174"/>
                  <a:pt x="7926" y="9187"/>
                </a:cubicBezTo>
                <a:cubicBezTo>
                  <a:pt x="7921" y="9200"/>
                  <a:pt x="7914" y="9212"/>
                  <a:pt x="7904" y="9222"/>
                </a:cubicBezTo>
                <a:cubicBezTo>
                  <a:pt x="7895" y="9233"/>
                  <a:pt x="7884" y="9241"/>
                  <a:pt x="7871" y="9247"/>
                </a:cubicBezTo>
                <a:cubicBezTo>
                  <a:pt x="7858" y="9252"/>
                  <a:pt x="7845" y="9255"/>
                  <a:pt x="7831" y="9256"/>
                </a:cubicBezTo>
                <a:lnTo>
                  <a:pt x="426" y="9515"/>
                </a:lnTo>
                <a:cubicBezTo>
                  <a:pt x="412" y="9515"/>
                  <a:pt x="398" y="9513"/>
                  <a:pt x="385" y="9508"/>
                </a:cubicBezTo>
                <a:cubicBezTo>
                  <a:pt x="372" y="9503"/>
                  <a:pt x="360" y="9496"/>
                  <a:pt x="350" y="9486"/>
                </a:cubicBezTo>
                <a:cubicBezTo>
                  <a:pt x="340" y="9477"/>
                  <a:pt x="332" y="9465"/>
                  <a:pt x="326" y="9453"/>
                </a:cubicBezTo>
                <a:cubicBezTo>
                  <a:pt x="320" y="9440"/>
                  <a:pt x="317" y="9426"/>
                  <a:pt x="316" y="94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 rot="180000">
            <a:off x="6179760" y="5987520"/>
            <a:ext cx="979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Content pyramid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1818360" y="8442000"/>
            <a:ext cx="3069360" cy="3594960"/>
          </a:xfrm>
          <a:custGeom>
            <a:avLst/>
            <a:gdLst/>
            <a:ahLst/>
            <a:rect l="0" t="0" r="r" b="b"/>
            <a:pathLst>
              <a:path w="8526" h="9986">
                <a:moveTo>
                  <a:pt x="0" y="9095"/>
                </a:moveTo>
                <a:lnTo>
                  <a:pt x="946" y="94"/>
                </a:lnTo>
                <a:cubicBezTo>
                  <a:pt x="947" y="80"/>
                  <a:pt x="952" y="67"/>
                  <a:pt x="958" y="55"/>
                </a:cubicBezTo>
                <a:cubicBezTo>
                  <a:pt x="965" y="43"/>
                  <a:pt x="974" y="32"/>
                  <a:pt x="985" y="23"/>
                </a:cubicBezTo>
                <a:cubicBezTo>
                  <a:pt x="996" y="14"/>
                  <a:pt x="1008" y="8"/>
                  <a:pt x="1021" y="4"/>
                </a:cubicBezTo>
                <a:cubicBezTo>
                  <a:pt x="1035" y="0"/>
                  <a:pt x="1048" y="-1"/>
                  <a:pt x="1062" y="0"/>
                </a:cubicBezTo>
                <a:lnTo>
                  <a:pt x="8431" y="775"/>
                </a:lnTo>
                <a:cubicBezTo>
                  <a:pt x="8445" y="776"/>
                  <a:pt x="8458" y="780"/>
                  <a:pt x="8470" y="787"/>
                </a:cubicBezTo>
                <a:cubicBezTo>
                  <a:pt x="8483" y="794"/>
                  <a:pt x="8493" y="802"/>
                  <a:pt x="8502" y="813"/>
                </a:cubicBezTo>
                <a:cubicBezTo>
                  <a:pt x="8511" y="824"/>
                  <a:pt x="8517" y="836"/>
                  <a:pt x="8521" y="850"/>
                </a:cubicBezTo>
                <a:cubicBezTo>
                  <a:pt x="8525" y="863"/>
                  <a:pt x="8527" y="877"/>
                  <a:pt x="8525" y="891"/>
                </a:cubicBezTo>
                <a:lnTo>
                  <a:pt x="7578" y="9891"/>
                </a:lnTo>
                <a:cubicBezTo>
                  <a:pt x="7577" y="9905"/>
                  <a:pt x="7573" y="9918"/>
                  <a:pt x="7566" y="9931"/>
                </a:cubicBezTo>
                <a:cubicBezTo>
                  <a:pt x="7559" y="9943"/>
                  <a:pt x="7551" y="9953"/>
                  <a:pt x="7540" y="9962"/>
                </a:cubicBezTo>
                <a:cubicBezTo>
                  <a:pt x="7529" y="9971"/>
                  <a:pt x="7517" y="9977"/>
                  <a:pt x="7503" y="9981"/>
                </a:cubicBezTo>
                <a:cubicBezTo>
                  <a:pt x="7490" y="9985"/>
                  <a:pt x="7476" y="9987"/>
                  <a:pt x="7462" y="9985"/>
                </a:cubicBezTo>
                <a:lnTo>
                  <a:pt x="94" y="9211"/>
                </a:lnTo>
                <a:cubicBezTo>
                  <a:pt x="80" y="9209"/>
                  <a:pt x="67" y="9205"/>
                  <a:pt x="55" y="9199"/>
                </a:cubicBezTo>
                <a:cubicBezTo>
                  <a:pt x="43" y="9192"/>
                  <a:pt x="32" y="9183"/>
                  <a:pt x="23" y="9172"/>
                </a:cubicBezTo>
                <a:cubicBezTo>
                  <a:pt x="14" y="9161"/>
                  <a:pt x="8" y="9149"/>
                  <a:pt x="4" y="9136"/>
                </a:cubicBezTo>
                <a:cubicBezTo>
                  <a:pt x="0" y="9122"/>
                  <a:pt x="-1" y="9109"/>
                  <a:pt x="0" y="90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95" name="" descr=""/>
          <p:cNvPicPr/>
          <p:nvPr/>
        </p:nvPicPr>
        <p:blipFill>
          <a:blip r:embed="rId8"/>
          <a:stretch/>
        </p:blipFill>
        <p:spPr>
          <a:xfrm rot="360000">
            <a:off x="2125800" y="8688240"/>
            <a:ext cx="2514240" cy="2523600"/>
          </a:xfrm>
          <a:prstGeom prst="rect">
            <a:avLst/>
          </a:prstGeom>
          <a:ln w="0">
            <a:noFill/>
          </a:ln>
        </p:spPr>
      </p:pic>
      <p:sp>
        <p:nvSpPr>
          <p:cNvPr id="798" name=""/>
          <p:cNvSpPr/>
          <p:nvPr/>
        </p:nvSpPr>
        <p:spPr>
          <a:xfrm>
            <a:off x="5375880" y="8483400"/>
            <a:ext cx="2964240" cy="3512520"/>
          </a:xfrm>
          <a:custGeom>
            <a:avLst/>
            <a:gdLst/>
            <a:ahLst/>
            <a:rect l="0" t="0" r="r" b="b"/>
            <a:pathLst>
              <a:path w="8234" h="9757">
                <a:moveTo>
                  <a:pt x="631" y="9657"/>
                </a:moveTo>
                <a:lnTo>
                  <a:pt x="0" y="630"/>
                </a:lnTo>
                <a:cubicBezTo>
                  <a:pt x="-1" y="616"/>
                  <a:pt x="1" y="602"/>
                  <a:pt x="5" y="589"/>
                </a:cubicBezTo>
                <a:cubicBezTo>
                  <a:pt x="10" y="575"/>
                  <a:pt x="16" y="563"/>
                  <a:pt x="26" y="553"/>
                </a:cubicBezTo>
                <a:cubicBezTo>
                  <a:pt x="35" y="542"/>
                  <a:pt x="46" y="534"/>
                  <a:pt x="58" y="528"/>
                </a:cubicBezTo>
                <a:cubicBezTo>
                  <a:pt x="71" y="521"/>
                  <a:pt x="84" y="518"/>
                  <a:pt x="98" y="517"/>
                </a:cubicBezTo>
                <a:lnTo>
                  <a:pt x="7489" y="0"/>
                </a:lnTo>
                <a:cubicBezTo>
                  <a:pt x="7503" y="-1"/>
                  <a:pt x="7517" y="1"/>
                  <a:pt x="7530" y="5"/>
                </a:cubicBezTo>
                <a:cubicBezTo>
                  <a:pt x="7544" y="10"/>
                  <a:pt x="7556" y="16"/>
                  <a:pt x="7566" y="26"/>
                </a:cubicBezTo>
                <a:cubicBezTo>
                  <a:pt x="7577" y="35"/>
                  <a:pt x="7585" y="46"/>
                  <a:pt x="7591" y="58"/>
                </a:cubicBezTo>
                <a:cubicBezTo>
                  <a:pt x="7598" y="71"/>
                  <a:pt x="7601" y="84"/>
                  <a:pt x="7602" y="98"/>
                </a:cubicBezTo>
                <a:lnTo>
                  <a:pt x="8233" y="9126"/>
                </a:lnTo>
                <a:cubicBezTo>
                  <a:pt x="8234" y="9140"/>
                  <a:pt x="8233" y="9153"/>
                  <a:pt x="8228" y="9167"/>
                </a:cubicBezTo>
                <a:cubicBezTo>
                  <a:pt x="8224" y="9180"/>
                  <a:pt x="8217" y="9192"/>
                  <a:pt x="8208" y="9203"/>
                </a:cubicBezTo>
                <a:cubicBezTo>
                  <a:pt x="8199" y="9213"/>
                  <a:pt x="8188" y="9222"/>
                  <a:pt x="8175" y="9228"/>
                </a:cubicBezTo>
                <a:cubicBezTo>
                  <a:pt x="8163" y="9234"/>
                  <a:pt x="8149" y="9238"/>
                  <a:pt x="8135" y="9239"/>
                </a:cubicBezTo>
                <a:lnTo>
                  <a:pt x="744" y="9756"/>
                </a:lnTo>
                <a:cubicBezTo>
                  <a:pt x="730" y="9757"/>
                  <a:pt x="716" y="9755"/>
                  <a:pt x="703" y="9750"/>
                </a:cubicBezTo>
                <a:cubicBezTo>
                  <a:pt x="690" y="9746"/>
                  <a:pt x="678" y="9739"/>
                  <a:pt x="667" y="9730"/>
                </a:cubicBezTo>
                <a:cubicBezTo>
                  <a:pt x="657" y="9721"/>
                  <a:pt x="648" y="9710"/>
                  <a:pt x="642" y="9697"/>
                </a:cubicBezTo>
                <a:cubicBezTo>
                  <a:pt x="636" y="9685"/>
                  <a:pt x="632" y="9671"/>
                  <a:pt x="631" y="96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8828640" y="8441640"/>
            <a:ext cx="3068640" cy="3585600"/>
          </a:xfrm>
          <a:custGeom>
            <a:avLst/>
            <a:gdLst/>
            <a:ahLst/>
            <a:rect l="0" t="0" r="r" b="b"/>
            <a:pathLst>
              <a:path w="8524" h="9960">
                <a:moveTo>
                  <a:pt x="1" y="9068"/>
                </a:moveTo>
                <a:lnTo>
                  <a:pt x="944" y="94"/>
                </a:lnTo>
                <a:cubicBezTo>
                  <a:pt x="946" y="80"/>
                  <a:pt x="950" y="67"/>
                  <a:pt x="956" y="55"/>
                </a:cubicBezTo>
                <a:cubicBezTo>
                  <a:pt x="963" y="42"/>
                  <a:pt x="972" y="32"/>
                  <a:pt x="983" y="23"/>
                </a:cubicBezTo>
                <a:cubicBezTo>
                  <a:pt x="994" y="14"/>
                  <a:pt x="1006" y="8"/>
                  <a:pt x="1019" y="4"/>
                </a:cubicBezTo>
                <a:cubicBezTo>
                  <a:pt x="1033" y="0"/>
                  <a:pt x="1046" y="-1"/>
                  <a:pt x="1060" y="0"/>
                </a:cubicBezTo>
                <a:lnTo>
                  <a:pt x="8429" y="774"/>
                </a:lnTo>
                <a:cubicBezTo>
                  <a:pt x="8443" y="776"/>
                  <a:pt x="8456" y="780"/>
                  <a:pt x="8469" y="787"/>
                </a:cubicBezTo>
                <a:cubicBezTo>
                  <a:pt x="8481" y="793"/>
                  <a:pt x="8491" y="802"/>
                  <a:pt x="8500" y="813"/>
                </a:cubicBezTo>
                <a:cubicBezTo>
                  <a:pt x="8509" y="824"/>
                  <a:pt x="8516" y="836"/>
                  <a:pt x="8520" y="850"/>
                </a:cubicBezTo>
                <a:cubicBezTo>
                  <a:pt x="8524" y="863"/>
                  <a:pt x="8525" y="877"/>
                  <a:pt x="8523" y="891"/>
                </a:cubicBezTo>
                <a:lnTo>
                  <a:pt x="7580" y="9865"/>
                </a:lnTo>
                <a:cubicBezTo>
                  <a:pt x="7579" y="9879"/>
                  <a:pt x="7575" y="9892"/>
                  <a:pt x="7568" y="9904"/>
                </a:cubicBezTo>
                <a:cubicBezTo>
                  <a:pt x="7561" y="9916"/>
                  <a:pt x="7552" y="9927"/>
                  <a:pt x="7542" y="9936"/>
                </a:cubicBezTo>
                <a:cubicBezTo>
                  <a:pt x="7531" y="9945"/>
                  <a:pt x="7518" y="9951"/>
                  <a:pt x="7505" y="9955"/>
                </a:cubicBezTo>
                <a:cubicBezTo>
                  <a:pt x="7492" y="9959"/>
                  <a:pt x="7478" y="9960"/>
                  <a:pt x="7464" y="9959"/>
                </a:cubicBezTo>
                <a:lnTo>
                  <a:pt x="95" y="9184"/>
                </a:lnTo>
                <a:cubicBezTo>
                  <a:pt x="81" y="9183"/>
                  <a:pt x="68" y="9179"/>
                  <a:pt x="56" y="9172"/>
                </a:cubicBezTo>
                <a:cubicBezTo>
                  <a:pt x="43" y="9166"/>
                  <a:pt x="33" y="9157"/>
                  <a:pt x="24" y="9146"/>
                </a:cubicBezTo>
                <a:cubicBezTo>
                  <a:pt x="15" y="9135"/>
                  <a:pt x="9" y="9123"/>
                  <a:pt x="5" y="9109"/>
                </a:cubicBezTo>
                <a:cubicBezTo>
                  <a:pt x="1" y="9096"/>
                  <a:pt x="-1" y="9082"/>
                  <a:pt x="1" y="90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02" name="" descr=""/>
          <p:cNvPicPr/>
          <p:nvPr/>
        </p:nvPicPr>
        <p:blipFill>
          <a:blip r:embed="rId11"/>
          <a:stretch/>
        </p:blipFill>
        <p:spPr>
          <a:xfrm rot="360000">
            <a:off x="9136440" y="8687880"/>
            <a:ext cx="2514240" cy="2504880"/>
          </a:xfrm>
          <a:prstGeom prst="rect">
            <a:avLst/>
          </a:prstGeom>
          <a:ln w="0">
            <a:noFill/>
          </a:ln>
        </p:spPr>
      </p:pic>
      <p:sp>
        <p:nvSpPr>
          <p:cNvPr id="803" name=""/>
          <p:cNvSpPr txBox="1"/>
          <p:nvPr/>
        </p:nvSpPr>
        <p:spPr>
          <a:xfrm rot="21480000">
            <a:off x="10051560" y="6154920"/>
            <a:ext cx="61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Long-form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0" y="0"/>
            <a:ext cx="13716000" cy="8134560"/>
          </a:xfrm>
          <a:custGeom>
            <a:avLst/>
            <a:gdLst/>
            <a:ahLst/>
            <a:rect l="0" t="0" r="r" b="b"/>
            <a:pathLst>
              <a:path w="38100" h="22596">
                <a:moveTo>
                  <a:pt x="0" y="0"/>
                </a:moveTo>
                <a:lnTo>
                  <a:pt x="38100" y="0"/>
                </a:lnTo>
                <a:lnTo>
                  <a:pt x="38100" y="22596"/>
                </a:lnTo>
                <a:lnTo>
                  <a:pt x="0" y="22596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1818360" y="-130680"/>
            <a:ext cx="3069360" cy="3594960"/>
          </a:xfrm>
          <a:custGeom>
            <a:avLst/>
            <a:gdLst/>
            <a:ahLst/>
            <a:rect l="0" t="0" r="r" b="b"/>
            <a:pathLst>
              <a:path w="8526" h="9986">
                <a:moveTo>
                  <a:pt x="0" y="9095"/>
                </a:moveTo>
                <a:lnTo>
                  <a:pt x="946" y="95"/>
                </a:lnTo>
                <a:cubicBezTo>
                  <a:pt x="947" y="81"/>
                  <a:pt x="952" y="68"/>
                  <a:pt x="958" y="55"/>
                </a:cubicBezTo>
                <a:cubicBezTo>
                  <a:pt x="965" y="43"/>
                  <a:pt x="974" y="33"/>
                  <a:pt x="985" y="24"/>
                </a:cubicBezTo>
                <a:cubicBezTo>
                  <a:pt x="996" y="15"/>
                  <a:pt x="1008" y="8"/>
                  <a:pt x="1021" y="4"/>
                </a:cubicBezTo>
                <a:cubicBezTo>
                  <a:pt x="1035" y="0"/>
                  <a:pt x="1048" y="-1"/>
                  <a:pt x="1062" y="1"/>
                </a:cubicBezTo>
                <a:lnTo>
                  <a:pt x="8431" y="775"/>
                </a:lnTo>
                <a:cubicBezTo>
                  <a:pt x="8445" y="777"/>
                  <a:pt x="8458" y="781"/>
                  <a:pt x="8470" y="787"/>
                </a:cubicBezTo>
                <a:cubicBezTo>
                  <a:pt x="8483" y="794"/>
                  <a:pt x="8493" y="803"/>
                  <a:pt x="8502" y="814"/>
                </a:cubicBezTo>
                <a:cubicBezTo>
                  <a:pt x="8511" y="825"/>
                  <a:pt x="8517" y="837"/>
                  <a:pt x="8521" y="850"/>
                </a:cubicBezTo>
                <a:cubicBezTo>
                  <a:pt x="8525" y="864"/>
                  <a:pt x="8527" y="877"/>
                  <a:pt x="8525" y="891"/>
                </a:cubicBezTo>
                <a:lnTo>
                  <a:pt x="7578" y="9892"/>
                </a:lnTo>
                <a:cubicBezTo>
                  <a:pt x="7577" y="9906"/>
                  <a:pt x="7573" y="9919"/>
                  <a:pt x="7566" y="9931"/>
                </a:cubicBezTo>
                <a:cubicBezTo>
                  <a:pt x="7559" y="9943"/>
                  <a:pt x="7551" y="9954"/>
                  <a:pt x="7540" y="9963"/>
                </a:cubicBezTo>
                <a:cubicBezTo>
                  <a:pt x="7529" y="9972"/>
                  <a:pt x="7517" y="9978"/>
                  <a:pt x="7503" y="9982"/>
                </a:cubicBezTo>
                <a:cubicBezTo>
                  <a:pt x="7490" y="9986"/>
                  <a:pt x="7476" y="9987"/>
                  <a:pt x="7462" y="9986"/>
                </a:cubicBezTo>
                <a:lnTo>
                  <a:pt x="94" y="9211"/>
                </a:lnTo>
                <a:cubicBezTo>
                  <a:pt x="80" y="9210"/>
                  <a:pt x="67" y="9206"/>
                  <a:pt x="55" y="9199"/>
                </a:cubicBezTo>
                <a:cubicBezTo>
                  <a:pt x="43" y="9192"/>
                  <a:pt x="32" y="9184"/>
                  <a:pt x="23" y="9173"/>
                </a:cubicBezTo>
                <a:cubicBezTo>
                  <a:pt x="14" y="9162"/>
                  <a:pt x="8" y="9150"/>
                  <a:pt x="4" y="9136"/>
                </a:cubicBezTo>
                <a:cubicBezTo>
                  <a:pt x="0" y="9123"/>
                  <a:pt x="-1" y="9109"/>
                  <a:pt x="0" y="909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0" name="" descr=""/>
          <p:cNvPicPr/>
          <p:nvPr/>
        </p:nvPicPr>
        <p:blipFill>
          <a:blip r:embed="rId2"/>
          <a:stretch/>
        </p:blipFill>
        <p:spPr>
          <a:xfrm rot="360000">
            <a:off x="2125800" y="115560"/>
            <a:ext cx="2514240" cy="2523600"/>
          </a:xfrm>
          <a:prstGeom prst="rect">
            <a:avLst/>
          </a:prstGeom>
          <a:ln w="0">
            <a:noFill/>
          </a:ln>
        </p:spPr>
      </p:pic>
      <p:sp>
        <p:nvSpPr>
          <p:cNvPr id="811" name=""/>
          <p:cNvSpPr txBox="1"/>
          <p:nvPr/>
        </p:nvSpPr>
        <p:spPr>
          <a:xfrm>
            <a:off x="2871000" y="7316280"/>
            <a:ext cx="4107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Bản hiện tại là thumbnail độ phân giải thấp; ảnh gốc sẽ thay thế khi có.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1897200" y="3570840"/>
            <a:ext cx="2910960" cy="3479040"/>
          </a:xfrm>
          <a:custGeom>
            <a:avLst/>
            <a:gdLst/>
            <a:ahLst/>
            <a:rect l="0" t="0" r="r" b="b"/>
            <a:pathLst>
              <a:path w="8086" h="9664">
                <a:moveTo>
                  <a:pt x="0" y="9164"/>
                </a:moveTo>
                <a:lnTo>
                  <a:pt x="475" y="100"/>
                </a:lnTo>
                <a:cubicBezTo>
                  <a:pt x="475" y="86"/>
                  <a:pt x="479" y="73"/>
                  <a:pt x="485" y="60"/>
                </a:cubicBezTo>
                <a:cubicBezTo>
                  <a:pt x="491" y="48"/>
                  <a:pt x="499" y="37"/>
                  <a:pt x="509" y="27"/>
                </a:cubicBezTo>
                <a:cubicBezTo>
                  <a:pt x="520" y="18"/>
                  <a:pt x="532" y="11"/>
                  <a:pt x="545" y="6"/>
                </a:cubicBezTo>
                <a:cubicBezTo>
                  <a:pt x="558" y="1"/>
                  <a:pt x="572" y="-1"/>
                  <a:pt x="586" y="0"/>
                </a:cubicBezTo>
                <a:lnTo>
                  <a:pt x="7985" y="388"/>
                </a:lnTo>
                <a:cubicBezTo>
                  <a:pt x="7999" y="389"/>
                  <a:pt x="8012" y="392"/>
                  <a:pt x="8025" y="398"/>
                </a:cubicBezTo>
                <a:cubicBezTo>
                  <a:pt x="8038" y="404"/>
                  <a:pt x="8049" y="412"/>
                  <a:pt x="8058" y="423"/>
                </a:cubicBezTo>
                <a:cubicBezTo>
                  <a:pt x="8067" y="433"/>
                  <a:pt x="8075" y="445"/>
                  <a:pt x="8079" y="458"/>
                </a:cubicBezTo>
                <a:cubicBezTo>
                  <a:pt x="8084" y="471"/>
                  <a:pt x="8086" y="485"/>
                  <a:pt x="8085" y="499"/>
                </a:cubicBezTo>
                <a:lnTo>
                  <a:pt x="7610" y="9563"/>
                </a:lnTo>
                <a:cubicBezTo>
                  <a:pt x="7609" y="9577"/>
                  <a:pt x="7606" y="9590"/>
                  <a:pt x="7600" y="9603"/>
                </a:cubicBezTo>
                <a:cubicBezTo>
                  <a:pt x="7594" y="9615"/>
                  <a:pt x="7586" y="9627"/>
                  <a:pt x="7575" y="9636"/>
                </a:cubicBezTo>
                <a:cubicBezTo>
                  <a:pt x="7565" y="9645"/>
                  <a:pt x="7553" y="9652"/>
                  <a:pt x="7540" y="9657"/>
                </a:cubicBezTo>
                <a:cubicBezTo>
                  <a:pt x="7527" y="9662"/>
                  <a:pt x="7513" y="9664"/>
                  <a:pt x="7499" y="9663"/>
                </a:cubicBezTo>
                <a:lnTo>
                  <a:pt x="100" y="9275"/>
                </a:lnTo>
                <a:cubicBezTo>
                  <a:pt x="86" y="9274"/>
                  <a:pt x="72" y="9271"/>
                  <a:pt x="60" y="9265"/>
                </a:cubicBezTo>
                <a:cubicBezTo>
                  <a:pt x="47" y="9259"/>
                  <a:pt x="36" y="9251"/>
                  <a:pt x="27" y="9240"/>
                </a:cubicBezTo>
                <a:cubicBezTo>
                  <a:pt x="17" y="9230"/>
                  <a:pt x="10" y="9218"/>
                  <a:pt x="6" y="9205"/>
                </a:cubicBezTo>
                <a:cubicBezTo>
                  <a:pt x="1" y="9192"/>
                  <a:pt x="-1" y="9178"/>
                  <a:pt x="0" y="91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5" name="" descr=""/>
          <p:cNvPicPr/>
          <p:nvPr/>
        </p:nvPicPr>
        <p:blipFill>
          <a:blip r:embed="rId4"/>
          <a:stretch/>
        </p:blipFill>
        <p:spPr>
          <a:xfrm rot="180000">
            <a:off x="2110680" y="3753000"/>
            <a:ext cx="2514240" cy="2533320"/>
          </a:xfrm>
          <a:prstGeom prst="rect">
            <a:avLst/>
          </a:prstGeom>
          <a:ln w="0">
            <a:noFill/>
          </a:ln>
        </p:spPr>
      </p:pic>
      <p:sp>
        <p:nvSpPr>
          <p:cNvPr id="816" name=""/>
          <p:cNvSpPr txBox="1"/>
          <p:nvPr/>
        </p:nvSpPr>
        <p:spPr>
          <a:xfrm rot="360000">
            <a:off x="2945160" y="2752560"/>
            <a:ext cx="496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B2B SEO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5375880" y="-89280"/>
            <a:ext cx="2964240" cy="3512520"/>
          </a:xfrm>
          <a:custGeom>
            <a:avLst/>
            <a:gdLst/>
            <a:ahLst/>
            <a:rect l="0" t="0" r="r" b="b"/>
            <a:pathLst>
              <a:path w="8234" h="9757">
                <a:moveTo>
                  <a:pt x="631" y="9658"/>
                </a:moveTo>
                <a:lnTo>
                  <a:pt x="0" y="630"/>
                </a:lnTo>
                <a:cubicBezTo>
                  <a:pt x="-1" y="616"/>
                  <a:pt x="1" y="602"/>
                  <a:pt x="5" y="589"/>
                </a:cubicBezTo>
                <a:cubicBezTo>
                  <a:pt x="10" y="576"/>
                  <a:pt x="16" y="564"/>
                  <a:pt x="26" y="553"/>
                </a:cubicBezTo>
                <a:cubicBezTo>
                  <a:pt x="35" y="543"/>
                  <a:pt x="46" y="534"/>
                  <a:pt x="58" y="528"/>
                </a:cubicBezTo>
                <a:cubicBezTo>
                  <a:pt x="71" y="522"/>
                  <a:pt x="84" y="518"/>
                  <a:pt x="98" y="517"/>
                </a:cubicBezTo>
                <a:lnTo>
                  <a:pt x="7489" y="0"/>
                </a:lnTo>
                <a:cubicBezTo>
                  <a:pt x="7503" y="-1"/>
                  <a:pt x="7517" y="1"/>
                  <a:pt x="7530" y="6"/>
                </a:cubicBezTo>
                <a:cubicBezTo>
                  <a:pt x="7544" y="10"/>
                  <a:pt x="7556" y="17"/>
                  <a:pt x="7566" y="26"/>
                </a:cubicBezTo>
                <a:cubicBezTo>
                  <a:pt x="7577" y="35"/>
                  <a:pt x="7585" y="46"/>
                  <a:pt x="7591" y="59"/>
                </a:cubicBezTo>
                <a:cubicBezTo>
                  <a:pt x="7598" y="71"/>
                  <a:pt x="7601" y="85"/>
                  <a:pt x="7602" y="99"/>
                </a:cubicBezTo>
                <a:lnTo>
                  <a:pt x="8233" y="9126"/>
                </a:lnTo>
                <a:cubicBezTo>
                  <a:pt x="8234" y="9140"/>
                  <a:pt x="8233" y="9154"/>
                  <a:pt x="8228" y="9167"/>
                </a:cubicBezTo>
                <a:cubicBezTo>
                  <a:pt x="8224" y="9181"/>
                  <a:pt x="8217" y="9193"/>
                  <a:pt x="8208" y="9203"/>
                </a:cubicBezTo>
                <a:cubicBezTo>
                  <a:pt x="8199" y="9214"/>
                  <a:pt x="8188" y="9222"/>
                  <a:pt x="8175" y="9228"/>
                </a:cubicBezTo>
                <a:cubicBezTo>
                  <a:pt x="8163" y="9235"/>
                  <a:pt x="8149" y="9238"/>
                  <a:pt x="8135" y="9239"/>
                </a:cubicBezTo>
                <a:lnTo>
                  <a:pt x="744" y="9756"/>
                </a:lnTo>
                <a:cubicBezTo>
                  <a:pt x="730" y="9757"/>
                  <a:pt x="716" y="9755"/>
                  <a:pt x="703" y="9751"/>
                </a:cubicBezTo>
                <a:cubicBezTo>
                  <a:pt x="690" y="9746"/>
                  <a:pt x="678" y="9740"/>
                  <a:pt x="667" y="9730"/>
                </a:cubicBezTo>
                <a:cubicBezTo>
                  <a:pt x="657" y="9721"/>
                  <a:pt x="648" y="9710"/>
                  <a:pt x="642" y="9698"/>
                </a:cubicBezTo>
                <a:cubicBezTo>
                  <a:pt x="636" y="9685"/>
                  <a:pt x="632" y="9672"/>
                  <a:pt x="631" y="96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20" name="" descr=""/>
          <p:cNvPicPr/>
          <p:nvPr/>
        </p:nvPicPr>
        <p:blipFill>
          <a:blip r:embed="rId6"/>
          <a:stretch/>
        </p:blipFill>
        <p:spPr>
          <a:xfrm rot="21360000">
            <a:off x="5580000" y="114840"/>
            <a:ext cx="2514240" cy="2523600"/>
          </a:xfrm>
          <a:prstGeom prst="rect">
            <a:avLst/>
          </a:prstGeom>
          <a:ln w="0">
            <a:noFill/>
          </a:ln>
        </p:spPr>
      </p:pic>
      <p:sp>
        <p:nvSpPr>
          <p:cNvPr id="821" name=""/>
          <p:cNvSpPr txBox="1"/>
          <p:nvPr/>
        </p:nvSpPr>
        <p:spPr>
          <a:xfrm rot="180000">
            <a:off x="3079800" y="6408000"/>
            <a:ext cx="374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Poster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5436360" y="3599280"/>
            <a:ext cx="2471400" cy="3040920"/>
          </a:xfrm>
          <a:custGeom>
            <a:avLst/>
            <a:gdLst/>
            <a:ahLst/>
            <a:rect l="0" t="0" r="r" b="b"/>
            <a:pathLst>
              <a:path w="6865" h="8447">
                <a:moveTo>
                  <a:pt x="280" y="8345"/>
                </a:moveTo>
                <a:lnTo>
                  <a:pt x="0" y="332"/>
                </a:lnTo>
                <a:cubicBezTo>
                  <a:pt x="0" y="318"/>
                  <a:pt x="2" y="304"/>
                  <a:pt x="7" y="291"/>
                </a:cubicBezTo>
                <a:cubicBezTo>
                  <a:pt x="12" y="278"/>
                  <a:pt x="19" y="266"/>
                  <a:pt x="29" y="256"/>
                </a:cubicBezTo>
                <a:cubicBezTo>
                  <a:pt x="38" y="246"/>
                  <a:pt x="50" y="238"/>
                  <a:pt x="62" y="232"/>
                </a:cubicBezTo>
                <a:cubicBezTo>
                  <a:pt x="75" y="226"/>
                  <a:pt x="88" y="223"/>
                  <a:pt x="102" y="222"/>
                </a:cubicBezTo>
                <a:lnTo>
                  <a:pt x="6476" y="0"/>
                </a:lnTo>
                <a:cubicBezTo>
                  <a:pt x="6490" y="-1"/>
                  <a:pt x="6504" y="2"/>
                  <a:pt x="6517" y="6"/>
                </a:cubicBezTo>
                <a:cubicBezTo>
                  <a:pt x="6530" y="11"/>
                  <a:pt x="6542" y="19"/>
                  <a:pt x="6552" y="28"/>
                </a:cubicBezTo>
                <a:cubicBezTo>
                  <a:pt x="6562" y="38"/>
                  <a:pt x="6570" y="49"/>
                  <a:pt x="6576" y="62"/>
                </a:cubicBezTo>
                <a:cubicBezTo>
                  <a:pt x="6582" y="74"/>
                  <a:pt x="6585" y="88"/>
                  <a:pt x="6586" y="102"/>
                </a:cubicBezTo>
                <a:lnTo>
                  <a:pt x="6865" y="8115"/>
                </a:lnTo>
                <a:cubicBezTo>
                  <a:pt x="6866" y="8129"/>
                  <a:pt x="6864" y="8143"/>
                  <a:pt x="6859" y="8156"/>
                </a:cubicBezTo>
                <a:cubicBezTo>
                  <a:pt x="6854" y="8169"/>
                  <a:pt x="6847" y="8180"/>
                  <a:pt x="6837" y="8191"/>
                </a:cubicBezTo>
                <a:cubicBezTo>
                  <a:pt x="6827" y="8201"/>
                  <a:pt x="6816" y="8209"/>
                  <a:pt x="6803" y="8215"/>
                </a:cubicBezTo>
                <a:cubicBezTo>
                  <a:pt x="6791" y="8221"/>
                  <a:pt x="6777" y="8224"/>
                  <a:pt x="6763" y="8224"/>
                </a:cubicBezTo>
                <a:lnTo>
                  <a:pt x="390" y="8447"/>
                </a:lnTo>
                <a:cubicBezTo>
                  <a:pt x="376" y="8447"/>
                  <a:pt x="362" y="8445"/>
                  <a:pt x="349" y="8440"/>
                </a:cubicBezTo>
                <a:cubicBezTo>
                  <a:pt x="336" y="8435"/>
                  <a:pt x="324" y="8428"/>
                  <a:pt x="314" y="8419"/>
                </a:cubicBezTo>
                <a:cubicBezTo>
                  <a:pt x="304" y="8409"/>
                  <a:pt x="295" y="8398"/>
                  <a:pt x="290" y="8385"/>
                </a:cubicBezTo>
                <a:cubicBezTo>
                  <a:pt x="284" y="8372"/>
                  <a:pt x="281" y="8359"/>
                  <a:pt x="280" y="83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25" name="" descr=""/>
          <p:cNvPicPr/>
          <p:nvPr/>
        </p:nvPicPr>
        <p:blipFill>
          <a:blip r:embed="rId8"/>
          <a:stretch/>
        </p:blipFill>
        <p:spPr>
          <a:xfrm rot="21480000">
            <a:off x="5590440" y="3753000"/>
            <a:ext cx="2142720" cy="2152440"/>
          </a:xfrm>
          <a:prstGeom prst="rect">
            <a:avLst/>
          </a:prstGeom>
          <a:ln w="0">
            <a:noFill/>
          </a:ln>
        </p:spPr>
      </p:pic>
      <p:sp>
        <p:nvSpPr>
          <p:cNvPr id="826" name=""/>
          <p:cNvSpPr txBox="1"/>
          <p:nvPr/>
        </p:nvSpPr>
        <p:spPr>
          <a:xfrm rot="21360000">
            <a:off x="6649200" y="2761920"/>
            <a:ext cx="538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Brochure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8828640" y="-130680"/>
            <a:ext cx="3068640" cy="3585600"/>
          </a:xfrm>
          <a:custGeom>
            <a:avLst/>
            <a:gdLst/>
            <a:ahLst/>
            <a:rect l="0" t="0" r="r" b="b"/>
            <a:pathLst>
              <a:path w="8524" h="9960">
                <a:moveTo>
                  <a:pt x="1" y="9069"/>
                </a:moveTo>
                <a:lnTo>
                  <a:pt x="944" y="95"/>
                </a:lnTo>
                <a:cubicBezTo>
                  <a:pt x="946" y="81"/>
                  <a:pt x="950" y="68"/>
                  <a:pt x="956" y="55"/>
                </a:cubicBezTo>
                <a:cubicBezTo>
                  <a:pt x="963" y="43"/>
                  <a:pt x="972" y="32"/>
                  <a:pt x="983" y="24"/>
                </a:cubicBezTo>
                <a:cubicBezTo>
                  <a:pt x="994" y="15"/>
                  <a:pt x="1006" y="8"/>
                  <a:pt x="1019" y="4"/>
                </a:cubicBezTo>
                <a:cubicBezTo>
                  <a:pt x="1033" y="0"/>
                  <a:pt x="1046" y="-1"/>
                  <a:pt x="1060" y="1"/>
                </a:cubicBezTo>
                <a:lnTo>
                  <a:pt x="8429" y="775"/>
                </a:lnTo>
                <a:cubicBezTo>
                  <a:pt x="8443" y="776"/>
                  <a:pt x="8456" y="781"/>
                  <a:pt x="8469" y="787"/>
                </a:cubicBezTo>
                <a:cubicBezTo>
                  <a:pt x="8481" y="794"/>
                  <a:pt x="8491" y="803"/>
                  <a:pt x="8500" y="814"/>
                </a:cubicBezTo>
                <a:cubicBezTo>
                  <a:pt x="8509" y="825"/>
                  <a:pt x="8516" y="837"/>
                  <a:pt x="8520" y="850"/>
                </a:cubicBezTo>
                <a:cubicBezTo>
                  <a:pt x="8524" y="864"/>
                  <a:pt x="8525" y="877"/>
                  <a:pt x="8523" y="891"/>
                </a:cubicBezTo>
                <a:lnTo>
                  <a:pt x="7580" y="9865"/>
                </a:lnTo>
                <a:cubicBezTo>
                  <a:pt x="7579" y="9879"/>
                  <a:pt x="7575" y="9892"/>
                  <a:pt x="7568" y="9905"/>
                </a:cubicBezTo>
                <a:cubicBezTo>
                  <a:pt x="7561" y="9917"/>
                  <a:pt x="7552" y="9927"/>
                  <a:pt x="7542" y="9936"/>
                </a:cubicBezTo>
                <a:cubicBezTo>
                  <a:pt x="7531" y="9945"/>
                  <a:pt x="7518" y="9952"/>
                  <a:pt x="7505" y="9956"/>
                </a:cubicBezTo>
                <a:cubicBezTo>
                  <a:pt x="7492" y="9960"/>
                  <a:pt x="7478" y="9961"/>
                  <a:pt x="7464" y="9959"/>
                </a:cubicBezTo>
                <a:lnTo>
                  <a:pt x="95" y="9185"/>
                </a:lnTo>
                <a:cubicBezTo>
                  <a:pt x="81" y="9183"/>
                  <a:pt x="68" y="9179"/>
                  <a:pt x="56" y="9173"/>
                </a:cubicBezTo>
                <a:cubicBezTo>
                  <a:pt x="43" y="9166"/>
                  <a:pt x="33" y="9157"/>
                  <a:pt x="24" y="9146"/>
                </a:cubicBezTo>
                <a:cubicBezTo>
                  <a:pt x="15" y="9135"/>
                  <a:pt x="9" y="9123"/>
                  <a:pt x="5" y="9110"/>
                </a:cubicBezTo>
                <a:cubicBezTo>
                  <a:pt x="1" y="9096"/>
                  <a:pt x="-1" y="9083"/>
                  <a:pt x="1" y="90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30" name="" descr=""/>
          <p:cNvPicPr/>
          <p:nvPr/>
        </p:nvPicPr>
        <p:blipFill>
          <a:blip r:embed="rId10"/>
          <a:stretch/>
        </p:blipFill>
        <p:spPr>
          <a:xfrm rot="360000">
            <a:off x="9136440" y="115560"/>
            <a:ext cx="2514240" cy="2504880"/>
          </a:xfrm>
          <a:prstGeom prst="rect">
            <a:avLst/>
          </a:prstGeom>
          <a:ln w="0">
            <a:noFill/>
          </a:ln>
        </p:spPr>
      </p:pic>
      <p:sp>
        <p:nvSpPr>
          <p:cNvPr id="831" name=""/>
          <p:cNvSpPr txBox="1"/>
          <p:nvPr/>
        </p:nvSpPr>
        <p:spPr>
          <a:xfrm rot="21480000">
            <a:off x="6572520" y="6030000"/>
            <a:ext cx="234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F&amp;B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1749960" y="7270560"/>
            <a:ext cx="1005480" cy="270720"/>
          </a:xfrm>
          <a:custGeom>
            <a:avLst/>
            <a:gdLst/>
            <a:ahLst/>
            <a:rect l="0" t="0" r="r" b="b"/>
            <a:pathLst>
              <a:path w="2793" h="752">
                <a:moveTo>
                  <a:pt x="16" y="649"/>
                </a:moveTo>
                <a:lnTo>
                  <a:pt x="0" y="199"/>
                </a:lnTo>
                <a:cubicBezTo>
                  <a:pt x="-1" y="185"/>
                  <a:pt x="2" y="171"/>
                  <a:pt x="7" y="158"/>
                </a:cubicBezTo>
                <a:cubicBezTo>
                  <a:pt x="11" y="145"/>
                  <a:pt x="19" y="133"/>
                  <a:pt x="28" y="123"/>
                </a:cubicBezTo>
                <a:cubicBezTo>
                  <a:pt x="38" y="113"/>
                  <a:pt x="49" y="105"/>
                  <a:pt x="62" y="99"/>
                </a:cubicBezTo>
                <a:cubicBezTo>
                  <a:pt x="75" y="93"/>
                  <a:pt x="88" y="90"/>
                  <a:pt x="102" y="89"/>
                </a:cubicBezTo>
                <a:lnTo>
                  <a:pt x="2668" y="0"/>
                </a:lnTo>
                <a:cubicBezTo>
                  <a:pt x="2682" y="-1"/>
                  <a:pt x="2696" y="1"/>
                  <a:pt x="2709" y="6"/>
                </a:cubicBezTo>
                <a:cubicBezTo>
                  <a:pt x="2722" y="11"/>
                  <a:pt x="2734" y="19"/>
                  <a:pt x="2744" y="28"/>
                </a:cubicBezTo>
                <a:cubicBezTo>
                  <a:pt x="2754" y="38"/>
                  <a:pt x="2762" y="49"/>
                  <a:pt x="2768" y="62"/>
                </a:cubicBezTo>
                <a:cubicBezTo>
                  <a:pt x="2774" y="74"/>
                  <a:pt x="2777" y="88"/>
                  <a:pt x="2777" y="102"/>
                </a:cubicBezTo>
                <a:lnTo>
                  <a:pt x="2793" y="552"/>
                </a:lnTo>
                <a:cubicBezTo>
                  <a:pt x="2794" y="566"/>
                  <a:pt x="2791" y="580"/>
                  <a:pt x="2786" y="593"/>
                </a:cubicBezTo>
                <a:cubicBezTo>
                  <a:pt x="2782" y="606"/>
                  <a:pt x="2774" y="618"/>
                  <a:pt x="2765" y="628"/>
                </a:cubicBezTo>
                <a:cubicBezTo>
                  <a:pt x="2755" y="638"/>
                  <a:pt x="2744" y="647"/>
                  <a:pt x="2731" y="652"/>
                </a:cubicBezTo>
                <a:cubicBezTo>
                  <a:pt x="2718" y="658"/>
                  <a:pt x="2705" y="661"/>
                  <a:pt x="2691" y="662"/>
                </a:cubicBezTo>
                <a:lnTo>
                  <a:pt x="125" y="751"/>
                </a:lnTo>
                <a:cubicBezTo>
                  <a:pt x="111" y="752"/>
                  <a:pt x="97" y="750"/>
                  <a:pt x="84" y="745"/>
                </a:cubicBezTo>
                <a:cubicBezTo>
                  <a:pt x="71" y="740"/>
                  <a:pt x="59" y="733"/>
                  <a:pt x="49" y="723"/>
                </a:cubicBezTo>
                <a:cubicBezTo>
                  <a:pt x="39" y="713"/>
                  <a:pt x="31" y="702"/>
                  <a:pt x="25" y="689"/>
                </a:cubicBezTo>
                <a:cubicBezTo>
                  <a:pt x="19" y="677"/>
                  <a:pt x="16" y="663"/>
                  <a:pt x="16" y="649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 rot="360000">
            <a:off x="9982440" y="2734200"/>
            <a:ext cx="456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Product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 rot="21480000">
            <a:off x="1847160" y="730440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0" y="0"/>
            <a:ext cx="13716000" cy="343080"/>
          </a:xfrm>
          <a:custGeom>
            <a:avLst/>
            <a:gdLst/>
            <a:ahLst/>
            <a:rect l="0" t="0" r="r" b="b"/>
            <a:pathLst>
              <a:path w="38100" h="953">
                <a:moveTo>
                  <a:pt x="0" y="0"/>
                </a:moveTo>
                <a:lnTo>
                  <a:pt x="38100" y="0"/>
                </a:lnTo>
                <a:lnTo>
                  <a:pt x="38100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0" y="34200"/>
            <a:ext cx="11811240" cy="308880"/>
          </a:xfrm>
          <a:custGeom>
            <a:avLst/>
            <a:gdLst/>
            <a:ahLst/>
            <a:rect l="0" t="0" r="r" b="b"/>
            <a:pathLst>
              <a:path w="32809" h="858">
                <a:moveTo>
                  <a:pt x="0" y="858"/>
                </a:moveTo>
                <a:lnTo>
                  <a:pt x="0" y="238"/>
                </a:lnTo>
                <a:lnTo>
                  <a:pt x="1587" y="382"/>
                </a:lnTo>
                <a:lnTo>
                  <a:pt x="3016" y="95"/>
                </a:lnTo>
                <a:lnTo>
                  <a:pt x="4656" y="333"/>
                </a:lnTo>
                <a:lnTo>
                  <a:pt x="6191" y="0"/>
                </a:lnTo>
                <a:lnTo>
                  <a:pt x="7937" y="285"/>
                </a:lnTo>
                <a:lnTo>
                  <a:pt x="9366" y="95"/>
                </a:lnTo>
                <a:lnTo>
                  <a:pt x="10953" y="429"/>
                </a:lnTo>
                <a:lnTo>
                  <a:pt x="12435" y="47"/>
                </a:lnTo>
                <a:lnTo>
                  <a:pt x="14128" y="285"/>
                </a:lnTo>
                <a:lnTo>
                  <a:pt x="15663" y="143"/>
                </a:lnTo>
                <a:lnTo>
                  <a:pt x="17304" y="429"/>
                </a:lnTo>
                <a:lnTo>
                  <a:pt x="18733" y="95"/>
                </a:lnTo>
                <a:lnTo>
                  <a:pt x="20320" y="285"/>
                </a:lnTo>
                <a:lnTo>
                  <a:pt x="21802" y="47"/>
                </a:lnTo>
                <a:lnTo>
                  <a:pt x="23495" y="382"/>
                </a:lnTo>
                <a:lnTo>
                  <a:pt x="25030" y="190"/>
                </a:lnTo>
                <a:lnTo>
                  <a:pt x="26670" y="333"/>
                </a:lnTo>
                <a:lnTo>
                  <a:pt x="28099" y="47"/>
                </a:lnTo>
                <a:lnTo>
                  <a:pt x="29687" y="285"/>
                </a:lnTo>
                <a:lnTo>
                  <a:pt x="31168" y="143"/>
                </a:lnTo>
                <a:lnTo>
                  <a:pt x="32809" y="429"/>
                </a:lnTo>
                <a:lnTo>
                  <a:pt x="32809" y="858"/>
                </a:lnTo>
                <a:lnTo>
                  <a:pt x="0" y="858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1752480" y="3705120"/>
            <a:ext cx="19440" cy="667080"/>
          </a:xfrm>
          <a:custGeom>
            <a:avLst/>
            <a:gdLst/>
            <a:ahLst/>
            <a:rect l="0" t="0" r="r" b="b"/>
            <a:pathLst>
              <a:path w="54" h="1853">
                <a:moveTo>
                  <a:pt x="0" y="0"/>
                </a:moveTo>
                <a:lnTo>
                  <a:pt x="54" y="0"/>
                </a:lnTo>
                <a:lnTo>
                  <a:pt x="54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1752480" y="2081160"/>
            <a:ext cx="1593360" cy="103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UGC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1752480" y="3161160"/>
            <a:ext cx="3158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Để khách hàng kể chuyện thay thương hiệu.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1924200" y="3677400"/>
            <a:ext cx="1115172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Một nội dung do khách hàng tự quay có sức thuyết phục mà không ngân sách quảng cáo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1924200" y="4010760"/>
            <a:ext cx="18860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nào mua được.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1749960" y="1845720"/>
            <a:ext cx="739080" cy="261360"/>
          </a:xfrm>
          <a:custGeom>
            <a:avLst/>
            <a:gdLst/>
            <a:ahLst/>
            <a:rect l="0" t="0" r="r" b="b"/>
            <a:pathLst>
              <a:path w="2053" h="726">
                <a:moveTo>
                  <a:pt x="15" y="624"/>
                </a:moveTo>
                <a:lnTo>
                  <a:pt x="0" y="173"/>
                </a:lnTo>
                <a:cubicBezTo>
                  <a:pt x="-1" y="159"/>
                  <a:pt x="1" y="146"/>
                  <a:pt x="6" y="133"/>
                </a:cubicBezTo>
                <a:cubicBezTo>
                  <a:pt x="11" y="120"/>
                  <a:pt x="18" y="108"/>
                  <a:pt x="28" y="98"/>
                </a:cubicBezTo>
                <a:cubicBezTo>
                  <a:pt x="38" y="87"/>
                  <a:pt x="49" y="79"/>
                  <a:pt x="62" y="73"/>
                </a:cubicBezTo>
                <a:cubicBezTo>
                  <a:pt x="74" y="68"/>
                  <a:pt x="88" y="64"/>
                  <a:pt x="102" y="64"/>
                </a:cubicBezTo>
                <a:lnTo>
                  <a:pt x="1927" y="0"/>
                </a:lnTo>
                <a:cubicBezTo>
                  <a:pt x="1941" y="0"/>
                  <a:pt x="1955" y="2"/>
                  <a:pt x="1968" y="7"/>
                </a:cubicBezTo>
                <a:cubicBezTo>
                  <a:pt x="1981" y="12"/>
                  <a:pt x="1993" y="19"/>
                  <a:pt x="2003" y="29"/>
                </a:cubicBezTo>
                <a:cubicBezTo>
                  <a:pt x="2013" y="38"/>
                  <a:pt x="2021" y="49"/>
                  <a:pt x="2027" y="62"/>
                </a:cubicBezTo>
                <a:cubicBezTo>
                  <a:pt x="2033" y="75"/>
                  <a:pt x="2036" y="88"/>
                  <a:pt x="2037" y="102"/>
                </a:cubicBezTo>
                <a:lnTo>
                  <a:pt x="2052" y="553"/>
                </a:lnTo>
                <a:cubicBezTo>
                  <a:pt x="2053" y="567"/>
                  <a:pt x="2051" y="580"/>
                  <a:pt x="2046" y="594"/>
                </a:cubicBezTo>
                <a:cubicBezTo>
                  <a:pt x="2041" y="607"/>
                  <a:pt x="2034" y="618"/>
                  <a:pt x="2024" y="629"/>
                </a:cubicBezTo>
                <a:cubicBezTo>
                  <a:pt x="2015" y="639"/>
                  <a:pt x="2003" y="647"/>
                  <a:pt x="1991" y="653"/>
                </a:cubicBezTo>
                <a:cubicBezTo>
                  <a:pt x="1978" y="659"/>
                  <a:pt x="1964" y="662"/>
                  <a:pt x="1950" y="662"/>
                </a:cubicBezTo>
                <a:lnTo>
                  <a:pt x="125" y="726"/>
                </a:lnTo>
                <a:cubicBezTo>
                  <a:pt x="111" y="727"/>
                  <a:pt x="97" y="724"/>
                  <a:pt x="84" y="719"/>
                </a:cubicBezTo>
                <a:cubicBezTo>
                  <a:pt x="71" y="714"/>
                  <a:pt x="59" y="707"/>
                  <a:pt x="49" y="698"/>
                </a:cubicBezTo>
                <a:cubicBezTo>
                  <a:pt x="39" y="688"/>
                  <a:pt x="31" y="677"/>
                  <a:pt x="25" y="664"/>
                </a:cubicBezTo>
                <a:cubicBezTo>
                  <a:pt x="19" y="651"/>
                  <a:pt x="16" y="638"/>
                  <a:pt x="15" y="624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2884320" y="8525520"/>
            <a:ext cx="266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Ẩ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 rot="21480000">
            <a:off x="1847520" y="1876680"/>
            <a:ext cx="547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06 / UGC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1752480" y="-46800"/>
            <a:ext cx="38534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MÓN QUÀ ẨN (HIDDEN MENU)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9540360" y="3382200"/>
            <a:ext cx="2050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Ảnh/video UGC thật từ khách hàng.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1752480" y="4257360"/>
            <a:ext cx="2324520" cy="1638720"/>
          </a:xfrm>
          <a:custGeom>
            <a:avLst/>
            <a:gdLst/>
            <a:ahLst/>
            <a:rect l="0" t="0" r="r" b="b"/>
            <a:pathLst>
              <a:path w="6457" h="4552">
                <a:moveTo>
                  <a:pt x="0" y="444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351" y="0"/>
                </a:lnTo>
                <a:cubicBezTo>
                  <a:pt x="6365" y="0"/>
                  <a:pt x="6378" y="3"/>
                  <a:pt x="6391" y="8"/>
                </a:cubicBezTo>
                <a:cubicBezTo>
                  <a:pt x="6404" y="14"/>
                  <a:pt x="6416" y="21"/>
                  <a:pt x="6426" y="31"/>
                </a:cubicBezTo>
                <a:cubicBezTo>
                  <a:pt x="6436" y="41"/>
                  <a:pt x="6443" y="53"/>
                  <a:pt x="6449" y="66"/>
                </a:cubicBezTo>
                <a:cubicBezTo>
                  <a:pt x="6454" y="79"/>
                  <a:pt x="6457" y="92"/>
                  <a:pt x="6457" y="106"/>
                </a:cubicBezTo>
                <a:lnTo>
                  <a:pt x="6457" y="4446"/>
                </a:lnTo>
                <a:cubicBezTo>
                  <a:pt x="6457" y="4460"/>
                  <a:pt x="6454" y="4474"/>
                  <a:pt x="6449" y="4487"/>
                </a:cubicBezTo>
                <a:cubicBezTo>
                  <a:pt x="6443" y="4500"/>
                  <a:pt x="6436" y="4511"/>
                  <a:pt x="6426" y="4521"/>
                </a:cubicBezTo>
                <a:cubicBezTo>
                  <a:pt x="6416" y="4531"/>
                  <a:pt x="6404" y="4539"/>
                  <a:pt x="6391" y="4544"/>
                </a:cubicBezTo>
                <a:cubicBezTo>
                  <a:pt x="6378" y="4549"/>
                  <a:pt x="6365" y="4552"/>
                  <a:pt x="6351" y="4552"/>
                </a:cubicBezTo>
                <a:lnTo>
                  <a:pt x="106" y="4552"/>
                </a:lnTo>
                <a:cubicBezTo>
                  <a:pt x="92" y="4552"/>
                  <a:pt x="78" y="4549"/>
                  <a:pt x="65" y="4544"/>
                </a:cubicBezTo>
                <a:cubicBezTo>
                  <a:pt x="52" y="4539"/>
                  <a:pt x="41" y="4531"/>
                  <a:pt x="31" y="4521"/>
                </a:cubicBezTo>
                <a:cubicBezTo>
                  <a:pt x="21" y="4511"/>
                  <a:pt x="13" y="4500"/>
                  <a:pt x="8" y="4487"/>
                </a:cubicBezTo>
                <a:cubicBezTo>
                  <a:pt x="3" y="4474"/>
                  <a:pt x="0" y="4460"/>
                  <a:pt x="0" y="444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1752480" y="3913200"/>
            <a:ext cx="538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Cơ chế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920240" y="4428000"/>
            <a:ext cx="174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920240" y="4732920"/>
            <a:ext cx="1798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Đặt một món không xuất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1920240" y="4989960"/>
            <a:ext cx="1660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hiện trên menu, chỉ gọi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1920240" y="5237640"/>
            <a:ext cx="1715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được bằng một câu mật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4381200" y="4257360"/>
            <a:ext cx="2324520" cy="1638720"/>
          </a:xfrm>
          <a:custGeom>
            <a:avLst/>
            <a:gdLst/>
            <a:ahLst/>
            <a:rect l="0" t="0" r="r" b="b"/>
            <a:pathLst>
              <a:path w="6457" h="4552">
                <a:moveTo>
                  <a:pt x="0" y="444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6351" y="0"/>
                </a:lnTo>
                <a:cubicBezTo>
                  <a:pt x="6365" y="0"/>
                  <a:pt x="6379" y="3"/>
                  <a:pt x="6392" y="8"/>
                </a:cubicBezTo>
                <a:cubicBezTo>
                  <a:pt x="6405" y="14"/>
                  <a:pt x="6416" y="21"/>
                  <a:pt x="6426" y="31"/>
                </a:cubicBezTo>
                <a:cubicBezTo>
                  <a:pt x="6436" y="41"/>
                  <a:pt x="6444" y="53"/>
                  <a:pt x="6449" y="66"/>
                </a:cubicBezTo>
                <a:cubicBezTo>
                  <a:pt x="6454" y="79"/>
                  <a:pt x="6457" y="92"/>
                  <a:pt x="6457" y="106"/>
                </a:cubicBezTo>
                <a:lnTo>
                  <a:pt x="6457" y="4446"/>
                </a:lnTo>
                <a:cubicBezTo>
                  <a:pt x="6457" y="4460"/>
                  <a:pt x="6454" y="4474"/>
                  <a:pt x="6449" y="4487"/>
                </a:cubicBezTo>
                <a:cubicBezTo>
                  <a:pt x="6444" y="4500"/>
                  <a:pt x="6436" y="4511"/>
                  <a:pt x="6426" y="4521"/>
                </a:cubicBezTo>
                <a:cubicBezTo>
                  <a:pt x="6416" y="4531"/>
                  <a:pt x="6405" y="4539"/>
                  <a:pt x="6392" y="4544"/>
                </a:cubicBezTo>
                <a:cubicBezTo>
                  <a:pt x="6379" y="4549"/>
                  <a:pt x="6365" y="4552"/>
                  <a:pt x="6351" y="4552"/>
                </a:cubicBezTo>
                <a:lnTo>
                  <a:pt x="106" y="4552"/>
                </a:lnTo>
                <a:cubicBezTo>
                  <a:pt x="92" y="4552"/>
                  <a:pt x="79" y="4549"/>
                  <a:pt x="66" y="4544"/>
                </a:cubicBezTo>
                <a:cubicBezTo>
                  <a:pt x="53" y="4539"/>
                  <a:pt x="41" y="4531"/>
                  <a:pt x="31" y="4521"/>
                </a:cubicBezTo>
                <a:cubicBezTo>
                  <a:pt x="21" y="4511"/>
                  <a:pt x="14" y="4500"/>
                  <a:pt x="8" y="4487"/>
                </a:cubicBezTo>
                <a:cubicBezTo>
                  <a:pt x="3" y="4474"/>
                  <a:pt x="0" y="4460"/>
                  <a:pt x="0" y="444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1920240" y="5495040"/>
            <a:ext cx="395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khẩu.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4548960" y="4428000"/>
            <a:ext cx="174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02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4548960" y="4732920"/>
            <a:ext cx="1788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Câu mật khẩu được hé lộ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4548960" y="4989960"/>
            <a:ext cx="1768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nhỏ giọt qua short-video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7010280" y="4257360"/>
            <a:ext cx="2324520" cy="1638720"/>
          </a:xfrm>
          <a:custGeom>
            <a:avLst/>
            <a:gdLst/>
            <a:ahLst/>
            <a:rect l="0" t="0" r="r" b="b"/>
            <a:pathLst>
              <a:path w="6457" h="4552">
                <a:moveTo>
                  <a:pt x="0" y="444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351" y="0"/>
                </a:lnTo>
                <a:cubicBezTo>
                  <a:pt x="6365" y="0"/>
                  <a:pt x="6378" y="3"/>
                  <a:pt x="6391" y="8"/>
                </a:cubicBezTo>
                <a:cubicBezTo>
                  <a:pt x="6404" y="14"/>
                  <a:pt x="6416" y="21"/>
                  <a:pt x="6426" y="31"/>
                </a:cubicBezTo>
                <a:cubicBezTo>
                  <a:pt x="6436" y="41"/>
                  <a:pt x="6443" y="53"/>
                  <a:pt x="6449" y="66"/>
                </a:cubicBezTo>
                <a:cubicBezTo>
                  <a:pt x="6454" y="79"/>
                  <a:pt x="6457" y="92"/>
                  <a:pt x="6457" y="106"/>
                </a:cubicBezTo>
                <a:lnTo>
                  <a:pt x="6457" y="4446"/>
                </a:lnTo>
                <a:cubicBezTo>
                  <a:pt x="6457" y="4460"/>
                  <a:pt x="6454" y="4474"/>
                  <a:pt x="6449" y="4487"/>
                </a:cubicBezTo>
                <a:cubicBezTo>
                  <a:pt x="6443" y="4500"/>
                  <a:pt x="6436" y="4511"/>
                  <a:pt x="6426" y="4521"/>
                </a:cubicBezTo>
                <a:cubicBezTo>
                  <a:pt x="6416" y="4531"/>
                  <a:pt x="6404" y="4539"/>
                  <a:pt x="6391" y="4544"/>
                </a:cubicBezTo>
                <a:cubicBezTo>
                  <a:pt x="6378" y="4549"/>
                  <a:pt x="6365" y="4552"/>
                  <a:pt x="6351" y="4552"/>
                </a:cubicBezTo>
                <a:lnTo>
                  <a:pt x="106" y="4552"/>
                </a:lnTo>
                <a:cubicBezTo>
                  <a:pt x="92" y="4552"/>
                  <a:pt x="78" y="4549"/>
                  <a:pt x="65" y="4544"/>
                </a:cubicBezTo>
                <a:cubicBezTo>
                  <a:pt x="52" y="4539"/>
                  <a:pt x="41" y="4531"/>
                  <a:pt x="31" y="4521"/>
                </a:cubicBezTo>
                <a:cubicBezTo>
                  <a:pt x="21" y="4511"/>
                  <a:pt x="13" y="4500"/>
                  <a:pt x="8" y="4487"/>
                </a:cubicBezTo>
                <a:cubicBezTo>
                  <a:pt x="3" y="4474"/>
                  <a:pt x="0" y="4460"/>
                  <a:pt x="0" y="444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4548960" y="5237640"/>
            <a:ext cx="1278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trên TikTok/Reels.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7178040" y="4428000"/>
            <a:ext cx="174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7178040" y="4732920"/>
            <a:ext cx="1617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Khách quay lại khoảnh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7178040" y="4989960"/>
            <a:ext cx="1931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khắc gọi món và nhận quà,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9639000" y="4257360"/>
            <a:ext cx="2324520" cy="1638720"/>
          </a:xfrm>
          <a:custGeom>
            <a:avLst/>
            <a:gdLst/>
            <a:ahLst/>
            <a:rect l="0" t="0" r="r" b="b"/>
            <a:pathLst>
              <a:path w="6457" h="4552">
                <a:moveTo>
                  <a:pt x="0" y="444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6351" y="0"/>
                </a:lnTo>
                <a:cubicBezTo>
                  <a:pt x="6365" y="0"/>
                  <a:pt x="6379" y="3"/>
                  <a:pt x="6392" y="8"/>
                </a:cubicBezTo>
                <a:cubicBezTo>
                  <a:pt x="6405" y="14"/>
                  <a:pt x="6416" y="21"/>
                  <a:pt x="6426" y="31"/>
                </a:cubicBezTo>
                <a:cubicBezTo>
                  <a:pt x="6436" y="41"/>
                  <a:pt x="6444" y="53"/>
                  <a:pt x="6449" y="66"/>
                </a:cubicBezTo>
                <a:cubicBezTo>
                  <a:pt x="6454" y="79"/>
                  <a:pt x="6457" y="92"/>
                  <a:pt x="6457" y="106"/>
                </a:cubicBezTo>
                <a:lnTo>
                  <a:pt x="6457" y="4446"/>
                </a:lnTo>
                <a:cubicBezTo>
                  <a:pt x="6457" y="4460"/>
                  <a:pt x="6454" y="4474"/>
                  <a:pt x="6449" y="4487"/>
                </a:cubicBezTo>
                <a:cubicBezTo>
                  <a:pt x="6444" y="4500"/>
                  <a:pt x="6436" y="4511"/>
                  <a:pt x="6426" y="4521"/>
                </a:cubicBezTo>
                <a:cubicBezTo>
                  <a:pt x="6416" y="4531"/>
                  <a:pt x="6405" y="4539"/>
                  <a:pt x="6392" y="4544"/>
                </a:cubicBezTo>
                <a:cubicBezTo>
                  <a:pt x="6379" y="4549"/>
                  <a:pt x="6365" y="4552"/>
                  <a:pt x="6351" y="4552"/>
                </a:cubicBezTo>
                <a:lnTo>
                  <a:pt x="106" y="4552"/>
                </a:lnTo>
                <a:cubicBezTo>
                  <a:pt x="92" y="4552"/>
                  <a:pt x="79" y="4549"/>
                  <a:pt x="66" y="4544"/>
                </a:cubicBezTo>
                <a:cubicBezTo>
                  <a:pt x="53" y="4539"/>
                  <a:pt x="41" y="4531"/>
                  <a:pt x="31" y="4521"/>
                </a:cubicBezTo>
                <a:cubicBezTo>
                  <a:pt x="21" y="4511"/>
                  <a:pt x="14" y="4500"/>
                  <a:pt x="8" y="4487"/>
                </a:cubicBezTo>
                <a:cubicBezTo>
                  <a:pt x="3" y="4474"/>
                  <a:pt x="0" y="4460"/>
                  <a:pt x="0" y="4446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7178040" y="5237640"/>
            <a:ext cx="1701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gắn hashtag chiến dịch.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9806760" y="4428000"/>
            <a:ext cx="174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04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9806760" y="4732920"/>
            <a:ext cx="1925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Nội dung khách quay được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9806760" y="4989960"/>
            <a:ext cx="1942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chọn lọc đăng lại trên kênh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9806760" y="5237640"/>
            <a:ext cx="801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chính thức.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1752480" y="6553080"/>
            <a:ext cx="3200760" cy="1200600"/>
          </a:xfrm>
          <a:custGeom>
            <a:avLst/>
            <a:gdLst/>
            <a:ahLst/>
            <a:rect l="0" t="0" r="r" b="b"/>
            <a:pathLst>
              <a:path w="8891" h="3335">
                <a:moveTo>
                  <a:pt x="0" y="32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3"/>
                  <a:pt x="8825" y="8"/>
                </a:cubicBezTo>
                <a:cubicBezTo>
                  <a:pt x="8838" y="13"/>
                  <a:pt x="8850" y="21"/>
                  <a:pt x="8860" y="31"/>
                </a:cubicBezTo>
                <a:cubicBezTo>
                  <a:pt x="8870" y="41"/>
                  <a:pt x="8877" y="52"/>
                  <a:pt x="8883" y="65"/>
                </a:cubicBezTo>
                <a:cubicBezTo>
                  <a:pt x="8888" y="78"/>
                  <a:pt x="8891" y="92"/>
                  <a:pt x="8891" y="106"/>
                </a:cubicBezTo>
                <a:lnTo>
                  <a:pt x="8891" y="3229"/>
                </a:lnTo>
                <a:cubicBezTo>
                  <a:pt x="8891" y="3243"/>
                  <a:pt x="8888" y="3256"/>
                  <a:pt x="8883" y="3269"/>
                </a:cubicBezTo>
                <a:cubicBezTo>
                  <a:pt x="8877" y="3282"/>
                  <a:pt x="8870" y="3294"/>
                  <a:pt x="8860" y="3304"/>
                </a:cubicBezTo>
                <a:cubicBezTo>
                  <a:pt x="8850" y="3313"/>
                  <a:pt x="8838" y="3321"/>
                  <a:pt x="8825" y="3326"/>
                </a:cubicBezTo>
                <a:cubicBezTo>
                  <a:pt x="8813" y="3332"/>
                  <a:pt x="8799" y="3335"/>
                  <a:pt x="8785" y="3335"/>
                </a:cubicBezTo>
                <a:lnTo>
                  <a:pt x="106" y="3335"/>
                </a:lnTo>
                <a:cubicBezTo>
                  <a:pt x="92" y="3335"/>
                  <a:pt x="78" y="3332"/>
                  <a:pt x="65" y="3326"/>
                </a:cubicBezTo>
                <a:cubicBezTo>
                  <a:pt x="52" y="3321"/>
                  <a:pt x="41" y="3313"/>
                  <a:pt x="31" y="3304"/>
                </a:cubicBezTo>
                <a:cubicBezTo>
                  <a:pt x="21" y="3294"/>
                  <a:pt x="13" y="3282"/>
                  <a:pt x="8" y="3269"/>
                </a:cubicBezTo>
                <a:cubicBezTo>
                  <a:pt x="3" y="3256"/>
                  <a:pt x="0" y="3243"/>
                  <a:pt x="0" y="3229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1752480" y="6218280"/>
            <a:ext cx="1261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Thang nội dung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1920240" y="6739920"/>
            <a:ext cx="72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Seeding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1920240" y="7104600"/>
            <a:ext cx="2672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Short-video hé lộ, tạo tò mò trước khi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5257440" y="6553080"/>
            <a:ext cx="3200760" cy="1200600"/>
          </a:xfrm>
          <a:custGeom>
            <a:avLst/>
            <a:gdLst/>
            <a:ahLst/>
            <a:rect l="0" t="0" r="r" b="b"/>
            <a:pathLst>
              <a:path w="8891" h="3335">
                <a:moveTo>
                  <a:pt x="0" y="3229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8786" y="0"/>
                </a:lnTo>
                <a:cubicBezTo>
                  <a:pt x="8800" y="0"/>
                  <a:pt x="8813" y="3"/>
                  <a:pt x="8826" y="8"/>
                </a:cubicBezTo>
                <a:cubicBezTo>
                  <a:pt x="8839" y="13"/>
                  <a:pt x="8851" y="21"/>
                  <a:pt x="8861" y="31"/>
                </a:cubicBezTo>
                <a:cubicBezTo>
                  <a:pt x="8870" y="41"/>
                  <a:pt x="8878" y="52"/>
                  <a:pt x="8883" y="65"/>
                </a:cubicBezTo>
                <a:cubicBezTo>
                  <a:pt x="8889" y="78"/>
                  <a:pt x="8891" y="92"/>
                  <a:pt x="8891" y="106"/>
                </a:cubicBezTo>
                <a:lnTo>
                  <a:pt x="8891" y="3229"/>
                </a:lnTo>
                <a:cubicBezTo>
                  <a:pt x="8891" y="3243"/>
                  <a:pt x="8889" y="3256"/>
                  <a:pt x="8883" y="3269"/>
                </a:cubicBezTo>
                <a:cubicBezTo>
                  <a:pt x="8878" y="3282"/>
                  <a:pt x="8870" y="3294"/>
                  <a:pt x="8861" y="3304"/>
                </a:cubicBezTo>
                <a:cubicBezTo>
                  <a:pt x="8851" y="3313"/>
                  <a:pt x="8839" y="3321"/>
                  <a:pt x="8826" y="3326"/>
                </a:cubicBezTo>
                <a:cubicBezTo>
                  <a:pt x="8813" y="3332"/>
                  <a:pt x="8800" y="3335"/>
                  <a:pt x="8786" y="3335"/>
                </a:cubicBezTo>
                <a:lnTo>
                  <a:pt x="106" y="3335"/>
                </a:lnTo>
                <a:cubicBezTo>
                  <a:pt x="92" y="3335"/>
                  <a:pt x="79" y="3332"/>
                  <a:pt x="66" y="3326"/>
                </a:cubicBezTo>
                <a:cubicBezTo>
                  <a:pt x="53" y="3321"/>
                  <a:pt x="41" y="3313"/>
                  <a:pt x="31" y="3304"/>
                </a:cubicBezTo>
                <a:cubicBezTo>
                  <a:pt x="22" y="3294"/>
                  <a:pt x="14" y="3282"/>
                  <a:pt x="9" y="3269"/>
                </a:cubicBezTo>
                <a:cubicBezTo>
                  <a:pt x="3" y="3256"/>
                  <a:pt x="0" y="3243"/>
                  <a:pt x="0" y="3229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1920240" y="7352280"/>
            <a:ext cx="619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công bố.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5425560" y="6739920"/>
            <a:ext cx="834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Kích hoạt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5425560" y="7104600"/>
            <a:ext cx="2503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Hướng dẫn cách tham gia trong 15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8762760" y="6553080"/>
            <a:ext cx="3200760" cy="1200600"/>
          </a:xfrm>
          <a:custGeom>
            <a:avLst/>
            <a:gdLst/>
            <a:ahLst/>
            <a:rect l="0" t="0" r="r" b="b"/>
            <a:pathLst>
              <a:path w="8891" h="3335">
                <a:moveTo>
                  <a:pt x="0" y="32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3"/>
                  <a:pt x="8826" y="8"/>
                </a:cubicBezTo>
                <a:cubicBezTo>
                  <a:pt x="8839" y="13"/>
                  <a:pt x="8850" y="21"/>
                  <a:pt x="8860" y="31"/>
                </a:cubicBezTo>
                <a:cubicBezTo>
                  <a:pt x="8870" y="41"/>
                  <a:pt x="8878" y="52"/>
                  <a:pt x="8883" y="65"/>
                </a:cubicBezTo>
                <a:cubicBezTo>
                  <a:pt x="8888" y="78"/>
                  <a:pt x="8891" y="92"/>
                  <a:pt x="8891" y="106"/>
                </a:cubicBezTo>
                <a:lnTo>
                  <a:pt x="8891" y="3229"/>
                </a:lnTo>
                <a:cubicBezTo>
                  <a:pt x="8891" y="3243"/>
                  <a:pt x="8888" y="3256"/>
                  <a:pt x="8883" y="3269"/>
                </a:cubicBezTo>
                <a:cubicBezTo>
                  <a:pt x="8878" y="3282"/>
                  <a:pt x="8870" y="3294"/>
                  <a:pt x="8860" y="3304"/>
                </a:cubicBezTo>
                <a:cubicBezTo>
                  <a:pt x="8850" y="3313"/>
                  <a:pt x="8839" y="3321"/>
                  <a:pt x="8826" y="3326"/>
                </a:cubicBezTo>
                <a:cubicBezTo>
                  <a:pt x="8813" y="3332"/>
                  <a:pt x="8799" y="3335"/>
                  <a:pt x="8785" y="3335"/>
                </a:cubicBezTo>
                <a:lnTo>
                  <a:pt x="106" y="3335"/>
                </a:lnTo>
                <a:cubicBezTo>
                  <a:pt x="92" y="3335"/>
                  <a:pt x="78" y="3332"/>
                  <a:pt x="65" y="3326"/>
                </a:cubicBezTo>
                <a:cubicBezTo>
                  <a:pt x="53" y="3321"/>
                  <a:pt x="41" y="3313"/>
                  <a:pt x="31" y="3304"/>
                </a:cubicBezTo>
                <a:cubicBezTo>
                  <a:pt x="21" y="3294"/>
                  <a:pt x="14" y="3282"/>
                  <a:pt x="8" y="3269"/>
                </a:cubicBezTo>
                <a:cubicBezTo>
                  <a:pt x="3" y="3256"/>
                  <a:pt x="0" y="3243"/>
                  <a:pt x="0" y="3229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5425560" y="7352280"/>
            <a:ext cx="1821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giây, đủ đơn giản để nhớ.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8930520" y="6739920"/>
            <a:ext cx="992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Khuếch đại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8930520" y="7104600"/>
            <a:ext cx="2756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Đăng lại nội dung khách quay, gắn tên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5205960" y="18720"/>
            <a:ext cx="456120" cy="257760"/>
          </a:xfrm>
          <a:custGeom>
            <a:avLst/>
            <a:gdLst/>
            <a:ahLst/>
            <a:rect l="0" t="0" r="r" b="b"/>
            <a:pathLst>
              <a:path w="1267" h="716">
                <a:moveTo>
                  <a:pt x="0" y="551"/>
                </a:moveTo>
                <a:lnTo>
                  <a:pt x="24" y="101"/>
                </a:lnTo>
                <a:cubicBezTo>
                  <a:pt x="24" y="87"/>
                  <a:pt x="28" y="73"/>
                  <a:pt x="34" y="60"/>
                </a:cubicBezTo>
                <a:cubicBezTo>
                  <a:pt x="40" y="48"/>
                  <a:pt x="48" y="37"/>
                  <a:pt x="59" y="27"/>
                </a:cubicBezTo>
                <a:cubicBezTo>
                  <a:pt x="69" y="18"/>
                  <a:pt x="81" y="11"/>
                  <a:pt x="95" y="6"/>
                </a:cubicBezTo>
                <a:cubicBezTo>
                  <a:pt x="108" y="2"/>
                  <a:pt x="122" y="0"/>
                  <a:pt x="136" y="0"/>
                </a:cubicBezTo>
                <a:lnTo>
                  <a:pt x="1166" y="54"/>
                </a:lnTo>
                <a:cubicBezTo>
                  <a:pt x="1180" y="55"/>
                  <a:pt x="1194" y="58"/>
                  <a:pt x="1206" y="65"/>
                </a:cubicBezTo>
                <a:cubicBezTo>
                  <a:pt x="1219" y="71"/>
                  <a:pt x="1230" y="79"/>
                  <a:pt x="1239" y="89"/>
                </a:cubicBezTo>
                <a:cubicBezTo>
                  <a:pt x="1249" y="100"/>
                  <a:pt x="1256" y="112"/>
                  <a:pt x="1261" y="125"/>
                </a:cubicBezTo>
                <a:cubicBezTo>
                  <a:pt x="1265" y="138"/>
                  <a:pt x="1267" y="152"/>
                  <a:pt x="1267" y="166"/>
                </a:cubicBezTo>
                <a:lnTo>
                  <a:pt x="1243" y="616"/>
                </a:lnTo>
                <a:cubicBezTo>
                  <a:pt x="1242" y="630"/>
                  <a:pt x="1239" y="643"/>
                  <a:pt x="1233" y="656"/>
                </a:cubicBezTo>
                <a:cubicBezTo>
                  <a:pt x="1227" y="668"/>
                  <a:pt x="1219" y="679"/>
                  <a:pt x="1208" y="689"/>
                </a:cubicBezTo>
                <a:cubicBezTo>
                  <a:pt x="1198" y="698"/>
                  <a:pt x="1186" y="705"/>
                  <a:pt x="1173" y="710"/>
                </a:cubicBezTo>
                <a:cubicBezTo>
                  <a:pt x="1159" y="715"/>
                  <a:pt x="1146" y="717"/>
                  <a:pt x="1132" y="716"/>
                </a:cubicBezTo>
                <a:lnTo>
                  <a:pt x="101" y="662"/>
                </a:lnTo>
                <a:cubicBezTo>
                  <a:pt x="86" y="661"/>
                  <a:pt x="73" y="658"/>
                  <a:pt x="60" y="652"/>
                </a:cubicBezTo>
                <a:cubicBezTo>
                  <a:pt x="48" y="646"/>
                  <a:pt x="37" y="637"/>
                  <a:pt x="27" y="627"/>
                </a:cubicBezTo>
                <a:cubicBezTo>
                  <a:pt x="18" y="617"/>
                  <a:pt x="11" y="605"/>
                  <a:pt x="6" y="592"/>
                </a:cubicBezTo>
                <a:cubicBezTo>
                  <a:pt x="1" y="578"/>
                  <a:pt x="-1" y="565"/>
                  <a:pt x="0" y="551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8930520" y="7352280"/>
            <a:ext cx="736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người tạo.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740240" y="480240"/>
            <a:ext cx="6415920" cy="1106280"/>
          </a:xfrm>
          <a:custGeom>
            <a:avLst/>
            <a:gdLst/>
            <a:ahLst/>
            <a:rect l="0" t="0" r="r" b="b"/>
            <a:pathLst>
              <a:path w="17822" h="3073">
                <a:moveTo>
                  <a:pt x="79" y="2971"/>
                </a:moveTo>
                <a:lnTo>
                  <a:pt x="0" y="723"/>
                </a:lnTo>
                <a:cubicBezTo>
                  <a:pt x="0" y="709"/>
                  <a:pt x="2" y="695"/>
                  <a:pt x="7" y="682"/>
                </a:cubicBezTo>
                <a:cubicBezTo>
                  <a:pt x="12" y="669"/>
                  <a:pt x="19" y="657"/>
                  <a:pt x="28" y="647"/>
                </a:cubicBezTo>
                <a:cubicBezTo>
                  <a:pt x="38" y="637"/>
                  <a:pt x="49" y="629"/>
                  <a:pt x="62" y="623"/>
                </a:cubicBezTo>
                <a:cubicBezTo>
                  <a:pt x="75" y="617"/>
                  <a:pt x="88" y="614"/>
                  <a:pt x="102" y="614"/>
                </a:cubicBezTo>
                <a:lnTo>
                  <a:pt x="17634" y="0"/>
                </a:lnTo>
                <a:cubicBezTo>
                  <a:pt x="17648" y="0"/>
                  <a:pt x="17662" y="2"/>
                  <a:pt x="17675" y="7"/>
                </a:cubicBezTo>
                <a:cubicBezTo>
                  <a:pt x="17688" y="12"/>
                  <a:pt x="17700" y="19"/>
                  <a:pt x="17710" y="29"/>
                </a:cubicBezTo>
                <a:cubicBezTo>
                  <a:pt x="17720" y="38"/>
                  <a:pt x="17729" y="49"/>
                  <a:pt x="17734" y="62"/>
                </a:cubicBezTo>
                <a:cubicBezTo>
                  <a:pt x="17740" y="75"/>
                  <a:pt x="17743" y="88"/>
                  <a:pt x="17744" y="102"/>
                </a:cubicBezTo>
                <a:lnTo>
                  <a:pt x="17822" y="2351"/>
                </a:lnTo>
                <a:cubicBezTo>
                  <a:pt x="17823" y="2365"/>
                  <a:pt x="17821" y="2379"/>
                  <a:pt x="17816" y="2392"/>
                </a:cubicBezTo>
                <a:cubicBezTo>
                  <a:pt x="17811" y="2405"/>
                  <a:pt x="17804" y="2417"/>
                  <a:pt x="17794" y="2427"/>
                </a:cubicBezTo>
                <a:cubicBezTo>
                  <a:pt x="17784" y="2437"/>
                  <a:pt x="17773" y="2445"/>
                  <a:pt x="17760" y="2451"/>
                </a:cubicBezTo>
                <a:cubicBezTo>
                  <a:pt x="17748" y="2457"/>
                  <a:pt x="17734" y="2460"/>
                  <a:pt x="17720" y="2460"/>
                </a:cubicBezTo>
                <a:lnTo>
                  <a:pt x="188" y="3073"/>
                </a:lnTo>
                <a:cubicBezTo>
                  <a:pt x="174" y="3073"/>
                  <a:pt x="160" y="3071"/>
                  <a:pt x="147" y="3066"/>
                </a:cubicBezTo>
                <a:cubicBezTo>
                  <a:pt x="134" y="3061"/>
                  <a:pt x="122" y="3054"/>
                  <a:pt x="112" y="3044"/>
                </a:cubicBezTo>
                <a:cubicBezTo>
                  <a:pt x="102" y="3035"/>
                  <a:pt x="94" y="3024"/>
                  <a:pt x="88" y="3011"/>
                </a:cubicBezTo>
                <a:cubicBezTo>
                  <a:pt x="82" y="2998"/>
                  <a:pt x="79" y="2985"/>
                  <a:pt x="79" y="2971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 rot="180000">
            <a:off x="5305680" y="47880"/>
            <a:ext cx="252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F&amp;B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 rot="21480000">
            <a:off x="1938600" y="802080"/>
            <a:ext cx="5816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Khách mua "nội dung" để chia sẻ và quyết định trong 3 giây đầu; một món không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8404200" y="551160"/>
            <a:ext cx="2460600" cy="2726640"/>
          </a:xfrm>
          <a:custGeom>
            <a:avLst/>
            <a:gdLst/>
            <a:ahLst/>
            <a:rect l="0" t="0" r="r" b="b"/>
            <a:pathLst>
              <a:path w="6835" h="7574">
                <a:moveTo>
                  <a:pt x="250" y="7472"/>
                </a:moveTo>
                <a:lnTo>
                  <a:pt x="0" y="332"/>
                </a:lnTo>
                <a:cubicBezTo>
                  <a:pt x="0" y="318"/>
                  <a:pt x="2" y="304"/>
                  <a:pt x="7" y="291"/>
                </a:cubicBezTo>
                <a:cubicBezTo>
                  <a:pt x="12" y="278"/>
                  <a:pt x="19" y="266"/>
                  <a:pt x="29" y="256"/>
                </a:cubicBezTo>
                <a:cubicBezTo>
                  <a:pt x="38" y="246"/>
                  <a:pt x="49" y="238"/>
                  <a:pt x="62" y="232"/>
                </a:cubicBezTo>
                <a:cubicBezTo>
                  <a:pt x="75" y="226"/>
                  <a:pt x="88" y="223"/>
                  <a:pt x="102" y="222"/>
                </a:cubicBezTo>
                <a:lnTo>
                  <a:pt x="6476" y="0"/>
                </a:lnTo>
                <a:cubicBezTo>
                  <a:pt x="6490" y="-1"/>
                  <a:pt x="6504" y="2"/>
                  <a:pt x="6517" y="7"/>
                </a:cubicBezTo>
                <a:cubicBezTo>
                  <a:pt x="6530" y="11"/>
                  <a:pt x="6542" y="19"/>
                  <a:pt x="6552" y="28"/>
                </a:cubicBezTo>
                <a:cubicBezTo>
                  <a:pt x="6562" y="38"/>
                  <a:pt x="6570" y="49"/>
                  <a:pt x="6576" y="62"/>
                </a:cubicBezTo>
                <a:cubicBezTo>
                  <a:pt x="6582" y="75"/>
                  <a:pt x="6585" y="88"/>
                  <a:pt x="6586" y="102"/>
                </a:cubicBezTo>
                <a:lnTo>
                  <a:pt x="6835" y="7242"/>
                </a:lnTo>
                <a:cubicBezTo>
                  <a:pt x="6835" y="7256"/>
                  <a:pt x="6833" y="7270"/>
                  <a:pt x="6828" y="7283"/>
                </a:cubicBezTo>
                <a:cubicBezTo>
                  <a:pt x="6823" y="7296"/>
                  <a:pt x="6816" y="7308"/>
                  <a:pt x="6806" y="7318"/>
                </a:cubicBezTo>
                <a:cubicBezTo>
                  <a:pt x="6797" y="7328"/>
                  <a:pt x="6786" y="7337"/>
                  <a:pt x="6773" y="7342"/>
                </a:cubicBezTo>
                <a:cubicBezTo>
                  <a:pt x="6760" y="7348"/>
                  <a:pt x="6747" y="7351"/>
                  <a:pt x="6733" y="7352"/>
                </a:cubicBezTo>
                <a:lnTo>
                  <a:pt x="359" y="7574"/>
                </a:lnTo>
                <a:cubicBezTo>
                  <a:pt x="345" y="7575"/>
                  <a:pt x="332" y="7573"/>
                  <a:pt x="318" y="7568"/>
                </a:cubicBezTo>
                <a:cubicBezTo>
                  <a:pt x="305" y="7563"/>
                  <a:pt x="294" y="7556"/>
                  <a:pt x="283" y="7546"/>
                </a:cubicBezTo>
                <a:cubicBezTo>
                  <a:pt x="273" y="7536"/>
                  <a:pt x="265" y="7525"/>
                  <a:pt x="259" y="7512"/>
                </a:cubicBezTo>
                <a:cubicBezTo>
                  <a:pt x="253" y="7500"/>
                  <a:pt x="250" y="7486"/>
                  <a:pt x="250" y="74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17" name="" descr=""/>
          <p:cNvPicPr/>
          <p:nvPr/>
        </p:nvPicPr>
        <p:blipFill>
          <a:blip r:embed="rId11"/>
          <a:stretch/>
        </p:blipFill>
        <p:spPr>
          <a:xfrm rot="21480000">
            <a:off x="8558280" y="704880"/>
            <a:ext cx="2142720" cy="2152440"/>
          </a:xfrm>
          <a:prstGeom prst="rect">
            <a:avLst/>
          </a:prstGeom>
          <a:ln w="0">
            <a:noFill/>
          </a:ln>
        </p:spPr>
      </p:pic>
      <p:sp>
        <p:nvSpPr>
          <p:cNvPr id="920" name=""/>
          <p:cNvSpPr/>
          <p:nvPr/>
        </p:nvSpPr>
        <p:spPr>
          <a:xfrm>
            <a:off x="8444160" y="3320640"/>
            <a:ext cx="1009800" cy="302400"/>
          </a:xfrm>
          <a:custGeom>
            <a:avLst/>
            <a:gdLst/>
            <a:ahLst/>
            <a:rect l="0" t="0" r="r" b="b"/>
            <a:pathLst>
              <a:path w="2805" h="840">
                <a:moveTo>
                  <a:pt x="31" y="741"/>
                </a:moveTo>
                <a:lnTo>
                  <a:pt x="0" y="291"/>
                </a:lnTo>
                <a:cubicBezTo>
                  <a:pt x="-1" y="277"/>
                  <a:pt x="1" y="264"/>
                  <a:pt x="5" y="251"/>
                </a:cubicBezTo>
                <a:cubicBezTo>
                  <a:pt x="10" y="237"/>
                  <a:pt x="16" y="225"/>
                  <a:pt x="26" y="215"/>
                </a:cubicBezTo>
                <a:cubicBezTo>
                  <a:pt x="35" y="204"/>
                  <a:pt x="46" y="196"/>
                  <a:pt x="58" y="189"/>
                </a:cubicBezTo>
                <a:cubicBezTo>
                  <a:pt x="71" y="183"/>
                  <a:pt x="84" y="180"/>
                  <a:pt x="98" y="179"/>
                </a:cubicBezTo>
                <a:lnTo>
                  <a:pt x="2659" y="0"/>
                </a:lnTo>
                <a:cubicBezTo>
                  <a:pt x="2673" y="-1"/>
                  <a:pt x="2687" y="0"/>
                  <a:pt x="2700" y="5"/>
                </a:cubicBezTo>
                <a:cubicBezTo>
                  <a:pt x="2714" y="9"/>
                  <a:pt x="2726" y="16"/>
                  <a:pt x="2736" y="25"/>
                </a:cubicBezTo>
                <a:cubicBezTo>
                  <a:pt x="2747" y="34"/>
                  <a:pt x="2755" y="45"/>
                  <a:pt x="2761" y="58"/>
                </a:cubicBezTo>
                <a:cubicBezTo>
                  <a:pt x="2768" y="70"/>
                  <a:pt x="2771" y="84"/>
                  <a:pt x="2772" y="98"/>
                </a:cubicBezTo>
                <a:lnTo>
                  <a:pt x="2804" y="547"/>
                </a:lnTo>
                <a:cubicBezTo>
                  <a:pt x="2805" y="561"/>
                  <a:pt x="2803" y="575"/>
                  <a:pt x="2798" y="588"/>
                </a:cubicBezTo>
                <a:cubicBezTo>
                  <a:pt x="2794" y="602"/>
                  <a:pt x="2787" y="614"/>
                  <a:pt x="2778" y="624"/>
                </a:cubicBezTo>
                <a:cubicBezTo>
                  <a:pt x="2769" y="635"/>
                  <a:pt x="2758" y="643"/>
                  <a:pt x="2745" y="649"/>
                </a:cubicBezTo>
                <a:cubicBezTo>
                  <a:pt x="2733" y="656"/>
                  <a:pt x="2719" y="659"/>
                  <a:pt x="2705" y="660"/>
                </a:cubicBezTo>
                <a:lnTo>
                  <a:pt x="144" y="839"/>
                </a:lnTo>
                <a:cubicBezTo>
                  <a:pt x="130" y="840"/>
                  <a:pt x="117" y="839"/>
                  <a:pt x="103" y="834"/>
                </a:cubicBezTo>
                <a:cubicBezTo>
                  <a:pt x="90" y="830"/>
                  <a:pt x="78" y="823"/>
                  <a:pt x="67" y="814"/>
                </a:cubicBezTo>
                <a:cubicBezTo>
                  <a:pt x="57" y="804"/>
                  <a:pt x="48" y="794"/>
                  <a:pt x="42" y="781"/>
                </a:cubicBezTo>
                <a:cubicBezTo>
                  <a:pt x="36" y="768"/>
                  <a:pt x="32" y="755"/>
                  <a:pt x="31" y="741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 rot="21480000">
            <a:off x="1947960" y="1096200"/>
            <a:ext cx="3164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có trên menu là cái cớ hoàn hảo để họ khoe.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 rot="21360000">
            <a:off x="8543160" y="336924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1761840" y="3485880"/>
            <a:ext cx="10192320" cy="1553040"/>
          </a:xfrm>
          <a:custGeom>
            <a:avLst/>
            <a:gdLst/>
            <a:ahLst/>
            <a:rect l="0" t="0" r="r" b="b"/>
            <a:pathLst>
              <a:path w="28312" h="4314">
                <a:moveTo>
                  <a:pt x="0" y="4235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8232" y="0"/>
                </a:lnTo>
                <a:cubicBezTo>
                  <a:pt x="28243" y="0"/>
                  <a:pt x="28253" y="2"/>
                  <a:pt x="28263" y="6"/>
                </a:cubicBezTo>
                <a:cubicBezTo>
                  <a:pt x="28272" y="10"/>
                  <a:pt x="28281" y="16"/>
                  <a:pt x="28288" y="23"/>
                </a:cubicBezTo>
                <a:cubicBezTo>
                  <a:pt x="28296" y="31"/>
                  <a:pt x="28302" y="39"/>
                  <a:pt x="28306" y="49"/>
                </a:cubicBezTo>
                <a:cubicBezTo>
                  <a:pt x="28310" y="59"/>
                  <a:pt x="28312" y="69"/>
                  <a:pt x="28312" y="80"/>
                </a:cubicBezTo>
                <a:lnTo>
                  <a:pt x="28312" y="4235"/>
                </a:lnTo>
                <a:cubicBezTo>
                  <a:pt x="28312" y="4245"/>
                  <a:pt x="28310" y="4255"/>
                  <a:pt x="28306" y="4265"/>
                </a:cubicBezTo>
                <a:cubicBezTo>
                  <a:pt x="28302" y="4275"/>
                  <a:pt x="28296" y="4283"/>
                  <a:pt x="28288" y="4291"/>
                </a:cubicBezTo>
                <a:cubicBezTo>
                  <a:pt x="28281" y="4298"/>
                  <a:pt x="28272" y="4304"/>
                  <a:pt x="28263" y="4308"/>
                </a:cubicBezTo>
                <a:cubicBezTo>
                  <a:pt x="28253" y="4312"/>
                  <a:pt x="28243" y="4314"/>
                  <a:pt x="28232" y="4314"/>
                </a:cubicBezTo>
                <a:lnTo>
                  <a:pt x="80" y="4314"/>
                </a:lnTo>
                <a:cubicBezTo>
                  <a:pt x="69" y="4314"/>
                  <a:pt x="59" y="4312"/>
                  <a:pt x="49" y="4308"/>
                </a:cubicBezTo>
                <a:cubicBezTo>
                  <a:pt x="40" y="4304"/>
                  <a:pt x="31" y="4298"/>
                  <a:pt x="24" y="4291"/>
                </a:cubicBezTo>
                <a:cubicBezTo>
                  <a:pt x="16" y="4283"/>
                  <a:pt x="10" y="4275"/>
                  <a:pt x="6" y="4265"/>
                </a:cubicBezTo>
                <a:cubicBezTo>
                  <a:pt x="2" y="4255"/>
                  <a:pt x="0" y="4245"/>
                  <a:pt x="0" y="4235"/>
                </a:cubicBezTo>
                <a:close/>
              </a:path>
            </a:pathLst>
          </a:custGeom>
          <a:noFill/>
          <a:ln w="18720">
            <a:solidFill>
              <a:srgbClr val="8b1a1a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1752480" y="17280"/>
            <a:ext cx="752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Đo lường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2847960" y="1734480"/>
            <a:ext cx="32558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Kết quả thực tế của chiến dịch chờ chủ sở hữu xác nhận.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1971360" y="4066920"/>
            <a:ext cx="48240" cy="48240"/>
          </a:xfrm>
          <a:custGeom>
            <a:avLst/>
            <a:gdLst/>
            <a:ahLst/>
            <a:rect l="0" t="0" r="r" b="b"/>
            <a:pathLst>
              <a:path w="134" h="134">
                <a:moveTo>
                  <a:pt x="134" y="66"/>
                </a:moveTo>
                <a:cubicBezTo>
                  <a:pt x="134" y="75"/>
                  <a:pt x="132" y="83"/>
                  <a:pt x="129" y="92"/>
                </a:cubicBezTo>
                <a:cubicBezTo>
                  <a:pt x="125" y="100"/>
                  <a:pt x="120" y="107"/>
                  <a:pt x="114" y="113"/>
                </a:cubicBezTo>
                <a:cubicBezTo>
                  <a:pt x="108" y="119"/>
                  <a:pt x="101" y="125"/>
                  <a:pt x="93" y="128"/>
                </a:cubicBezTo>
                <a:cubicBezTo>
                  <a:pt x="85" y="132"/>
                  <a:pt x="76" y="133"/>
                  <a:pt x="68" y="134"/>
                </a:cubicBezTo>
                <a:cubicBezTo>
                  <a:pt x="59" y="133"/>
                  <a:pt x="50" y="132"/>
                  <a:pt x="42" y="128"/>
                </a:cubicBezTo>
                <a:cubicBezTo>
                  <a:pt x="34" y="125"/>
                  <a:pt x="27" y="119"/>
                  <a:pt x="21" y="113"/>
                </a:cubicBezTo>
                <a:cubicBezTo>
                  <a:pt x="15" y="107"/>
                  <a:pt x="10" y="100"/>
                  <a:pt x="6" y="92"/>
                </a:cubicBezTo>
                <a:cubicBezTo>
                  <a:pt x="3" y="83"/>
                  <a:pt x="0" y="75"/>
                  <a:pt x="0" y="66"/>
                </a:cubicBezTo>
                <a:cubicBezTo>
                  <a:pt x="0" y="58"/>
                  <a:pt x="3" y="49"/>
                  <a:pt x="6" y="41"/>
                </a:cubicBezTo>
                <a:cubicBezTo>
                  <a:pt x="10" y="33"/>
                  <a:pt x="15" y="26"/>
                  <a:pt x="21" y="20"/>
                </a:cubicBezTo>
                <a:cubicBezTo>
                  <a:pt x="27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ubicBezTo>
                  <a:pt x="76" y="0"/>
                  <a:pt x="85" y="2"/>
                  <a:pt x="93" y="5"/>
                </a:cubicBezTo>
                <a:cubicBezTo>
                  <a:pt x="101" y="9"/>
                  <a:pt x="108" y="13"/>
                  <a:pt x="114" y="20"/>
                </a:cubicBezTo>
                <a:cubicBezTo>
                  <a:pt x="120" y="26"/>
                  <a:pt x="125" y="33"/>
                  <a:pt x="129" y="41"/>
                </a:cubicBezTo>
                <a:cubicBezTo>
                  <a:pt x="132" y="49"/>
                  <a:pt x="134" y="58"/>
                  <a:pt x="134" y="66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1962000" y="3655800"/>
            <a:ext cx="3301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8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Nguyên tắc khi dùng nội dung của khách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971360" y="4362120"/>
            <a:ext cx="48240" cy="48240"/>
          </a:xfrm>
          <a:custGeom>
            <a:avLst/>
            <a:gdLst/>
            <a:ahLst/>
            <a:rect l="0" t="0" r="r" b="b"/>
            <a:pathLst>
              <a:path w="134" h="134">
                <a:moveTo>
                  <a:pt x="134" y="67"/>
                </a:moveTo>
                <a:cubicBezTo>
                  <a:pt x="134" y="75"/>
                  <a:pt x="132" y="84"/>
                  <a:pt x="129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1" y="125"/>
                  <a:pt x="93" y="129"/>
                </a:cubicBezTo>
                <a:cubicBezTo>
                  <a:pt x="85" y="132"/>
                  <a:pt x="76" y="134"/>
                  <a:pt x="68" y="134"/>
                </a:cubicBezTo>
                <a:cubicBezTo>
                  <a:pt x="59" y="134"/>
                  <a:pt x="50" y="132"/>
                  <a:pt x="42" y="129"/>
                </a:cubicBezTo>
                <a:cubicBezTo>
                  <a:pt x="34" y="125"/>
                  <a:pt x="27" y="120"/>
                  <a:pt x="21" y="114"/>
                </a:cubicBezTo>
                <a:cubicBezTo>
                  <a:pt x="15" y="108"/>
                  <a:pt x="10" y="101"/>
                  <a:pt x="6" y="92"/>
                </a:cubicBezTo>
                <a:cubicBezTo>
                  <a:pt x="3" y="84"/>
                  <a:pt x="0" y="75"/>
                  <a:pt x="0" y="67"/>
                </a:cubicBezTo>
                <a:cubicBezTo>
                  <a:pt x="0" y="58"/>
                  <a:pt x="3" y="49"/>
                  <a:pt x="6" y="41"/>
                </a:cubicBezTo>
                <a:cubicBezTo>
                  <a:pt x="10" y="33"/>
                  <a:pt x="15" y="26"/>
                  <a:pt x="21" y="20"/>
                </a:cubicBezTo>
                <a:cubicBezTo>
                  <a:pt x="27" y="13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ubicBezTo>
                  <a:pt x="76" y="0"/>
                  <a:pt x="85" y="2"/>
                  <a:pt x="93" y="5"/>
                </a:cubicBezTo>
                <a:cubicBezTo>
                  <a:pt x="101" y="9"/>
                  <a:pt x="108" y="13"/>
                  <a:pt x="114" y="20"/>
                </a:cubicBezTo>
                <a:cubicBezTo>
                  <a:pt x="120" y="26"/>
                  <a:pt x="125" y="33"/>
                  <a:pt x="129" y="41"/>
                </a:cubicBezTo>
                <a:cubicBezTo>
                  <a:pt x="132" y="49"/>
                  <a:pt x="134" y="58"/>
                  <a:pt x="134" y="6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2129760" y="3970800"/>
            <a:ext cx="3405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Xin phép trước khi đăng lại nội dung của khách.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971360" y="465768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134" y="67"/>
                </a:moveTo>
                <a:cubicBezTo>
                  <a:pt x="134" y="76"/>
                  <a:pt x="132" y="84"/>
                  <a:pt x="129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1" y="124"/>
                  <a:pt x="93" y="128"/>
                </a:cubicBezTo>
                <a:cubicBezTo>
                  <a:pt x="85" y="131"/>
                  <a:pt x="76" y="133"/>
                  <a:pt x="68" y="133"/>
                </a:cubicBezTo>
                <a:cubicBezTo>
                  <a:pt x="59" y="133"/>
                  <a:pt x="50" y="131"/>
                  <a:pt x="42" y="128"/>
                </a:cubicBezTo>
                <a:cubicBezTo>
                  <a:pt x="34" y="124"/>
                  <a:pt x="27" y="120"/>
                  <a:pt x="21" y="114"/>
                </a:cubicBezTo>
                <a:cubicBezTo>
                  <a:pt x="15" y="107"/>
                  <a:pt x="10" y="100"/>
                  <a:pt x="6" y="92"/>
                </a:cubicBezTo>
                <a:cubicBezTo>
                  <a:pt x="3" y="84"/>
                  <a:pt x="0" y="76"/>
                  <a:pt x="0" y="67"/>
                </a:cubicBezTo>
                <a:cubicBezTo>
                  <a:pt x="0" y="57"/>
                  <a:pt x="3" y="49"/>
                  <a:pt x="6" y="40"/>
                </a:cubicBezTo>
                <a:cubicBezTo>
                  <a:pt x="10" y="32"/>
                  <a:pt x="15" y="25"/>
                  <a:pt x="21" y="19"/>
                </a:cubicBezTo>
                <a:cubicBezTo>
                  <a:pt x="27" y="13"/>
                  <a:pt x="34" y="8"/>
                  <a:pt x="42" y="5"/>
                </a:cubicBezTo>
                <a:cubicBezTo>
                  <a:pt x="50" y="1"/>
                  <a:pt x="59" y="0"/>
                  <a:pt x="68" y="0"/>
                </a:cubicBezTo>
                <a:cubicBezTo>
                  <a:pt x="76" y="0"/>
                  <a:pt x="85" y="1"/>
                  <a:pt x="93" y="5"/>
                </a:cubicBezTo>
                <a:cubicBezTo>
                  <a:pt x="101" y="8"/>
                  <a:pt x="108" y="13"/>
                  <a:pt x="114" y="19"/>
                </a:cubicBezTo>
                <a:cubicBezTo>
                  <a:pt x="120" y="25"/>
                  <a:pt x="125" y="32"/>
                  <a:pt x="129" y="40"/>
                </a:cubicBezTo>
                <a:cubicBezTo>
                  <a:pt x="132" y="49"/>
                  <a:pt x="134" y="57"/>
                  <a:pt x="134" y="67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2129760" y="4266360"/>
            <a:ext cx="2593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Luôn ghi nguồn người tạo nội dung.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752480" y="761760"/>
            <a:ext cx="6391440" cy="10080"/>
          </a:xfrm>
          <a:custGeom>
            <a:avLst/>
            <a:gdLst/>
            <a:ahLst/>
            <a:rect l="0" t="0" r="r" b="b"/>
            <a:pathLst>
              <a:path w="17754" h="28">
                <a:moveTo>
                  <a:pt x="0" y="0"/>
                </a:moveTo>
                <a:lnTo>
                  <a:pt x="17754" y="0"/>
                </a:lnTo>
                <a:lnTo>
                  <a:pt x="1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8b1a1a">
              <a:alpha val="1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2129760" y="4561560"/>
            <a:ext cx="4750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Không chỉnh sửa nội dung khách tới mức sai lệch trải nghiệm thật.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1996560" y="456120"/>
            <a:ext cx="1928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Số nội dung khách tự đăng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1752480" y="1171440"/>
            <a:ext cx="6391440" cy="9720"/>
          </a:xfrm>
          <a:custGeom>
            <a:avLst/>
            <a:gdLst/>
            <a:ahLst/>
            <a:rect l="0" t="0" r="r" b="b"/>
            <a:pathLst>
              <a:path w="17754" h="27">
                <a:moveTo>
                  <a:pt x="0" y="0"/>
                </a:moveTo>
                <a:lnTo>
                  <a:pt x="17754" y="0"/>
                </a:lnTo>
                <a:lnTo>
                  <a:pt x="1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8b1a1a">
              <a:alpha val="1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1752480" y="481320"/>
            <a:ext cx="15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Arial"/>
                <a:ea typeface="Arial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1996560" y="865800"/>
            <a:ext cx="2547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Tỷ lệ nội dung đủ chuẩn để đăng lại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1752480" y="1590480"/>
            <a:ext cx="6391440" cy="10080"/>
          </a:xfrm>
          <a:custGeom>
            <a:avLst/>
            <a:gdLst/>
            <a:ahLst/>
            <a:rect l="0" t="0" r="r" b="b"/>
            <a:pathLst>
              <a:path w="17754" h="28">
                <a:moveTo>
                  <a:pt x="0" y="0"/>
                </a:moveTo>
                <a:lnTo>
                  <a:pt x="17754" y="0"/>
                </a:lnTo>
                <a:lnTo>
                  <a:pt x="1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8b1a1a">
              <a:alpha val="1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1752480" y="890640"/>
            <a:ext cx="15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Arial"/>
                <a:ea typeface="Arial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1996560" y="1275480"/>
            <a:ext cx="4345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Lượt tiếp cận từ nội dung khách so với nội dung thương hiệu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1746360" y="1666080"/>
            <a:ext cx="1012320" cy="334080"/>
          </a:xfrm>
          <a:custGeom>
            <a:avLst/>
            <a:gdLst/>
            <a:ahLst/>
            <a:rect l="0" t="0" r="r" b="b"/>
            <a:pathLst>
              <a:path w="2812" h="928">
                <a:moveTo>
                  <a:pt x="1" y="543"/>
                </a:moveTo>
                <a:lnTo>
                  <a:pt x="48" y="94"/>
                </a:lnTo>
                <a:cubicBezTo>
                  <a:pt x="49" y="80"/>
                  <a:pt x="53" y="67"/>
                  <a:pt x="60" y="55"/>
                </a:cubicBezTo>
                <a:cubicBezTo>
                  <a:pt x="67" y="43"/>
                  <a:pt x="75" y="32"/>
                  <a:pt x="86" y="23"/>
                </a:cubicBezTo>
                <a:cubicBezTo>
                  <a:pt x="97" y="14"/>
                  <a:pt x="109" y="8"/>
                  <a:pt x="123" y="4"/>
                </a:cubicBezTo>
                <a:cubicBezTo>
                  <a:pt x="136" y="0"/>
                  <a:pt x="150" y="-1"/>
                  <a:pt x="164" y="0"/>
                </a:cubicBezTo>
                <a:lnTo>
                  <a:pt x="2717" y="268"/>
                </a:lnTo>
                <a:cubicBezTo>
                  <a:pt x="2731" y="270"/>
                  <a:pt x="2745" y="274"/>
                  <a:pt x="2757" y="281"/>
                </a:cubicBezTo>
                <a:cubicBezTo>
                  <a:pt x="2769" y="287"/>
                  <a:pt x="2780" y="296"/>
                  <a:pt x="2789" y="307"/>
                </a:cubicBezTo>
                <a:cubicBezTo>
                  <a:pt x="2797" y="318"/>
                  <a:pt x="2804" y="330"/>
                  <a:pt x="2808" y="344"/>
                </a:cubicBezTo>
                <a:cubicBezTo>
                  <a:pt x="2812" y="357"/>
                  <a:pt x="2813" y="371"/>
                  <a:pt x="2812" y="385"/>
                </a:cubicBezTo>
                <a:lnTo>
                  <a:pt x="2765" y="833"/>
                </a:lnTo>
                <a:cubicBezTo>
                  <a:pt x="2763" y="847"/>
                  <a:pt x="2759" y="860"/>
                  <a:pt x="2752" y="872"/>
                </a:cubicBezTo>
                <a:cubicBezTo>
                  <a:pt x="2746" y="885"/>
                  <a:pt x="2737" y="895"/>
                  <a:pt x="2726" y="904"/>
                </a:cubicBezTo>
                <a:cubicBezTo>
                  <a:pt x="2715" y="913"/>
                  <a:pt x="2703" y="919"/>
                  <a:pt x="2689" y="923"/>
                </a:cubicBezTo>
                <a:cubicBezTo>
                  <a:pt x="2676" y="927"/>
                  <a:pt x="2662" y="929"/>
                  <a:pt x="2648" y="927"/>
                </a:cubicBezTo>
                <a:lnTo>
                  <a:pt x="95" y="659"/>
                </a:lnTo>
                <a:cubicBezTo>
                  <a:pt x="81" y="657"/>
                  <a:pt x="68" y="653"/>
                  <a:pt x="55" y="647"/>
                </a:cubicBezTo>
                <a:cubicBezTo>
                  <a:pt x="43" y="640"/>
                  <a:pt x="33" y="631"/>
                  <a:pt x="24" y="620"/>
                </a:cubicBezTo>
                <a:cubicBezTo>
                  <a:pt x="15" y="609"/>
                  <a:pt x="8" y="597"/>
                  <a:pt x="4" y="584"/>
                </a:cubicBezTo>
                <a:cubicBezTo>
                  <a:pt x="0" y="570"/>
                  <a:pt x="-1" y="557"/>
                  <a:pt x="1" y="543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1752480" y="1300320"/>
            <a:ext cx="15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c8102e"/>
                </a:solidFill>
                <a:latin typeface="Arial"/>
                <a:ea typeface="Arial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 rot="360000">
            <a:off x="1848600" y="173808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0" y="0"/>
            <a:ext cx="13716000" cy="343080"/>
          </a:xfrm>
          <a:custGeom>
            <a:avLst/>
            <a:gdLst/>
            <a:ahLst/>
            <a:rect l="0" t="0" r="r" b="b"/>
            <a:pathLst>
              <a:path w="38100" h="953">
                <a:moveTo>
                  <a:pt x="0" y="0"/>
                </a:moveTo>
                <a:lnTo>
                  <a:pt x="38100" y="0"/>
                </a:lnTo>
                <a:lnTo>
                  <a:pt x="38100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0" y="34200"/>
            <a:ext cx="11811240" cy="308880"/>
          </a:xfrm>
          <a:custGeom>
            <a:avLst/>
            <a:gdLst/>
            <a:ahLst/>
            <a:rect l="0" t="0" r="r" b="b"/>
            <a:pathLst>
              <a:path w="32809" h="858">
                <a:moveTo>
                  <a:pt x="0" y="858"/>
                </a:moveTo>
                <a:lnTo>
                  <a:pt x="0" y="238"/>
                </a:lnTo>
                <a:lnTo>
                  <a:pt x="1587" y="382"/>
                </a:lnTo>
                <a:lnTo>
                  <a:pt x="3016" y="95"/>
                </a:lnTo>
                <a:lnTo>
                  <a:pt x="4656" y="333"/>
                </a:lnTo>
                <a:lnTo>
                  <a:pt x="6191" y="0"/>
                </a:lnTo>
                <a:lnTo>
                  <a:pt x="7937" y="285"/>
                </a:lnTo>
                <a:lnTo>
                  <a:pt x="9366" y="95"/>
                </a:lnTo>
                <a:lnTo>
                  <a:pt x="10953" y="429"/>
                </a:lnTo>
                <a:lnTo>
                  <a:pt x="12435" y="47"/>
                </a:lnTo>
                <a:lnTo>
                  <a:pt x="14128" y="285"/>
                </a:lnTo>
                <a:lnTo>
                  <a:pt x="15663" y="143"/>
                </a:lnTo>
                <a:lnTo>
                  <a:pt x="17304" y="429"/>
                </a:lnTo>
                <a:lnTo>
                  <a:pt x="18733" y="95"/>
                </a:lnTo>
                <a:lnTo>
                  <a:pt x="20320" y="285"/>
                </a:lnTo>
                <a:lnTo>
                  <a:pt x="21802" y="47"/>
                </a:lnTo>
                <a:lnTo>
                  <a:pt x="23495" y="382"/>
                </a:lnTo>
                <a:lnTo>
                  <a:pt x="25030" y="190"/>
                </a:lnTo>
                <a:lnTo>
                  <a:pt x="26670" y="333"/>
                </a:lnTo>
                <a:lnTo>
                  <a:pt x="28099" y="47"/>
                </a:lnTo>
                <a:lnTo>
                  <a:pt x="29687" y="285"/>
                </a:lnTo>
                <a:lnTo>
                  <a:pt x="31168" y="143"/>
                </a:lnTo>
                <a:lnTo>
                  <a:pt x="32809" y="429"/>
                </a:lnTo>
                <a:lnTo>
                  <a:pt x="32809" y="858"/>
                </a:lnTo>
                <a:lnTo>
                  <a:pt x="0" y="858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0" y="333360"/>
            <a:ext cx="13716000" cy="8239320"/>
          </a:xfrm>
          <a:custGeom>
            <a:avLst/>
            <a:gdLst/>
            <a:ahLst/>
            <a:rect l="0" t="0" r="r" b="b"/>
            <a:pathLst>
              <a:path w="38100" h="22887">
                <a:moveTo>
                  <a:pt x="0" y="0"/>
                </a:moveTo>
                <a:lnTo>
                  <a:pt x="38100" y="0"/>
                </a:lnTo>
                <a:lnTo>
                  <a:pt x="38100" y="22887"/>
                </a:lnTo>
                <a:lnTo>
                  <a:pt x="0" y="22887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0" y="857232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1752480" y="2081160"/>
            <a:ext cx="2913120" cy="103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AI FIRST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1752480" y="3161160"/>
            <a:ext cx="4577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AI rút ngắn quãng đường từ insight tới bản nháp, người viết giữ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1752480" y="3418560"/>
            <a:ext cx="1215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phần quyết định.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1752480" y="3906000"/>
            <a:ext cx="16574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BỘ CÔNG CỤ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1752480" y="4875840"/>
            <a:ext cx="3004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Nghiên cứu insight, dựng khung kịch bản,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1752480" y="5123520"/>
            <a:ext cx="1162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biến thể tiêu đề.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5257800" y="4875840"/>
            <a:ext cx="3164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Cập nhật xu hướng, tổng hợp nguồn nhanh.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8763120" y="4875840"/>
            <a:ext cx="3066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Biên tập bản dài, giữ giọng văn thống nhất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8763120" y="5123520"/>
            <a:ext cx="1020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qua nhiều bài.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1752480" y="5999760"/>
            <a:ext cx="3094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Dựng moodboard và ảnh concept trước khi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1752480" y="6247440"/>
            <a:ext cx="1043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brief designer.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5257800" y="5999760"/>
            <a:ext cx="2503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Hoàn thiện ấn phẩm social theo bộ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5257800" y="6247440"/>
            <a:ext cx="761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nhận diện.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8763120" y="5999760"/>
            <a:ext cx="2599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Dựng và tinh chỉnh nhịp video ngắn.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1749960" y="1841040"/>
            <a:ext cx="1005480" cy="270720"/>
          </a:xfrm>
          <a:custGeom>
            <a:avLst/>
            <a:gdLst/>
            <a:ahLst/>
            <a:rect l="0" t="0" r="r" b="b"/>
            <a:pathLst>
              <a:path w="2793" h="752">
                <a:moveTo>
                  <a:pt x="16" y="650"/>
                </a:moveTo>
                <a:lnTo>
                  <a:pt x="0" y="199"/>
                </a:lnTo>
                <a:cubicBezTo>
                  <a:pt x="-1" y="185"/>
                  <a:pt x="2" y="172"/>
                  <a:pt x="7" y="159"/>
                </a:cubicBezTo>
                <a:cubicBezTo>
                  <a:pt x="11" y="145"/>
                  <a:pt x="19" y="134"/>
                  <a:pt x="28" y="123"/>
                </a:cubicBezTo>
                <a:cubicBezTo>
                  <a:pt x="38" y="113"/>
                  <a:pt x="49" y="105"/>
                  <a:pt x="62" y="99"/>
                </a:cubicBezTo>
                <a:cubicBezTo>
                  <a:pt x="75" y="93"/>
                  <a:pt x="88" y="90"/>
                  <a:pt x="102" y="90"/>
                </a:cubicBezTo>
                <a:lnTo>
                  <a:pt x="2668" y="0"/>
                </a:lnTo>
                <a:cubicBezTo>
                  <a:pt x="2682" y="0"/>
                  <a:pt x="2696" y="2"/>
                  <a:pt x="2709" y="7"/>
                </a:cubicBezTo>
                <a:cubicBezTo>
                  <a:pt x="2722" y="12"/>
                  <a:pt x="2734" y="19"/>
                  <a:pt x="2744" y="29"/>
                </a:cubicBezTo>
                <a:cubicBezTo>
                  <a:pt x="2754" y="38"/>
                  <a:pt x="2762" y="49"/>
                  <a:pt x="2768" y="62"/>
                </a:cubicBezTo>
                <a:cubicBezTo>
                  <a:pt x="2774" y="75"/>
                  <a:pt x="2777" y="88"/>
                  <a:pt x="2777" y="102"/>
                </a:cubicBezTo>
                <a:lnTo>
                  <a:pt x="2793" y="553"/>
                </a:lnTo>
                <a:cubicBezTo>
                  <a:pt x="2794" y="567"/>
                  <a:pt x="2791" y="580"/>
                  <a:pt x="2786" y="594"/>
                </a:cubicBezTo>
                <a:cubicBezTo>
                  <a:pt x="2782" y="607"/>
                  <a:pt x="2774" y="618"/>
                  <a:pt x="2765" y="629"/>
                </a:cubicBezTo>
                <a:cubicBezTo>
                  <a:pt x="2755" y="639"/>
                  <a:pt x="2744" y="647"/>
                  <a:pt x="2731" y="653"/>
                </a:cubicBezTo>
                <a:cubicBezTo>
                  <a:pt x="2718" y="659"/>
                  <a:pt x="2705" y="662"/>
                  <a:pt x="2691" y="662"/>
                </a:cubicBezTo>
                <a:lnTo>
                  <a:pt x="125" y="752"/>
                </a:lnTo>
                <a:cubicBezTo>
                  <a:pt x="111" y="752"/>
                  <a:pt x="97" y="750"/>
                  <a:pt x="84" y="745"/>
                </a:cubicBezTo>
                <a:cubicBezTo>
                  <a:pt x="71" y="740"/>
                  <a:pt x="59" y="733"/>
                  <a:pt x="49" y="724"/>
                </a:cubicBezTo>
                <a:cubicBezTo>
                  <a:pt x="39" y="714"/>
                  <a:pt x="31" y="703"/>
                  <a:pt x="25" y="690"/>
                </a:cubicBezTo>
                <a:cubicBezTo>
                  <a:pt x="19" y="677"/>
                  <a:pt x="16" y="664"/>
                  <a:pt x="16" y="650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4416840" y="8525520"/>
            <a:ext cx="266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Ở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1747800" y="4520880"/>
            <a:ext cx="734040" cy="283320"/>
          </a:xfrm>
          <a:custGeom>
            <a:avLst/>
            <a:gdLst/>
            <a:ahLst/>
            <a:rect l="0" t="0" r="r" b="b"/>
            <a:pathLst>
              <a:path w="2039" h="787">
                <a:moveTo>
                  <a:pt x="31" y="688"/>
                </a:moveTo>
                <a:lnTo>
                  <a:pt x="0" y="239"/>
                </a:lnTo>
                <a:cubicBezTo>
                  <a:pt x="-1" y="225"/>
                  <a:pt x="1" y="211"/>
                  <a:pt x="5" y="198"/>
                </a:cubicBezTo>
                <a:cubicBezTo>
                  <a:pt x="9" y="184"/>
                  <a:pt x="16" y="172"/>
                  <a:pt x="25" y="162"/>
                </a:cubicBezTo>
                <a:cubicBezTo>
                  <a:pt x="35" y="151"/>
                  <a:pt x="46" y="143"/>
                  <a:pt x="58" y="136"/>
                </a:cubicBezTo>
                <a:cubicBezTo>
                  <a:pt x="71" y="130"/>
                  <a:pt x="84" y="127"/>
                  <a:pt x="98" y="126"/>
                </a:cubicBezTo>
                <a:lnTo>
                  <a:pt x="1894" y="0"/>
                </a:lnTo>
                <a:cubicBezTo>
                  <a:pt x="1908" y="-1"/>
                  <a:pt x="1921" y="1"/>
                  <a:pt x="1935" y="5"/>
                </a:cubicBezTo>
                <a:cubicBezTo>
                  <a:pt x="1948" y="10"/>
                  <a:pt x="1960" y="17"/>
                  <a:pt x="1971" y="26"/>
                </a:cubicBezTo>
                <a:cubicBezTo>
                  <a:pt x="1981" y="35"/>
                  <a:pt x="1990" y="46"/>
                  <a:pt x="1996" y="58"/>
                </a:cubicBezTo>
                <a:cubicBezTo>
                  <a:pt x="2002" y="71"/>
                  <a:pt x="2006" y="84"/>
                  <a:pt x="2007" y="98"/>
                </a:cubicBezTo>
                <a:lnTo>
                  <a:pt x="2038" y="548"/>
                </a:lnTo>
                <a:cubicBezTo>
                  <a:pt x="2039" y="562"/>
                  <a:pt x="2037" y="576"/>
                  <a:pt x="2033" y="589"/>
                </a:cubicBezTo>
                <a:cubicBezTo>
                  <a:pt x="2028" y="602"/>
                  <a:pt x="2022" y="614"/>
                  <a:pt x="2012" y="625"/>
                </a:cubicBezTo>
                <a:cubicBezTo>
                  <a:pt x="2003" y="635"/>
                  <a:pt x="1992" y="644"/>
                  <a:pt x="1980" y="650"/>
                </a:cubicBezTo>
                <a:cubicBezTo>
                  <a:pt x="1967" y="656"/>
                  <a:pt x="1954" y="660"/>
                  <a:pt x="1940" y="661"/>
                </a:cubicBezTo>
                <a:lnTo>
                  <a:pt x="144" y="786"/>
                </a:lnTo>
                <a:cubicBezTo>
                  <a:pt x="130" y="787"/>
                  <a:pt x="116" y="786"/>
                  <a:pt x="103" y="781"/>
                </a:cubicBezTo>
                <a:cubicBezTo>
                  <a:pt x="90" y="777"/>
                  <a:pt x="78" y="770"/>
                  <a:pt x="67" y="761"/>
                </a:cubicBezTo>
                <a:cubicBezTo>
                  <a:pt x="57" y="752"/>
                  <a:pt x="48" y="741"/>
                  <a:pt x="42" y="728"/>
                </a:cubicBezTo>
                <a:cubicBezTo>
                  <a:pt x="36" y="716"/>
                  <a:pt x="32" y="702"/>
                  <a:pt x="31" y="688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 rot="21480000">
            <a:off x="1847520" y="1877400"/>
            <a:ext cx="776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07 / AI FIRST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5253840" y="4529160"/>
            <a:ext cx="627120" cy="266760"/>
          </a:xfrm>
          <a:custGeom>
            <a:avLst/>
            <a:gdLst/>
            <a:ahLst/>
            <a:rect l="0" t="0" r="r" b="b"/>
            <a:pathLst>
              <a:path w="1742" h="741">
                <a:moveTo>
                  <a:pt x="0" y="550"/>
                </a:moveTo>
                <a:lnTo>
                  <a:pt x="23" y="100"/>
                </a:lnTo>
                <a:cubicBezTo>
                  <a:pt x="24" y="86"/>
                  <a:pt x="27" y="73"/>
                  <a:pt x="33" y="60"/>
                </a:cubicBezTo>
                <a:cubicBezTo>
                  <a:pt x="40" y="47"/>
                  <a:pt x="48" y="36"/>
                  <a:pt x="58" y="27"/>
                </a:cubicBezTo>
                <a:cubicBezTo>
                  <a:pt x="69" y="18"/>
                  <a:pt x="80" y="11"/>
                  <a:pt x="94" y="6"/>
                </a:cubicBezTo>
                <a:cubicBezTo>
                  <a:pt x="107" y="1"/>
                  <a:pt x="121" y="-1"/>
                  <a:pt x="135" y="0"/>
                </a:cubicBezTo>
                <a:lnTo>
                  <a:pt x="1642" y="79"/>
                </a:lnTo>
                <a:cubicBezTo>
                  <a:pt x="1656" y="80"/>
                  <a:pt x="1669" y="83"/>
                  <a:pt x="1682" y="89"/>
                </a:cubicBezTo>
                <a:cubicBezTo>
                  <a:pt x="1694" y="95"/>
                  <a:pt x="1705" y="103"/>
                  <a:pt x="1715" y="114"/>
                </a:cubicBezTo>
                <a:cubicBezTo>
                  <a:pt x="1724" y="124"/>
                  <a:pt x="1731" y="136"/>
                  <a:pt x="1736" y="149"/>
                </a:cubicBezTo>
                <a:cubicBezTo>
                  <a:pt x="1741" y="162"/>
                  <a:pt x="1742" y="176"/>
                  <a:pt x="1742" y="190"/>
                </a:cubicBezTo>
                <a:lnTo>
                  <a:pt x="1718" y="640"/>
                </a:lnTo>
                <a:cubicBezTo>
                  <a:pt x="1717" y="654"/>
                  <a:pt x="1714" y="668"/>
                  <a:pt x="1708" y="680"/>
                </a:cubicBezTo>
                <a:cubicBezTo>
                  <a:pt x="1702" y="693"/>
                  <a:pt x="1694" y="704"/>
                  <a:pt x="1683" y="713"/>
                </a:cubicBezTo>
                <a:cubicBezTo>
                  <a:pt x="1673" y="723"/>
                  <a:pt x="1661" y="730"/>
                  <a:pt x="1648" y="734"/>
                </a:cubicBezTo>
                <a:cubicBezTo>
                  <a:pt x="1635" y="739"/>
                  <a:pt x="1621" y="741"/>
                  <a:pt x="1607" y="740"/>
                </a:cubicBezTo>
                <a:lnTo>
                  <a:pt x="100" y="661"/>
                </a:lnTo>
                <a:cubicBezTo>
                  <a:pt x="86" y="661"/>
                  <a:pt x="73" y="657"/>
                  <a:pt x="60" y="651"/>
                </a:cubicBezTo>
                <a:cubicBezTo>
                  <a:pt x="47" y="645"/>
                  <a:pt x="36" y="637"/>
                  <a:pt x="27" y="627"/>
                </a:cubicBezTo>
                <a:cubicBezTo>
                  <a:pt x="17" y="616"/>
                  <a:pt x="10" y="604"/>
                  <a:pt x="6" y="591"/>
                </a:cubicBezTo>
                <a:cubicBezTo>
                  <a:pt x="1" y="578"/>
                  <a:pt x="-1" y="564"/>
                  <a:pt x="0" y="550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 rot="21360000">
            <a:off x="1847160" y="4560840"/>
            <a:ext cx="590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CHATGPT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8760240" y="4533480"/>
            <a:ext cx="653400" cy="258120"/>
          </a:xfrm>
          <a:custGeom>
            <a:avLst/>
            <a:gdLst/>
            <a:ahLst/>
            <a:rect l="0" t="0" r="r" b="b"/>
            <a:pathLst>
              <a:path w="1815" h="717">
                <a:moveTo>
                  <a:pt x="16" y="614"/>
                </a:moveTo>
                <a:lnTo>
                  <a:pt x="0" y="164"/>
                </a:lnTo>
                <a:cubicBezTo>
                  <a:pt x="-1" y="150"/>
                  <a:pt x="2" y="137"/>
                  <a:pt x="7" y="124"/>
                </a:cubicBezTo>
                <a:cubicBezTo>
                  <a:pt x="12" y="111"/>
                  <a:pt x="19" y="99"/>
                  <a:pt x="28" y="89"/>
                </a:cubicBezTo>
                <a:cubicBezTo>
                  <a:pt x="38" y="78"/>
                  <a:pt x="49" y="70"/>
                  <a:pt x="62" y="64"/>
                </a:cubicBezTo>
                <a:cubicBezTo>
                  <a:pt x="75" y="59"/>
                  <a:pt x="88" y="55"/>
                  <a:pt x="102" y="55"/>
                </a:cubicBezTo>
                <a:lnTo>
                  <a:pt x="1690" y="0"/>
                </a:lnTo>
                <a:cubicBezTo>
                  <a:pt x="1704" y="-1"/>
                  <a:pt x="1717" y="1"/>
                  <a:pt x="1730" y="6"/>
                </a:cubicBezTo>
                <a:cubicBezTo>
                  <a:pt x="1743" y="11"/>
                  <a:pt x="1755" y="18"/>
                  <a:pt x="1765" y="28"/>
                </a:cubicBezTo>
                <a:cubicBezTo>
                  <a:pt x="1776" y="38"/>
                  <a:pt x="1784" y="49"/>
                  <a:pt x="1790" y="61"/>
                </a:cubicBezTo>
                <a:cubicBezTo>
                  <a:pt x="1795" y="74"/>
                  <a:pt x="1799" y="88"/>
                  <a:pt x="1799" y="102"/>
                </a:cubicBezTo>
                <a:lnTo>
                  <a:pt x="1815" y="551"/>
                </a:lnTo>
                <a:cubicBezTo>
                  <a:pt x="1815" y="565"/>
                  <a:pt x="1813" y="579"/>
                  <a:pt x="1808" y="592"/>
                </a:cubicBezTo>
                <a:cubicBezTo>
                  <a:pt x="1803" y="605"/>
                  <a:pt x="1796" y="617"/>
                  <a:pt x="1786" y="627"/>
                </a:cubicBezTo>
                <a:cubicBezTo>
                  <a:pt x="1777" y="637"/>
                  <a:pt x="1766" y="645"/>
                  <a:pt x="1753" y="651"/>
                </a:cubicBezTo>
                <a:cubicBezTo>
                  <a:pt x="1740" y="658"/>
                  <a:pt x="1727" y="661"/>
                  <a:pt x="1713" y="662"/>
                </a:cubicBezTo>
                <a:lnTo>
                  <a:pt x="125" y="717"/>
                </a:lnTo>
                <a:cubicBezTo>
                  <a:pt x="111" y="718"/>
                  <a:pt x="98" y="715"/>
                  <a:pt x="84" y="710"/>
                </a:cubicBezTo>
                <a:cubicBezTo>
                  <a:pt x="71" y="705"/>
                  <a:pt x="60" y="698"/>
                  <a:pt x="49" y="689"/>
                </a:cubicBezTo>
                <a:cubicBezTo>
                  <a:pt x="39" y="679"/>
                  <a:pt x="31" y="668"/>
                  <a:pt x="25" y="655"/>
                </a:cubicBezTo>
                <a:cubicBezTo>
                  <a:pt x="19" y="641"/>
                  <a:pt x="16" y="628"/>
                  <a:pt x="16" y="614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 rot="180000">
            <a:off x="5353200" y="4563720"/>
            <a:ext cx="480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GEMINI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1746000" y="5628240"/>
            <a:ext cx="842040" cy="316080"/>
          </a:xfrm>
          <a:custGeom>
            <a:avLst/>
            <a:gdLst/>
            <a:ahLst/>
            <a:rect l="0" t="0" r="r" b="b"/>
            <a:pathLst>
              <a:path w="2339" h="878">
                <a:moveTo>
                  <a:pt x="0" y="542"/>
                </a:moveTo>
                <a:lnTo>
                  <a:pt x="47" y="94"/>
                </a:lnTo>
                <a:cubicBezTo>
                  <a:pt x="49" y="80"/>
                  <a:pt x="53" y="67"/>
                  <a:pt x="60" y="55"/>
                </a:cubicBezTo>
                <a:cubicBezTo>
                  <a:pt x="66" y="43"/>
                  <a:pt x="75" y="32"/>
                  <a:pt x="86" y="23"/>
                </a:cubicBezTo>
                <a:cubicBezTo>
                  <a:pt x="97" y="14"/>
                  <a:pt x="109" y="8"/>
                  <a:pt x="123" y="4"/>
                </a:cubicBezTo>
                <a:cubicBezTo>
                  <a:pt x="136" y="0"/>
                  <a:pt x="150" y="-1"/>
                  <a:pt x="164" y="0"/>
                </a:cubicBezTo>
                <a:lnTo>
                  <a:pt x="2243" y="219"/>
                </a:lnTo>
                <a:cubicBezTo>
                  <a:pt x="2257" y="220"/>
                  <a:pt x="2271" y="224"/>
                  <a:pt x="2283" y="231"/>
                </a:cubicBezTo>
                <a:cubicBezTo>
                  <a:pt x="2295" y="238"/>
                  <a:pt x="2306" y="246"/>
                  <a:pt x="2315" y="257"/>
                </a:cubicBezTo>
                <a:cubicBezTo>
                  <a:pt x="2323" y="268"/>
                  <a:pt x="2330" y="280"/>
                  <a:pt x="2334" y="294"/>
                </a:cubicBezTo>
                <a:cubicBezTo>
                  <a:pt x="2338" y="307"/>
                  <a:pt x="2339" y="321"/>
                  <a:pt x="2338" y="335"/>
                </a:cubicBezTo>
                <a:lnTo>
                  <a:pt x="2291" y="783"/>
                </a:lnTo>
                <a:cubicBezTo>
                  <a:pt x="2289" y="797"/>
                  <a:pt x="2285" y="810"/>
                  <a:pt x="2278" y="823"/>
                </a:cubicBezTo>
                <a:cubicBezTo>
                  <a:pt x="2272" y="835"/>
                  <a:pt x="2263" y="846"/>
                  <a:pt x="2252" y="854"/>
                </a:cubicBezTo>
                <a:cubicBezTo>
                  <a:pt x="2241" y="863"/>
                  <a:pt x="2229" y="870"/>
                  <a:pt x="2215" y="874"/>
                </a:cubicBezTo>
                <a:cubicBezTo>
                  <a:pt x="2202" y="878"/>
                  <a:pt x="2188" y="879"/>
                  <a:pt x="2174" y="877"/>
                </a:cubicBezTo>
                <a:lnTo>
                  <a:pt x="95" y="659"/>
                </a:lnTo>
                <a:cubicBezTo>
                  <a:pt x="81" y="658"/>
                  <a:pt x="67" y="653"/>
                  <a:pt x="55" y="647"/>
                </a:cubicBezTo>
                <a:cubicBezTo>
                  <a:pt x="43" y="640"/>
                  <a:pt x="32" y="631"/>
                  <a:pt x="23" y="620"/>
                </a:cubicBezTo>
                <a:cubicBezTo>
                  <a:pt x="15" y="609"/>
                  <a:pt x="8" y="597"/>
                  <a:pt x="4" y="583"/>
                </a:cubicBezTo>
                <a:cubicBezTo>
                  <a:pt x="0" y="569"/>
                  <a:pt x="-1" y="556"/>
                  <a:pt x="0" y="542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 rot="21480000">
            <a:off x="8857800" y="4561920"/>
            <a:ext cx="505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CLAUDE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5252760" y="5649480"/>
            <a:ext cx="601200" cy="274320"/>
          </a:xfrm>
          <a:custGeom>
            <a:avLst/>
            <a:gdLst/>
            <a:ahLst/>
            <a:rect l="0" t="0" r="r" b="b"/>
            <a:pathLst>
              <a:path w="1670" h="762">
                <a:moveTo>
                  <a:pt x="31" y="663"/>
                </a:moveTo>
                <a:lnTo>
                  <a:pt x="0" y="213"/>
                </a:lnTo>
                <a:cubicBezTo>
                  <a:pt x="-1" y="199"/>
                  <a:pt x="1" y="185"/>
                  <a:pt x="5" y="172"/>
                </a:cubicBezTo>
                <a:cubicBezTo>
                  <a:pt x="10" y="159"/>
                  <a:pt x="16" y="147"/>
                  <a:pt x="26" y="136"/>
                </a:cubicBezTo>
                <a:cubicBezTo>
                  <a:pt x="35" y="126"/>
                  <a:pt x="46" y="117"/>
                  <a:pt x="58" y="111"/>
                </a:cubicBezTo>
                <a:cubicBezTo>
                  <a:pt x="71" y="105"/>
                  <a:pt x="84" y="101"/>
                  <a:pt x="98" y="100"/>
                </a:cubicBezTo>
                <a:lnTo>
                  <a:pt x="1524" y="0"/>
                </a:lnTo>
                <a:cubicBezTo>
                  <a:pt x="1538" y="-1"/>
                  <a:pt x="1552" y="1"/>
                  <a:pt x="1565" y="6"/>
                </a:cubicBezTo>
                <a:cubicBezTo>
                  <a:pt x="1579" y="10"/>
                  <a:pt x="1591" y="17"/>
                  <a:pt x="1601" y="26"/>
                </a:cubicBezTo>
                <a:cubicBezTo>
                  <a:pt x="1612" y="35"/>
                  <a:pt x="1620" y="46"/>
                  <a:pt x="1627" y="59"/>
                </a:cubicBezTo>
                <a:cubicBezTo>
                  <a:pt x="1633" y="71"/>
                  <a:pt x="1636" y="85"/>
                  <a:pt x="1637" y="99"/>
                </a:cubicBezTo>
                <a:lnTo>
                  <a:pt x="1669" y="547"/>
                </a:lnTo>
                <a:cubicBezTo>
                  <a:pt x="1670" y="561"/>
                  <a:pt x="1668" y="575"/>
                  <a:pt x="1664" y="588"/>
                </a:cubicBezTo>
                <a:cubicBezTo>
                  <a:pt x="1659" y="602"/>
                  <a:pt x="1652" y="613"/>
                  <a:pt x="1643" y="624"/>
                </a:cubicBezTo>
                <a:cubicBezTo>
                  <a:pt x="1634" y="636"/>
                  <a:pt x="1623" y="644"/>
                  <a:pt x="1610" y="650"/>
                </a:cubicBezTo>
                <a:cubicBezTo>
                  <a:pt x="1598" y="657"/>
                  <a:pt x="1585" y="660"/>
                  <a:pt x="1571" y="661"/>
                </a:cubicBezTo>
                <a:lnTo>
                  <a:pt x="144" y="761"/>
                </a:lnTo>
                <a:cubicBezTo>
                  <a:pt x="130" y="762"/>
                  <a:pt x="117" y="760"/>
                  <a:pt x="103" y="756"/>
                </a:cubicBezTo>
                <a:cubicBezTo>
                  <a:pt x="90" y="751"/>
                  <a:pt x="78" y="744"/>
                  <a:pt x="68" y="735"/>
                </a:cubicBezTo>
                <a:cubicBezTo>
                  <a:pt x="57" y="726"/>
                  <a:pt x="49" y="715"/>
                  <a:pt x="42" y="703"/>
                </a:cubicBezTo>
                <a:cubicBezTo>
                  <a:pt x="36" y="690"/>
                  <a:pt x="32" y="677"/>
                  <a:pt x="31" y="663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 rot="360000">
            <a:off x="1848240" y="5690520"/>
            <a:ext cx="71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LEONARDO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8758800" y="5652360"/>
            <a:ext cx="665280" cy="268560"/>
          </a:xfrm>
          <a:custGeom>
            <a:avLst/>
            <a:gdLst/>
            <a:ahLst/>
            <a:rect l="0" t="0" r="r" b="b"/>
            <a:pathLst>
              <a:path w="1848" h="746">
                <a:moveTo>
                  <a:pt x="0" y="550"/>
                </a:moveTo>
                <a:lnTo>
                  <a:pt x="24" y="100"/>
                </a:lnTo>
                <a:cubicBezTo>
                  <a:pt x="25" y="86"/>
                  <a:pt x="28" y="73"/>
                  <a:pt x="34" y="60"/>
                </a:cubicBezTo>
                <a:cubicBezTo>
                  <a:pt x="40" y="47"/>
                  <a:pt x="48" y="36"/>
                  <a:pt x="59" y="27"/>
                </a:cubicBezTo>
                <a:cubicBezTo>
                  <a:pt x="69" y="17"/>
                  <a:pt x="81" y="10"/>
                  <a:pt x="94" y="6"/>
                </a:cubicBezTo>
                <a:cubicBezTo>
                  <a:pt x="108" y="1"/>
                  <a:pt x="121" y="-1"/>
                  <a:pt x="135" y="0"/>
                </a:cubicBezTo>
                <a:lnTo>
                  <a:pt x="1748" y="84"/>
                </a:lnTo>
                <a:cubicBezTo>
                  <a:pt x="1762" y="85"/>
                  <a:pt x="1775" y="88"/>
                  <a:pt x="1788" y="94"/>
                </a:cubicBezTo>
                <a:cubicBezTo>
                  <a:pt x="1801" y="100"/>
                  <a:pt x="1812" y="109"/>
                  <a:pt x="1821" y="119"/>
                </a:cubicBezTo>
                <a:cubicBezTo>
                  <a:pt x="1831" y="129"/>
                  <a:pt x="1838" y="141"/>
                  <a:pt x="1842" y="155"/>
                </a:cubicBezTo>
                <a:cubicBezTo>
                  <a:pt x="1847" y="168"/>
                  <a:pt x="1849" y="181"/>
                  <a:pt x="1848" y="195"/>
                </a:cubicBezTo>
                <a:lnTo>
                  <a:pt x="1825" y="646"/>
                </a:lnTo>
                <a:cubicBezTo>
                  <a:pt x="1824" y="660"/>
                  <a:pt x="1820" y="673"/>
                  <a:pt x="1814" y="686"/>
                </a:cubicBezTo>
                <a:cubicBezTo>
                  <a:pt x="1808" y="698"/>
                  <a:pt x="1800" y="709"/>
                  <a:pt x="1790" y="719"/>
                </a:cubicBezTo>
                <a:cubicBezTo>
                  <a:pt x="1779" y="728"/>
                  <a:pt x="1767" y="735"/>
                  <a:pt x="1754" y="740"/>
                </a:cubicBezTo>
                <a:cubicBezTo>
                  <a:pt x="1741" y="745"/>
                  <a:pt x="1727" y="746"/>
                  <a:pt x="1713" y="746"/>
                </a:cubicBezTo>
                <a:lnTo>
                  <a:pt x="101" y="661"/>
                </a:lnTo>
                <a:cubicBezTo>
                  <a:pt x="87" y="661"/>
                  <a:pt x="73" y="657"/>
                  <a:pt x="61" y="651"/>
                </a:cubicBezTo>
                <a:cubicBezTo>
                  <a:pt x="48" y="645"/>
                  <a:pt x="37" y="637"/>
                  <a:pt x="28" y="626"/>
                </a:cubicBezTo>
                <a:cubicBezTo>
                  <a:pt x="18" y="616"/>
                  <a:pt x="11" y="604"/>
                  <a:pt x="6" y="591"/>
                </a:cubicBezTo>
                <a:cubicBezTo>
                  <a:pt x="2" y="578"/>
                  <a:pt x="0" y="564"/>
                  <a:pt x="0" y="550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 rot="21360000">
            <a:off x="5352480" y="5685480"/>
            <a:ext cx="433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CANVA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 rot="180000">
            <a:off x="8858160" y="5687640"/>
            <a:ext cx="503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CAPCUT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1752480" y="590400"/>
            <a:ext cx="3200760" cy="1743480"/>
          </a:xfrm>
          <a:custGeom>
            <a:avLst/>
            <a:gdLst/>
            <a:ahLst/>
            <a:rect l="0" t="0" r="r" b="b"/>
            <a:pathLst>
              <a:path w="8891" h="4843">
                <a:moveTo>
                  <a:pt x="0" y="473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3"/>
                  <a:pt x="8825" y="8"/>
                </a:cubicBezTo>
                <a:cubicBezTo>
                  <a:pt x="8838" y="13"/>
                  <a:pt x="8850" y="21"/>
                  <a:pt x="8860" y="31"/>
                </a:cubicBezTo>
                <a:cubicBezTo>
                  <a:pt x="8870" y="41"/>
                  <a:pt x="8877" y="52"/>
                  <a:pt x="8883" y="65"/>
                </a:cubicBezTo>
                <a:cubicBezTo>
                  <a:pt x="8888" y="78"/>
                  <a:pt x="8891" y="92"/>
                  <a:pt x="8891" y="106"/>
                </a:cubicBezTo>
                <a:lnTo>
                  <a:pt x="8891" y="4737"/>
                </a:lnTo>
                <a:cubicBezTo>
                  <a:pt x="8891" y="4751"/>
                  <a:pt x="8888" y="4764"/>
                  <a:pt x="8883" y="4777"/>
                </a:cubicBezTo>
                <a:cubicBezTo>
                  <a:pt x="8877" y="4790"/>
                  <a:pt x="8870" y="4802"/>
                  <a:pt x="8860" y="4812"/>
                </a:cubicBezTo>
                <a:cubicBezTo>
                  <a:pt x="8850" y="4822"/>
                  <a:pt x="8838" y="4829"/>
                  <a:pt x="8825" y="4835"/>
                </a:cubicBezTo>
                <a:cubicBezTo>
                  <a:pt x="8813" y="4840"/>
                  <a:pt x="8799" y="4843"/>
                  <a:pt x="8785" y="4843"/>
                </a:cubicBezTo>
                <a:lnTo>
                  <a:pt x="106" y="4843"/>
                </a:lnTo>
                <a:cubicBezTo>
                  <a:pt x="92" y="4843"/>
                  <a:pt x="78" y="4840"/>
                  <a:pt x="65" y="4835"/>
                </a:cubicBezTo>
                <a:cubicBezTo>
                  <a:pt x="52" y="4829"/>
                  <a:pt x="41" y="4822"/>
                  <a:pt x="31" y="4812"/>
                </a:cubicBezTo>
                <a:cubicBezTo>
                  <a:pt x="21" y="4802"/>
                  <a:pt x="13" y="4790"/>
                  <a:pt x="8" y="4777"/>
                </a:cubicBezTo>
                <a:cubicBezTo>
                  <a:pt x="3" y="4764"/>
                  <a:pt x="0" y="4751"/>
                  <a:pt x="0" y="4737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1752480" y="-46800"/>
            <a:ext cx="38746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NGƯỜI VÀ AI CHIA VIỆC Ở ĐÂU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1942920" y="796320"/>
            <a:ext cx="819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Research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1942920" y="1200960"/>
            <a:ext cx="360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Người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1942920" y="1408680"/>
            <a:ext cx="1012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Đặt câu hỏi và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1942920" y="1665720"/>
            <a:ext cx="861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chọn nguồn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3429000" y="1200960"/>
            <a:ext cx="123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3429000" y="1408680"/>
            <a:ext cx="1134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Tổng hợp, phân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5257440" y="590400"/>
            <a:ext cx="3200760" cy="1743480"/>
          </a:xfrm>
          <a:custGeom>
            <a:avLst/>
            <a:gdLst/>
            <a:ahLst/>
            <a:rect l="0" t="0" r="r" b="b"/>
            <a:pathLst>
              <a:path w="8891" h="4843">
                <a:moveTo>
                  <a:pt x="0" y="4737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8786" y="0"/>
                </a:lnTo>
                <a:cubicBezTo>
                  <a:pt x="8800" y="0"/>
                  <a:pt x="8813" y="3"/>
                  <a:pt x="8826" y="8"/>
                </a:cubicBezTo>
                <a:cubicBezTo>
                  <a:pt x="8839" y="13"/>
                  <a:pt x="8851" y="21"/>
                  <a:pt x="8861" y="31"/>
                </a:cubicBezTo>
                <a:cubicBezTo>
                  <a:pt x="8870" y="41"/>
                  <a:pt x="8878" y="52"/>
                  <a:pt x="8883" y="65"/>
                </a:cubicBezTo>
                <a:cubicBezTo>
                  <a:pt x="8889" y="78"/>
                  <a:pt x="8891" y="92"/>
                  <a:pt x="8891" y="106"/>
                </a:cubicBezTo>
                <a:lnTo>
                  <a:pt x="8891" y="4737"/>
                </a:lnTo>
                <a:cubicBezTo>
                  <a:pt x="8891" y="4751"/>
                  <a:pt x="8889" y="4764"/>
                  <a:pt x="8883" y="4777"/>
                </a:cubicBezTo>
                <a:cubicBezTo>
                  <a:pt x="8878" y="4790"/>
                  <a:pt x="8870" y="4802"/>
                  <a:pt x="8861" y="4812"/>
                </a:cubicBezTo>
                <a:cubicBezTo>
                  <a:pt x="8851" y="4822"/>
                  <a:pt x="8839" y="4829"/>
                  <a:pt x="8826" y="4835"/>
                </a:cubicBezTo>
                <a:cubicBezTo>
                  <a:pt x="8813" y="4840"/>
                  <a:pt x="8800" y="4843"/>
                  <a:pt x="8786" y="4843"/>
                </a:cubicBezTo>
                <a:lnTo>
                  <a:pt x="106" y="4843"/>
                </a:lnTo>
                <a:cubicBezTo>
                  <a:pt x="92" y="4843"/>
                  <a:pt x="79" y="4840"/>
                  <a:pt x="66" y="4835"/>
                </a:cubicBezTo>
                <a:cubicBezTo>
                  <a:pt x="53" y="4829"/>
                  <a:pt x="41" y="4822"/>
                  <a:pt x="31" y="4812"/>
                </a:cubicBezTo>
                <a:cubicBezTo>
                  <a:pt x="22" y="4802"/>
                  <a:pt x="14" y="4790"/>
                  <a:pt x="9" y="4777"/>
                </a:cubicBezTo>
                <a:cubicBezTo>
                  <a:pt x="3" y="4764"/>
                  <a:pt x="0" y="4751"/>
                  <a:pt x="0" y="4737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3429000" y="1665720"/>
            <a:ext cx="844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cụm dữ liệu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5448240" y="796320"/>
            <a:ext cx="747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Ideation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5448240" y="1200960"/>
            <a:ext cx="360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Người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5448240" y="1408680"/>
            <a:ext cx="636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Chốt góc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5448240" y="1665720"/>
            <a:ext cx="566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tiếp cận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6934320" y="1200960"/>
            <a:ext cx="123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6934320" y="1408680"/>
            <a:ext cx="1239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Sinh 10+ biến thể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8762760" y="590400"/>
            <a:ext cx="3200760" cy="1743480"/>
          </a:xfrm>
          <a:custGeom>
            <a:avLst/>
            <a:gdLst/>
            <a:ahLst/>
            <a:rect l="0" t="0" r="r" b="b"/>
            <a:pathLst>
              <a:path w="8891" h="4843">
                <a:moveTo>
                  <a:pt x="0" y="473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3"/>
                  <a:pt x="8826" y="8"/>
                </a:cubicBezTo>
                <a:cubicBezTo>
                  <a:pt x="8839" y="13"/>
                  <a:pt x="8850" y="21"/>
                  <a:pt x="8860" y="31"/>
                </a:cubicBezTo>
                <a:cubicBezTo>
                  <a:pt x="8870" y="41"/>
                  <a:pt x="8878" y="52"/>
                  <a:pt x="8883" y="65"/>
                </a:cubicBezTo>
                <a:cubicBezTo>
                  <a:pt x="8888" y="78"/>
                  <a:pt x="8891" y="92"/>
                  <a:pt x="8891" y="106"/>
                </a:cubicBezTo>
                <a:lnTo>
                  <a:pt x="8891" y="4737"/>
                </a:lnTo>
                <a:cubicBezTo>
                  <a:pt x="8891" y="4751"/>
                  <a:pt x="8888" y="4764"/>
                  <a:pt x="8883" y="4777"/>
                </a:cubicBezTo>
                <a:cubicBezTo>
                  <a:pt x="8878" y="4790"/>
                  <a:pt x="8870" y="4802"/>
                  <a:pt x="8860" y="4812"/>
                </a:cubicBezTo>
                <a:cubicBezTo>
                  <a:pt x="8850" y="4822"/>
                  <a:pt x="8839" y="4829"/>
                  <a:pt x="8826" y="4835"/>
                </a:cubicBezTo>
                <a:cubicBezTo>
                  <a:pt x="8813" y="4840"/>
                  <a:pt x="8799" y="4843"/>
                  <a:pt x="8785" y="4843"/>
                </a:cubicBezTo>
                <a:lnTo>
                  <a:pt x="106" y="4843"/>
                </a:lnTo>
                <a:cubicBezTo>
                  <a:pt x="92" y="4843"/>
                  <a:pt x="78" y="4840"/>
                  <a:pt x="65" y="4835"/>
                </a:cubicBezTo>
                <a:cubicBezTo>
                  <a:pt x="53" y="4829"/>
                  <a:pt x="41" y="4822"/>
                  <a:pt x="31" y="4812"/>
                </a:cubicBezTo>
                <a:cubicBezTo>
                  <a:pt x="21" y="4802"/>
                  <a:pt x="14" y="4790"/>
                  <a:pt x="8" y="4777"/>
                </a:cubicBezTo>
                <a:cubicBezTo>
                  <a:pt x="3" y="4764"/>
                  <a:pt x="0" y="4751"/>
                  <a:pt x="0" y="4737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6934320" y="1665720"/>
            <a:ext cx="810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để sàng lọc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8953560" y="796320"/>
            <a:ext cx="459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Draft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8953560" y="1200960"/>
            <a:ext cx="360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Người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8953560" y="1408680"/>
            <a:ext cx="1020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Viết phần cảm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8953560" y="1665720"/>
            <a:ext cx="1271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xúc và thông điệp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8953560" y="1913400"/>
            <a:ext cx="680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bán hàng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10439280" y="1200960"/>
            <a:ext cx="123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10439280" y="1408680"/>
            <a:ext cx="1206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Dựng khung, gợi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1752480" y="2638080"/>
            <a:ext cx="3200760" cy="1753200"/>
          </a:xfrm>
          <a:custGeom>
            <a:avLst/>
            <a:gdLst/>
            <a:ahLst/>
            <a:rect l="0" t="0" r="r" b="b"/>
            <a:pathLst>
              <a:path w="8891" h="4870">
                <a:moveTo>
                  <a:pt x="0" y="4763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85" y="0"/>
                </a:lnTo>
                <a:cubicBezTo>
                  <a:pt x="8799" y="0"/>
                  <a:pt x="8813" y="3"/>
                  <a:pt x="8825" y="8"/>
                </a:cubicBezTo>
                <a:cubicBezTo>
                  <a:pt x="8838" y="14"/>
                  <a:pt x="8850" y="21"/>
                  <a:pt x="8860" y="31"/>
                </a:cubicBezTo>
                <a:cubicBezTo>
                  <a:pt x="8870" y="41"/>
                  <a:pt x="8877" y="53"/>
                  <a:pt x="8883" y="66"/>
                </a:cubicBezTo>
                <a:cubicBezTo>
                  <a:pt x="8888" y="79"/>
                  <a:pt x="8891" y="92"/>
                  <a:pt x="8891" y="106"/>
                </a:cubicBezTo>
                <a:lnTo>
                  <a:pt x="8891" y="4763"/>
                </a:lnTo>
                <a:cubicBezTo>
                  <a:pt x="8891" y="4777"/>
                  <a:pt x="8888" y="4790"/>
                  <a:pt x="8883" y="4803"/>
                </a:cubicBezTo>
                <a:cubicBezTo>
                  <a:pt x="8877" y="4816"/>
                  <a:pt x="8870" y="4828"/>
                  <a:pt x="8860" y="4838"/>
                </a:cubicBezTo>
                <a:cubicBezTo>
                  <a:pt x="8850" y="4849"/>
                  <a:pt x="8838" y="4856"/>
                  <a:pt x="8825" y="4862"/>
                </a:cubicBezTo>
                <a:cubicBezTo>
                  <a:pt x="8813" y="4867"/>
                  <a:pt x="8799" y="4870"/>
                  <a:pt x="8785" y="4870"/>
                </a:cubicBezTo>
                <a:lnTo>
                  <a:pt x="106" y="4870"/>
                </a:lnTo>
                <a:cubicBezTo>
                  <a:pt x="92" y="4870"/>
                  <a:pt x="78" y="4867"/>
                  <a:pt x="65" y="4862"/>
                </a:cubicBezTo>
                <a:cubicBezTo>
                  <a:pt x="52" y="4856"/>
                  <a:pt x="41" y="4849"/>
                  <a:pt x="31" y="4838"/>
                </a:cubicBezTo>
                <a:cubicBezTo>
                  <a:pt x="21" y="4828"/>
                  <a:pt x="13" y="4816"/>
                  <a:pt x="8" y="4803"/>
                </a:cubicBezTo>
                <a:cubicBezTo>
                  <a:pt x="3" y="4790"/>
                  <a:pt x="0" y="4777"/>
                  <a:pt x="0" y="4763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10439280" y="1665720"/>
            <a:ext cx="477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ý hook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1942920" y="2844360"/>
            <a:ext cx="5371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Polish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1942920" y="3249000"/>
            <a:ext cx="360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Người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1942920" y="3456720"/>
            <a:ext cx="860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Kiểm chứng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1942920" y="3713760"/>
            <a:ext cx="939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số liệu, chỉnh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1942920" y="3961440"/>
            <a:ext cx="709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giọng văn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3429000" y="3249000"/>
            <a:ext cx="123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1742400" y="5738400"/>
            <a:ext cx="10250280" cy="2276640"/>
          </a:xfrm>
          <a:custGeom>
            <a:avLst/>
            <a:gdLst/>
            <a:ahLst/>
            <a:rect l="0" t="0" r="r" b="b"/>
            <a:pathLst>
              <a:path w="28473" h="6324">
                <a:moveTo>
                  <a:pt x="179" y="6220"/>
                </a:moveTo>
                <a:lnTo>
                  <a:pt x="0" y="1090"/>
                </a:lnTo>
                <a:cubicBezTo>
                  <a:pt x="-1" y="1076"/>
                  <a:pt x="0" y="1062"/>
                  <a:pt x="2" y="1049"/>
                </a:cubicBezTo>
                <a:cubicBezTo>
                  <a:pt x="5" y="1036"/>
                  <a:pt x="8" y="1024"/>
                  <a:pt x="13" y="1014"/>
                </a:cubicBezTo>
                <a:cubicBezTo>
                  <a:pt x="17" y="1004"/>
                  <a:pt x="23" y="996"/>
                  <a:pt x="29" y="991"/>
                </a:cubicBezTo>
                <a:cubicBezTo>
                  <a:pt x="35" y="985"/>
                  <a:pt x="42" y="982"/>
                  <a:pt x="49" y="982"/>
                </a:cubicBezTo>
                <a:lnTo>
                  <a:pt x="28184" y="0"/>
                </a:lnTo>
                <a:cubicBezTo>
                  <a:pt x="28198" y="-1"/>
                  <a:pt x="28212" y="1"/>
                  <a:pt x="28225" y="6"/>
                </a:cubicBezTo>
                <a:cubicBezTo>
                  <a:pt x="28238" y="11"/>
                  <a:pt x="28250" y="18"/>
                  <a:pt x="28260" y="28"/>
                </a:cubicBezTo>
                <a:cubicBezTo>
                  <a:pt x="28271" y="37"/>
                  <a:pt x="28279" y="49"/>
                  <a:pt x="28284" y="61"/>
                </a:cubicBezTo>
                <a:cubicBezTo>
                  <a:pt x="28290" y="74"/>
                  <a:pt x="28293" y="88"/>
                  <a:pt x="28294" y="102"/>
                </a:cubicBezTo>
                <a:lnTo>
                  <a:pt x="28473" y="5231"/>
                </a:lnTo>
                <a:cubicBezTo>
                  <a:pt x="28473" y="5245"/>
                  <a:pt x="28471" y="5259"/>
                  <a:pt x="28466" y="5272"/>
                </a:cubicBezTo>
                <a:cubicBezTo>
                  <a:pt x="28461" y="5285"/>
                  <a:pt x="28454" y="5297"/>
                  <a:pt x="28445" y="5307"/>
                </a:cubicBezTo>
                <a:cubicBezTo>
                  <a:pt x="28435" y="5318"/>
                  <a:pt x="28424" y="5326"/>
                  <a:pt x="28411" y="5331"/>
                </a:cubicBezTo>
                <a:cubicBezTo>
                  <a:pt x="28398" y="5337"/>
                  <a:pt x="28385" y="5340"/>
                  <a:pt x="28371" y="5341"/>
                </a:cubicBezTo>
                <a:lnTo>
                  <a:pt x="235" y="6324"/>
                </a:lnTo>
                <a:cubicBezTo>
                  <a:pt x="228" y="6325"/>
                  <a:pt x="222" y="6322"/>
                  <a:pt x="215" y="6317"/>
                </a:cubicBezTo>
                <a:cubicBezTo>
                  <a:pt x="208" y="6312"/>
                  <a:pt x="202" y="6304"/>
                  <a:pt x="197" y="6295"/>
                </a:cubicBezTo>
                <a:cubicBezTo>
                  <a:pt x="192" y="6285"/>
                  <a:pt x="187" y="6274"/>
                  <a:pt x="184" y="6261"/>
                </a:cubicBezTo>
                <a:cubicBezTo>
                  <a:pt x="181" y="6248"/>
                  <a:pt x="179" y="6234"/>
                  <a:pt x="179" y="6220"/>
                </a:cubicBez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1721880" y="5737320"/>
            <a:ext cx="38130" cy="2279520"/>
          </a:xfrm>
          <a:custGeom>
            <a:avLst/>
            <a:gdLst/>
            <a:ahLst/>
            <a:rect l="0" t="0" r="r" b="b"/>
            <a:pathLst>
              <a:path w="28534" h="6332">
                <a:moveTo>
                  <a:pt x="0" y="990"/>
                </a:moveTo>
                <a:lnTo>
                  <a:pt x="28347" y="0"/>
                </a:lnTo>
                <a:lnTo>
                  <a:pt x="28534" y="5341"/>
                </a:lnTo>
                <a:lnTo>
                  <a:pt x="187" y="6332"/>
                </a:lnTo>
                <a:lnTo>
                  <a:pt x="0" y="99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3429000" y="3456720"/>
            <a:ext cx="1139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Soát lỗi, rút gọn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 rot="21480000">
            <a:off x="2000520" y="6212160"/>
            <a:ext cx="3068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AGENT &amp; TỰ ĐỘNG HÓA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 rot="21480000">
            <a:off x="2011680" y="6594480"/>
            <a:ext cx="5627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Gom các bước lặp lại — thu thập trend, tóm tắt bình luận, dựng bản nháp theo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 rot="21480000">
            <a:off x="2020680" y="6849720"/>
            <a:ext cx="5726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template — vào một quy trình chạy sẵn để mỗi tuần bắt đầu từ bản nháp thay vì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 rot="21480000">
            <a:off x="2030760" y="7181640"/>
            <a:ext cx="863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trang trắng.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2041920" y="7515000"/>
            <a:ext cx="1002960" cy="254520"/>
          </a:xfrm>
          <a:custGeom>
            <a:avLst/>
            <a:gdLst/>
            <a:ahLst/>
            <a:rect l="0" t="0" r="r" b="b"/>
            <a:pathLst>
              <a:path w="2786" h="707">
                <a:moveTo>
                  <a:pt x="0" y="554"/>
                </a:moveTo>
                <a:lnTo>
                  <a:pt x="7" y="104"/>
                </a:lnTo>
                <a:cubicBezTo>
                  <a:pt x="8" y="90"/>
                  <a:pt x="11" y="77"/>
                  <a:pt x="16" y="64"/>
                </a:cubicBezTo>
                <a:cubicBezTo>
                  <a:pt x="22" y="51"/>
                  <a:pt x="30" y="40"/>
                  <a:pt x="40" y="30"/>
                </a:cubicBezTo>
                <a:cubicBezTo>
                  <a:pt x="50" y="20"/>
                  <a:pt x="61" y="13"/>
                  <a:pt x="74" y="8"/>
                </a:cubicBezTo>
                <a:cubicBezTo>
                  <a:pt x="88" y="2"/>
                  <a:pt x="101" y="0"/>
                  <a:pt x="115" y="0"/>
                </a:cubicBezTo>
                <a:lnTo>
                  <a:pt x="2682" y="45"/>
                </a:lnTo>
                <a:cubicBezTo>
                  <a:pt x="2696" y="45"/>
                  <a:pt x="2710" y="48"/>
                  <a:pt x="2723" y="54"/>
                </a:cubicBezTo>
                <a:cubicBezTo>
                  <a:pt x="2735" y="59"/>
                  <a:pt x="2747" y="67"/>
                  <a:pt x="2756" y="77"/>
                </a:cubicBezTo>
                <a:cubicBezTo>
                  <a:pt x="2766" y="87"/>
                  <a:pt x="2774" y="99"/>
                  <a:pt x="2779" y="112"/>
                </a:cubicBezTo>
                <a:cubicBezTo>
                  <a:pt x="2784" y="125"/>
                  <a:pt x="2786" y="139"/>
                  <a:pt x="2786" y="153"/>
                </a:cubicBezTo>
                <a:lnTo>
                  <a:pt x="2778" y="602"/>
                </a:lnTo>
                <a:cubicBezTo>
                  <a:pt x="2778" y="616"/>
                  <a:pt x="2775" y="630"/>
                  <a:pt x="2770" y="643"/>
                </a:cubicBezTo>
                <a:cubicBezTo>
                  <a:pt x="2764" y="656"/>
                  <a:pt x="2756" y="668"/>
                  <a:pt x="2746" y="678"/>
                </a:cubicBezTo>
                <a:cubicBezTo>
                  <a:pt x="2736" y="687"/>
                  <a:pt x="2724" y="695"/>
                  <a:pt x="2711" y="700"/>
                </a:cubicBezTo>
                <a:cubicBezTo>
                  <a:pt x="2698" y="705"/>
                  <a:pt x="2685" y="708"/>
                  <a:pt x="2671" y="707"/>
                </a:cubicBezTo>
                <a:lnTo>
                  <a:pt x="104" y="663"/>
                </a:lnTo>
                <a:cubicBezTo>
                  <a:pt x="90" y="662"/>
                  <a:pt x="76" y="659"/>
                  <a:pt x="63" y="653"/>
                </a:cubicBezTo>
                <a:cubicBezTo>
                  <a:pt x="50" y="647"/>
                  <a:pt x="39" y="639"/>
                  <a:pt x="29" y="629"/>
                </a:cubicBezTo>
                <a:cubicBezTo>
                  <a:pt x="20" y="619"/>
                  <a:pt x="12" y="608"/>
                  <a:pt x="7" y="595"/>
                </a:cubicBezTo>
                <a:cubicBezTo>
                  <a:pt x="2" y="581"/>
                  <a:pt x="-1" y="568"/>
                  <a:pt x="0" y="554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 rot="21480000">
            <a:off x="3137040" y="7484040"/>
            <a:ext cx="2756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Mô tả agent/automation cụ thể đã tự xây dựng.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 rot="60000">
            <a:off x="2138400" y="754308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0" y="0"/>
            <a:ext cx="13716000" cy="1629000"/>
          </a:xfrm>
          <a:custGeom>
            <a:avLst/>
            <a:gdLst/>
            <a:ahLst/>
            <a:rect l="0" t="0" r="r" b="b"/>
            <a:pathLst>
              <a:path w="38100" h="4525">
                <a:moveTo>
                  <a:pt x="0" y="0"/>
                </a:moveTo>
                <a:lnTo>
                  <a:pt x="38100" y="0"/>
                </a:lnTo>
                <a:lnTo>
                  <a:pt x="38100" y="4525"/>
                </a:lnTo>
                <a:lnTo>
                  <a:pt x="0" y="4525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1752480" y="-28080"/>
            <a:ext cx="10743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Mọi số liệu, tên thương hiệu và cam kết sản phẩm đều do người kiểm chứng trước khi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1752480" y="305280"/>
            <a:ext cx="4886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xuất bản. AI không ký tên dưới bài viết.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1749960" y="765000"/>
            <a:ext cx="1005480" cy="270720"/>
          </a:xfrm>
          <a:custGeom>
            <a:avLst/>
            <a:gdLst/>
            <a:ahLst/>
            <a:rect l="0" t="0" r="r" b="b"/>
            <a:pathLst>
              <a:path w="2793" h="752">
                <a:moveTo>
                  <a:pt x="16" y="649"/>
                </a:moveTo>
                <a:lnTo>
                  <a:pt x="0" y="199"/>
                </a:lnTo>
                <a:cubicBezTo>
                  <a:pt x="-1" y="185"/>
                  <a:pt x="2" y="171"/>
                  <a:pt x="7" y="158"/>
                </a:cubicBezTo>
                <a:cubicBezTo>
                  <a:pt x="11" y="145"/>
                  <a:pt x="19" y="133"/>
                  <a:pt x="28" y="123"/>
                </a:cubicBezTo>
                <a:cubicBezTo>
                  <a:pt x="38" y="113"/>
                  <a:pt x="49" y="105"/>
                  <a:pt x="62" y="99"/>
                </a:cubicBezTo>
                <a:cubicBezTo>
                  <a:pt x="75" y="93"/>
                  <a:pt x="88" y="90"/>
                  <a:pt x="102" y="89"/>
                </a:cubicBezTo>
                <a:lnTo>
                  <a:pt x="2668" y="0"/>
                </a:lnTo>
                <a:cubicBezTo>
                  <a:pt x="2682" y="-1"/>
                  <a:pt x="2696" y="1"/>
                  <a:pt x="2709" y="6"/>
                </a:cubicBezTo>
                <a:cubicBezTo>
                  <a:pt x="2722" y="11"/>
                  <a:pt x="2734" y="18"/>
                  <a:pt x="2744" y="28"/>
                </a:cubicBezTo>
                <a:cubicBezTo>
                  <a:pt x="2754" y="38"/>
                  <a:pt x="2762" y="49"/>
                  <a:pt x="2768" y="62"/>
                </a:cubicBezTo>
                <a:cubicBezTo>
                  <a:pt x="2774" y="74"/>
                  <a:pt x="2777" y="88"/>
                  <a:pt x="2777" y="102"/>
                </a:cubicBezTo>
                <a:lnTo>
                  <a:pt x="2793" y="552"/>
                </a:lnTo>
                <a:cubicBezTo>
                  <a:pt x="2794" y="566"/>
                  <a:pt x="2791" y="580"/>
                  <a:pt x="2786" y="593"/>
                </a:cubicBezTo>
                <a:cubicBezTo>
                  <a:pt x="2782" y="606"/>
                  <a:pt x="2774" y="618"/>
                  <a:pt x="2765" y="628"/>
                </a:cubicBezTo>
                <a:cubicBezTo>
                  <a:pt x="2755" y="638"/>
                  <a:pt x="2744" y="646"/>
                  <a:pt x="2731" y="652"/>
                </a:cubicBezTo>
                <a:cubicBezTo>
                  <a:pt x="2718" y="658"/>
                  <a:pt x="2705" y="661"/>
                  <a:pt x="2691" y="662"/>
                </a:cubicBezTo>
                <a:lnTo>
                  <a:pt x="125" y="751"/>
                </a:lnTo>
                <a:cubicBezTo>
                  <a:pt x="111" y="752"/>
                  <a:pt x="97" y="750"/>
                  <a:pt x="84" y="745"/>
                </a:cubicBezTo>
                <a:cubicBezTo>
                  <a:pt x="71" y="740"/>
                  <a:pt x="59" y="733"/>
                  <a:pt x="49" y="723"/>
                </a:cubicBezTo>
                <a:cubicBezTo>
                  <a:pt x="39" y="713"/>
                  <a:pt x="31" y="702"/>
                  <a:pt x="25" y="689"/>
                </a:cubicBezTo>
                <a:cubicBezTo>
                  <a:pt x="19" y="677"/>
                  <a:pt x="16" y="663"/>
                  <a:pt x="16" y="649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2847960" y="810720"/>
            <a:ext cx="2333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Mức rút ngắn thời gian sản xuất thực tế.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 rot="21480000">
            <a:off x="1847160" y="798840"/>
            <a:ext cx="895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CẦN BỔ SUNG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0" y="0"/>
            <a:ext cx="13716000" cy="343080"/>
          </a:xfrm>
          <a:custGeom>
            <a:avLst/>
            <a:gdLst/>
            <a:ahLst/>
            <a:rect l="0" t="0" r="r" b="b"/>
            <a:pathLst>
              <a:path w="38100" h="953">
                <a:moveTo>
                  <a:pt x="0" y="0"/>
                </a:moveTo>
                <a:lnTo>
                  <a:pt x="38100" y="0"/>
                </a:lnTo>
                <a:lnTo>
                  <a:pt x="38100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0" y="34200"/>
            <a:ext cx="11811240" cy="308880"/>
          </a:xfrm>
          <a:custGeom>
            <a:avLst/>
            <a:gdLst/>
            <a:ahLst/>
            <a:rect l="0" t="0" r="r" b="b"/>
            <a:pathLst>
              <a:path w="32809" h="858">
                <a:moveTo>
                  <a:pt x="0" y="858"/>
                </a:moveTo>
                <a:lnTo>
                  <a:pt x="0" y="238"/>
                </a:lnTo>
                <a:lnTo>
                  <a:pt x="1587" y="382"/>
                </a:lnTo>
                <a:lnTo>
                  <a:pt x="3016" y="95"/>
                </a:lnTo>
                <a:lnTo>
                  <a:pt x="4656" y="333"/>
                </a:lnTo>
                <a:lnTo>
                  <a:pt x="6191" y="0"/>
                </a:lnTo>
                <a:lnTo>
                  <a:pt x="7937" y="285"/>
                </a:lnTo>
                <a:lnTo>
                  <a:pt x="9366" y="95"/>
                </a:lnTo>
                <a:lnTo>
                  <a:pt x="10953" y="429"/>
                </a:lnTo>
                <a:lnTo>
                  <a:pt x="12435" y="47"/>
                </a:lnTo>
                <a:lnTo>
                  <a:pt x="14128" y="285"/>
                </a:lnTo>
                <a:lnTo>
                  <a:pt x="15663" y="143"/>
                </a:lnTo>
                <a:lnTo>
                  <a:pt x="17304" y="429"/>
                </a:lnTo>
                <a:lnTo>
                  <a:pt x="18733" y="95"/>
                </a:lnTo>
                <a:lnTo>
                  <a:pt x="20320" y="285"/>
                </a:lnTo>
                <a:lnTo>
                  <a:pt x="21802" y="47"/>
                </a:lnTo>
                <a:lnTo>
                  <a:pt x="23495" y="382"/>
                </a:lnTo>
                <a:lnTo>
                  <a:pt x="25030" y="190"/>
                </a:lnTo>
                <a:lnTo>
                  <a:pt x="26670" y="333"/>
                </a:lnTo>
                <a:lnTo>
                  <a:pt x="28099" y="47"/>
                </a:lnTo>
                <a:lnTo>
                  <a:pt x="29687" y="285"/>
                </a:lnTo>
                <a:lnTo>
                  <a:pt x="31168" y="143"/>
                </a:lnTo>
                <a:lnTo>
                  <a:pt x="32809" y="429"/>
                </a:lnTo>
                <a:lnTo>
                  <a:pt x="32809" y="858"/>
                </a:lnTo>
                <a:lnTo>
                  <a:pt x="0" y="858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1752480" y="2081160"/>
            <a:ext cx="5636520" cy="103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KEEP IN TOUCH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1752480" y="3161160"/>
            <a:ext cx="1864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Let's make magic happen!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1752480" y="3723120"/>
            <a:ext cx="5971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Nếu Quý doanh nghiệp cần một mảnh ghép đa nhiệm - kết hợp hài hòa giữa tư duy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1752480" y="3970800"/>
            <a:ext cx="6322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chiến lược và năng lực thực thi; biết bay bổng với những câu chuyện thương hiệu nhưng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1752480" y="4218480"/>
            <a:ext cx="5897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vẫn bám sát quy chuẩn vận hành - tôi đã sẵn sàng. Rất mong được kết nối để cùng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1752480" y="4475880"/>
            <a:ext cx="6023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thảo luận về những giải pháp bứt phá, được may đo riêng cho mục tiêu của đội ngũ.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1749960" y="1833840"/>
            <a:ext cx="1414800" cy="285120"/>
          </a:xfrm>
          <a:custGeom>
            <a:avLst/>
            <a:gdLst/>
            <a:ahLst/>
            <a:rect l="0" t="0" r="r" b="b"/>
            <a:pathLst>
              <a:path w="3930" h="792">
                <a:moveTo>
                  <a:pt x="16" y="690"/>
                </a:moveTo>
                <a:lnTo>
                  <a:pt x="0" y="240"/>
                </a:lnTo>
                <a:cubicBezTo>
                  <a:pt x="0" y="226"/>
                  <a:pt x="2" y="213"/>
                  <a:pt x="7" y="199"/>
                </a:cubicBezTo>
                <a:cubicBezTo>
                  <a:pt x="12" y="186"/>
                  <a:pt x="19" y="175"/>
                  <a:pt x="29" y="164"/>
                </a:cubicBezTo>
                <a:cubicBezTo>
                  <a:pt x="38" y="154"/>
                  <a:pt x="49" y="146"/>
                  <a:pt x="62" y="140"/>
                </a:cubicBezTo>
                <a:cubicBezTo>
                  <a:pt x="75" y="134"/>
                  <a:pt x="88" y="131"/>
                  <a:pt x="102" y="131"/>
                </a:cubicBezTo>
                <a:lnTo>
                  <a:pt x="3805" y="0"/>
                </a:lnTo>
                <a:cubicBezTo>
                  <a:pt x="3819" y="0"/>
                  <a:pt x="3833" y="2"/>
                  <a:pt x="3846" y="7"/>
                </a:cubicBezTo>
                <a:cubicBezTo>
                  <a:pt x="3859" y="12"/>
                  <a:pt x="3871" y="19"/>
                  <a:pt x="3881" y="29"/>
                </a:cubicBezTo>
                <a:cubicBezTo>
                  <a:pt x="3891" y="38"/>
                  <a:pt x="3899" y="51"/>
                  <a:pt x="3905" y="63"/>
                </a:cubicBezTo>
                <a:cubicBezTo>
                  <a:pt x="3911" y="76"/>
                  <a:pt x="3914" y="89"/>
                  <a:pt x="3915" y="103"/>
                </a:cubicBezTo>
                <a:lnTo>
                  <a:pt x="3930" y="553"/>
                </a:lnTo>
                <a:cubicBezTo>
                  <a:pt x="3931" y="567"/>
                  <a:pt x="3929" y="581"/>
                  <a:pt x="3924" y="594"/>
                </a:cubicBezTo>
                <a:cubicBezTo>
                  <a:pt x="3919" y="607"/>
                  <a:pt x="3912" y="619"/>
                  <a:pt x="3902" y="629"/>
                </a:cubicBezTo>
                <a:cubicBezTo>
                  <a:pt x="3892" y="639"/>
                  <a:pt x="3881" y="647"/>
                  <a:pt x="3869" y="653"/>
                </a:cubicBezTo>
                <a:cubicBezTo>
                  <a:pt x="3856" y="659"/>
                  <a:pt x="3842" y="662"/>
                  <a:pt x="3828" y="662"/>
                </a:cubicBezTo>
                <a:lnTo>
                  <a:pt x="125" y="792"/>
                </a:lnTo>
                <a:cubicBezTo>
                  <a:pt x="111" y="792"/>
                  <a:pt x="98" y="790"/>
                  <a:pt x="85" y="785"/>
                </a:cubicBezTo>
                <a:cubicBezTo>
                  <a:pt x="72" y="780"/>
                  <a:pt x="60" y="773"/>
                  <a:pt x="50" y="763"/>
                </a:cubicBezTo>
                <a:cubicBezTo>
                  <a:pt x="39" y="754"/>
                  <a:pt x="31" y="743"/>
                  <a:pt x="25" y="730"/>
                </a:cubicBezTo>
                <a:cubicBezTo>
                  <a:pt x="20" y="717"/>
                  <a:pt x="16" y="704"/>
                  <a:pt x="16" y="690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1752480" y="7296840"/>
            <a:ext cx="512136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c8102e"/>
                </a:solidFill>
                <a:latin typeface="Protest Guerrilla"/>
                <a:ea typeface="Protest Guerrilla"/>
              </a:rPr>
              <a:t>Keep in touch. Let's make magic happen!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1716120" y="4933080"/>
            <a:ext cx="2396880" cy="1345320"/>
          </a:xfrm>
          <a:custGeom>
            <a:avLst/>
            <a:gdLst/>
            <a:ahLst/>
            <a:rect l="0" t="0" r="r" b="b"/>
            <a:pathLst>
              <a:path w="6658" h="3737">
                <a:moveTo>
                  <a:pt x="216" y="3637"/>
                </a:moveTo>
                <a:lnTo>
                  <a:pt x="0" y="548"/>
                </a:lnTo>
                <a:cubicBezTo>
                  <a:pt x="-1" y="534"/>
                  <a:pt x="1" y="521"/>
                  <a:pt x="6" y="507"/>
                </a:cubicBezTo>
                <a:cubicBezTo>
                  <a:pt x="10" y="494"/>
                  <a:pt x="17" y="482"/>
                  <a:pt x="26" y="472"/>
                </a:cubicBezTo>
                <a:cubicBezTo>
                  <a:pt x="35" y="461"/>
                  <a:pt x="46" y="453"/>
                  <a:pt x="59" y="446"/>
                </a:cubicBezTo>
                <a:cubicBezTo>
                  <a:pt x="71" y="440"/>
                  <a:pt x="85" y="436"/>
                  <a:pt x="99" y="435"/>
                </a:cubicBezTo>
                <a:lnTo>
                  <a:pt x="6329" y="0"/>
                </a:lnTo>
                <a:cubicBezTo>
                  <a:pt x="6343" y="-1"/>
                  <a:pt x="6356" y="1"/>
                  <a:pt x="6369" y="5"/>
                </a:cubicBezTo>
                <a:cubicBezTo>
                  <a:pt x="6383" y="10"/>
                  <a:pt x="6395" y="16"/>
                  <a:pt x="6405" y="26"/>
                </a:cubicBezTo>
                <a:cubicBezTo>
                  <a:pt x="6416" y="35"/>
                  <a:pt x="6424" y="46"/>
                  <a:pt x="6431" y="58"/>
                </a:cubicBezTo>
                <a:cubicBezTo>
                  <a:pt x="6437" y="71"/>
                  <a:pt x="6440" y="84"/>
                  <a:pt x="6441" y="98"/>
                </a:cubicBezTo>
                <a:lnTo>
                  <a:pt x="6657" y="3187"/>
                </a:lnTo>
                <a:cubicBezTo>
                  <a:pt x="6658" y="3201"/>
                  <a:pt x="6657" y="3215"/>
                  <a:pt x="6652" y="3228"/>
                </a:cubicBezTo>
                <a:cubicBezTo>
                  <a:pt x="6648" y="3241"/>
                  <a:pt x="6641" y="3253"/>
                  <a:pt x="6632" y="3264"/>
                </a:cubicBezTo>
                <a:cubicBezTo>
                  <a:pt x="6622" y="3275"/>
                  <a:pt x="6612" y="3283"/>
                  <a:pt x="6599" y="3289"/>
                </a:cubicBezTo>
                <a:cubicBezTo>
                  <a:pt x="6586" y="3295"/>
                  <a:pt x="6573" y="3299"/>
                  <a:pt x="6559" y="3300"/>
                </a:cubicBezTo>
                <a:lnTo>
                  <a:pt x="329" y="3736"/>
                </a:lnTo>
                <a:cubicBezTo>
                  <a:pt x="315" y="3737"/>
                  <a:pt x="302" y="3735"/>
                  <a:pt x="288" y="3730"/>
                </a:cubicBezTo>
                <a:cubicBezTo>
                  <a:pt x="275" y="3726"/>
                  <a:pt x="263" y="3719"/>
                  <a:pt x="252" y="3710"/>
                </a:cubicBezTo>
                <a:cubicBezTo>
                  <a:pt x="242" y="3701"/>
                  <a:pt x="233" y="3690"/>
                  <a:pt x="227" y="3677"/>
                </a:cubicBezTo>
                <a:cubicBezTo>
                  <a:pt x="221" y="3665"/>
                  <a:pt x="217" y="3651"/>
                  <a:pt x="216" y="3637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 rot="21480000">
            <a:off x="1847160" y="1875960"/>
            <a:ext cx="1250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09 / KEEP IN TOUCH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1950120" y="5614200"/>
            <a:ext cx="1860840" cy="140040"/>
          </a:xfrm>
          <a:custGeom>
            <a:avLst/>
            <a:gdLst/>
            <a:ahLst/>
            <a:rect l="0" t="0" r="r" b="b"/>
            <a:pathLst>
              <a:path w="5169" h="389">
                <a:moveTo>
                  <a:pt x="0" y="362"/>
                </a:moveTo>
                <a:lnTo>
                  <a:pt x="5167" y="0"/>
                </a:lnTo>
                <a:lnTo>
                  <a:pt x="5169" y="27"/>
                </a:lnTo>
                <a:lnTo>
                  <a:pt x="2" y="389"/>
                </a:lnTo>
                <a:lnTo>
                  <a:pt x="0" y="362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 rot="21360000">
            <a:off x="1923120" y="5268240"/>
            <a:ext cx="317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Email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1967400" y="5942520"/>
            <a:ext cx="698760" cy="58680"/>
          </a:xfrm>
          <a:custGeom>
            <a:avLst/>
            <a:gdLst/>
            <a:ahLst/>
            <a:rect l="0" t="0" r="r" b="b"/>
            <a:pathLst>
              <a:path w="1941" h="163">
                <a:moveTo>
                  <a:pt x="0" y="136"/>
                </a:moveTo>
                <a:lnTo>
                  <a:pt x="1939" y="0"/>
                </a:lnTo>
                <a:lnTo>
                  <a:pt x="1941" y="27"/>
                </a:lnTo>
                <a:lnTo>
                  <a:pt x="2" y="163"/>
                </a:lnTo>
                <a:lnTo>
                  <a:pt x="0" y="136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 rot="21360000">
            <a:off x="1941480" y="5488560"/>
            <a:ext cx="1849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quynhmainghiem340@g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4353840" y="4951800"/>
            <a:ext cx="2379960" cy="1307160"/>
          </a:xfrm>
          <a:custGeom>
            <a:avLst/>
            <a:gdLst/>
            <a:ahLst/>
            <a:rect l="0" t="0" r="r" b="b"/>
            <a:pathLst>
              <a:path w="6611" h="3631">
                <a:moveTo>
                  <a:pt x="0" y="3193"/>
                </a:moveTo>
                <a:lnTo>
                  <a:pt x="162" y="101"/>
                </a:lnTo>
                <a:cubicBezTo>
                  <a:pt x="163" y="87"/>
                  <a:pt x="166" y="73"/>
                  <a:pt x="172" y="61"/>
                </a:cubicBezTo>
                <a:cubicBezTo>
                  <a:pt x="178" y="48"/>
                  <a:pt x="186" y="37"/>
                  <a:pt x="197" y="27"/>
                </a:cubicBezTo>
                <a:cubicBezTo>
                  <a:pt x="207" y="18"/>
                  <a:pt x="219" y="11"/>
                  <a:pt x="232" y="6"/>
                </a:cubicBezTo>
                <a:cubicBezTo>
                  <a:pt x="246" y="2"/>
                  <a:pt x="259" y="0"/>
                  <a:pt x="273" y="0"/>
                </a:cubicBezTo>
                <a:lnTo>
                  <a:pt x="6510" y="327"/>
                </a:lnTo>
                <a:cubicBezTo>
                  <a:pt x="6524" y="328"/>
                  <a:pt x="6537" y="331"/>
                  <a:pt x="6550" y="337"/>
                </a:cubicBezTo>
                <a:cubicBezTo>
                  <a:pt x="6563" y="343"/>
                  <a:pt x="6574" y="352"/>
                  <a:pt x="6583" y="362"/>
                </a:cubicBezTo>
                <a:cubicBezTo>
                  <a:pt x="6592" y="373"/>
                  <a:pt x="6599" y="384"/>
                  <a:pt x="6604" y="398"/>
                </a:cubicBezTo>
                <a:cubicBezTo>
                  <a:pt x="6609" y="411"/>
                  <a:pt x="6611" y="424"/>
                  <a:pt x="6610" y="438"/>
                </a:cubicBezTo>
                <a:lnTo>
                  <a:pt x="6448" y="3531"/>
                </a:lnTo>
                <a:cubicBezTo>
                  <a:pt x="6447" y="3545"/>
                  <a:pt x="6444" y="3558"/>
                  <a:pt x="6438" y="3571"/>
                </a:cubicBezTo>
                <a:cubicBezTo>
                  <a:pt x="6432" y="3584"/>
                  <a:pt x="6424" y="3595"/>
                  <a:pt x="6413" y="3604"/>
                </a:cubicBezTo>
                <a:cubicBezTo>
                  <a:pt x="6403" y="3613"/>
                  <a:pt x="6391" y="3620"/>
                  <a:pt x="6378" y="3625"/>
                </a:cubicBezTo>
                <a:cubicBezTo>
                  <a:pt x="6364" y="3630"/>
                  <a:pt x="6351" y="3632"/>
                  <a:pt x="6337" y="3631"/>
                </a:cubicBezTo>
                <a:lnTo>
                  <a:pt x="100" y="3304"/>
                </a:lnTo>
                <a:cubicBezTo>
                  <a:pt x="86" y="3303"/>
                  <a:pt x="73" y="3300"/>
                  <a:pt x="60" y="3294"/>
                </a:cubicBezTo>
                <a:cubicBezTo>
                  <a:pt x="47" y="3288"/>
                  <a:pt x="36" y="3280"/>
                  <a:pt x="27" y="3269"/>
                </a:cubicBezTo>
                <a:cubicBezTo>
                  <a:pt x="18" y="3259"/>
                  <a:pt x="11" y="3247"/>
                  <a:pt x="6" y="3234"/>
                </a:cubicBezTo>
                <a:cubicBezTo>
                  <a:pt x="1" y="3221"/>
                  <a:pt x="-1" y="3207"/>
                  <a:pt x="0" y="3193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 rot="21360000">
            <a:off x="1960200" y="5775840"/>
            <a:ext cx="700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mail.com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4564440" y="5711400"/>
            <a:ext cx="1051560" cy="64800"/>
          </a:xfrm>
          <a:custGeom>
            <a:avLst/>
            <a:gdLst/>
            <a:ahLst/>
            <a:rect l="0" t="0" r="r" b="b"/>
            <a:pathLst>
              <a:path w="2921" h="180">
                <a:moveTo>
                  <a:pt x="2" y="0"/>
                </a:moveTo>
                <a:lnTo>
                  <a:pt x="2921" y="153"/>
                </a:lnTo>
                <a:lnTo>
                  <a:pt x="2920" y="180"/>
                </a:lnTo>
                <a:lnTo>
                  <a:pt x="0" y="26"/>
                </a:lnTo>
                <a:lnTo>
                  <a:pt x="2" y="0"/>
                </a:ln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 rot="180000">
            <a:off x="4588920" y="5176440"/>
            <a:ext cx="596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Điện thoại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6991560" y="4971240"/>
            <a:ext cx="2361960" cy="1268640"/>
          </a:xfrm>
          <a:custGeom>
            <a:avLst/>
            <a:gdLst/>
            <a:ahLst/>
            <a:rect l="0" t="0" r="r" b="b"/>
            <a:pathLst>
              <a:path w="6561" h="3524">
                <a:moveTo>
                  <a:pt x="108" y="3422"/>
                </a:moveTo>
                <a:lnTo>
                  <a:pt x="0" y="327"/>
                </a:lnTo>
                <a:cubicBezTo>
                  <a:pt x="-1" y="313"/>
                  <a:pt x="1" y="299"/>
                  <a:pt x="6" y="286"/>
                </a:cubicBezTo>
                <a:cubicBezTo>
                  <a:pt x="11" y="273"/>
                  <a:pt x="18" y="261"/>
                  <a:pt x="28" y="251"/>
                </a:cubicBezTo>
                <a:cubicBezTo>
                  <a:pt x="38" y="241"/>
                  <a:pt x="49" y="233"/>
                  <a:pt x="61" y="227"/>
                </a:cubicBezTo>
                <a:cubicBezTo>
                  <a:pt x="74" y="221"/>
                  <a:pt x="88" y="218"/>
                  <a:pt x="102" y="218"/>
                </a:cubicBezTo>
                <a:lnTo>
                  <a:pt x="6343" y="0"/>
                </a:lnTo>
                <a:cubicBezTo>
                  <a:pt x="6357" y="-1"/>
                  <a:pt x="6371" y="1"/>
                  <a:pt x="6384" y="6"/>
                </a:cubicBezTo>
                <a:cubicBezTo>
                  <a:pt x="6397" y="11"/>
                  <a:pt x="6409" y="18"/>
                  <a:pt x="6419" y="28"/>
                </a:cubicBezTo>
                <a:cubicBezTo>
                  <a:pt x="6429" y="38"/>
                  <a:pt x="6437" y="49"/>
                  <a:pt x="6443" y="62"/>
                </a:cubicBezTo>
                <a:cubicBezTo>
                  <a:pt x="6449" y="74"/>
                  <a:pt x="6452" y="88"/>
                  <a:pt x="6452" y="102"/>
                </a:cubicBezTo>
                <a:lnTo>
                  <a:pt x="6561" y="3196"/>
                </a:lnTo>
                <a:cubicBezTo>
                  <a:pt x="6561" y="3210"/>
                  <a:pt x="6559" y="3224"/>
                  <a:pt x="6554" y="3237"/>
                </a:cubicBezTo>
                <a:cubicBezTo>
                  <a:pt x="6549" y="3250"/>
                  <a:pt x="6542" y="3262"/>
                  <a:pt x="6532" y="3272"/>
                </a:cubicBezTo>
                <a:cubicBezTo>
                  <a:pt x="6523" y="3283"/>
                  <a:pt x="6511" y="3291"/>
                  <a:pt x="6499" y="3296"/>
                </a:cubicBezTo>
                <a:cubicBezTo>
                  <a:pt x="6486" y="3302"/>
                  <a:pt x="6472" y="3305"/>
                  <a:pt x="6458" y="3306"/>
                </a:cubicBezTo>
                <a:lnTo>
                  <a:pt x="217" y="3524"/>
                </a:lnTo>
                <a:cubicBezTo>
                  <a:pt x="203" y="3524"/>
                  <a:pt x="189" y="3522"/>
                  <a:pt x="176" y="3517"/>
                </a:cubicBezTo>
                <a:cubicBezTo>
                  <a:pt x="163" y="3512"/>
                  <a:pt x="151" y="3505"/>
                  <a:pt x="141" y="3495"/>
                </a:cubicBezTo>
                <a:cubicBezTo>
                  <a:pt x="131" y="3486"/>
                  <a:pt x="123" y="3475"/>
                  <a:pt x="117" y="3462"/>
                </a:cubicBezTo>
                <a:cubicBezTo>
                  <a:pt x="111" y="3449"/>
                  <a:pt x="108" y="3436"/>
                  <a:pt x="108" y="3422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 rot="180000">
            <a:off x="4569120" y="5544720"/>
            <a:ext cx="951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0368 327 616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 rot="21480000">
            <a:off x="7190280" y="5236920"/>
            <a:ext cx="465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Khu vực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9587160" y="4895640"/>
            <a:ext cx="2428560" cy="1419840"/>
          </a:xfrm>
          <a:custGeom>
            <a:avLst/>
            <a:gdLst/>
            <a:ahLst/>
            <a:rect l="0" t="0" r="r" b="b"/>
            <a:pathLst>
              <a:path w="6746" h="3944">
                <a:moveTo>
                  <a:pt x="1" y="3174"/>
                </a:moveTo>
                <a:lnTo>
                  <a:pt x="324" y="95"/>
                </a:lnTo>
                <a:cubicBezTo>
                  <a:pt x="326" y="81"/>
                  <a:pt x="330" y="67"/>
                  <a:pt x="337" y="55"/>
                </a:cubicBezTo>
                <a:cubicBezTo>
                  <a:pt x="343" y="43"/>
                  <a:pt x="352" y="32"/>
                  <a:pt x="363" y="23"/>
                </a:cubicBezTo>
                <a:cubicBezTo>
                  <a:pt x="374" y="14"/>
                  <a:pt x="386" y="8"/>
                  <a:pt x="400" y="4"/>
                </a:cubicBezTo>
                <a:cubicBezTo>
                  <a:pt x="413" y="0"/>
                  <a:pt x="427" y="-1"/>
                  <a:pt x="441" y="0"/>
                </a:cubicBezTo>
                <a:lnTo>
                  <a:pt x="6652" y="654"/>
                </a:lnTo>
                <a:cubicBezTo>
                  <a:pt x="6666" y="655"/>
                  <a:pt x="6679" y="660"/>
                  <a:pt x="6691" y="666"/>
                </a:cubicBezTo>
                <a:cubicBezTo>
                  <a:pt x="6703" y="673"/>
                  <a:pt x="6714" y="682"/>
                  <a:pt x="6723" y="693"/>
                </a:cubicBezTo>
                <a:cubicBezTo>
                  <a:pt x="6732" y="704"/>
                  <a:pt x="6738" y="716"/>
                  <a:pt x="6742" y="729"/>
                </a:cubicBezTo>
                <a:cubicBezTo>
                  <a:pt x="6746" y="743"/>
                  <a:pt x="6747" y="756"/>
                  <a:pt x="6746" y="770"/>
                </a:cubicBezTo>
                <a:lnTo>
                  <a:pt x="6422" y="3849"/>
                </a:lnTo>
                <a:cubicBezTo>
                  <a:pt x="6421" y="3863"/>
                  <a:pt x="6417" y="3876"/>
                  <a:pt x="6410" y="3888"/>
                </a:cubicBezTo>
                <a:cubicBezTo>
                  <a:pt x="6403" y="3901"/>
                  <a:pt x="6395" y="3911"/>
                  <a:pt x="6384" y="3920"/>
                </a:cubicBezTo>
                <a:cubicBezTo>
                  <a:pt x="6373" y="3929"/>
                  <a:pt x="6361" y="3935"/>
                  <a:pt x="6347" y="3939"/>
                </a:cubicBezTo>
                <a:cubicBezTo>
                  <a:pt x="6334" y="3943"/>
                  <a:pt x="6320" y="3945"/>
                  <a:pt x="6306" y="3943"/>
                </a:cubicBezTo>
                <a:lnTo>
                  <a:pt x="95" y="3290"/>
                </a:lnTo>
                <a:cubicBezTo>
                  <a:pt x="81" y="3289"/>
                  <a:pt x="68" y="3285"/>
                  <a:pt x="56" y="3278"/>
                </a:cubicBezTo>
                <a:cubicBezTo>
                  <a:pt x="43" y="3272"/>
                  <a:pt x="33" y="3263"/>
                  <a:pt x="24" y="3252"/>
                </a:cubicBezTo>
                <a:cubicBezTo>
                  <a:pt x="15" y="3241"/>
                  <a:pt x="9" y="3229"/>
                  <a:pt x="5" y="3215"/>
                </a:cubicBezTo>
                <a:cubicBezTo>
                  <a:pt x="1" y="3202"/>
                  <a:pt x="-1" y="3188"/>
                  <a:pt x="1" y="3174"/>
                </a:cubicBezTo>
                <a:close/>
              </a:path>
            </a:pathLst>
          </a:custGeom>
          <a:solidFill>
            <a:srgbClr val="ede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 rot="21480000">
            <a:off x="7200360" y="5497200"/>
            <a:ext cx="1261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Cầu Giấy, Hà Nội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 rot="360000">
            <a:off x="9866160" y="5137200"/>
            <a:ext cx="502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LinkedIn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9795240" y="5654880"/>
            <a:ext cx="1183680" cy="407880"/>
          </a:xfrm>
          <a:custGeom>
            <a:avLst/>
            <a:gdLst/>
            <a:ahLst/>
            <a:rect l="0" t="0" r="r" b="b"/>
            <a:pathLst>
              <a:path w="3288" h="1133">
                <a:moveTo>
                  <a:pt x="1" y="533"/>
                </a:moveTo>
                <a:lnTo>
                  <a:pt x="71" y="89"/>
                </a:lnTo>
                <a:cubicBezTo>
                  <a:pt x="73" y="75"/>
                  <a:pt x="78" y="62"/>
                  <a:pt x="86" y="50"/>
                </a:cubicBezTo>
                <a:cubicBezTo>
                  <a:pt x="93" y="38"/>
                  <a:pt x="102" y="28"/>
                  <a:pt x="114" y="20"/>
                </a:cubicBezTo>
                <a:cubicBezTo>
                  <a:pt x="125" y="12"/>
                  <a:pt x="137" y="6"/>
                  <a:pt x="151" y="3"/>
                </a:cubicBezTo>
                <a:cubicBezTo>
                  <a:pt x="165" y="0"/>
                  <a:pt x="179" y="-1"/>
                  <a:pt x="192" y="1"/>
                </a:cubicBezTo>
                <a:lnTo>
                  <a:pt x="3199" y="477"/>
                </a:lnTo>
                <a:cubicBezTo>
                  <a:pt x="3212" y="479"/>
                  <a:pt x="3225" y="484"/>
                  <a:pt x="3237" y="491"/>
                </a:cubicBezTo>
                <a:cubicBezTo>
                  <a:pt x="3249" y="499"/>
                  <a:pt x="3259" y="508"/>
                  <a:pt x="3268" y="520"/>
                </a:cubicBezTo>
                <a:cubicBezTo>
                  <a:pt x="3276" y="531"/>
                  <a:pt x="3282" y="543"/>
                  <a:pt x="3285" y="557"/>
                </a:cubicBezTo>
                <a:cubicBezTo>
                  <a:pt x="3288" y="571"/>
                  <a:pt x="3289" y="584"/>
                  <a:pt x="3287" y="598"/>
                </a:cubicBezTo>
                <a:lnTo>
                  <a:pt x="3216" y="1044"/>
                </a:lnTo>
                <a:cubicBezTo>
                  <a:pt x="3214" y="1057"/>
                  <a:pt x="3209" y="1070"/>
                  <a:pt x="3202" y="1082"/>
                </a:cubicBezTo>
                <a:cubicBezTo>
                  <a:pt x="3195" y="1094"/>
                  <a:pt x="3185" y="1104"/>
                  <a:pt x="3174" y="1113"/>
                </a:cubicBezTo>
                <a:cubicBezTo>
                  <a:pt x="3163" y="1121"/>
                  <a:pt x="3150" y="1127"/>
                  <a:pt x="3136" y="1130"/>
                </a:cubicBezTo>
                <a:cubicBezTo>
                  <a:pt x="3123" y="1133"/>
                  <a:pt x="3109" y="1134"/>
                  <a:pt x="3095" y="1132"/>
                </a:cubicBezTo>
                <a:lnTo>
                  <a:pt x="89" y="655"/>
                </a:lnTo>
                <a:cubicBezTo>
                  <a:pt x="75" y="652"/>
                  <a:pt x="62" y="648"/>
                  <a:pt x="50" y="640"/>
                </a:cubicBezTo>
                <a:cubicBezTo>
                  <a:pt x="38" y="633"/>
                  <a:pt x="28" y="624"/>
                  <a:pt x="20" y="612"/>
                </a:cubicBezTo>
                <a:cubicBezTo>
                  <a:pt x="12" y="601"/>
                  <a:pt x="6" y="588"/>
                  <a:pt x="3" y="575"/>
                </a:cubicBezTo>
                <a:cubicBezTo>
                  <a:pt x="-1" y="561"/>
                  <a:pt x="-1" y="547"/>
                  <a:pt x="1" y="533"/>
                </a:cubicBezTo>
                <a:close/>
              </a:path>
            </a:pathLst>
          </a:custGeom>
          <a:solidFill>
            <a:srgbClr val="8b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 rot="360000">
            <a:off x="9832680" y="5460840"/>
            <a:ext cx="1476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8b1a1a"/>
                </a:solidFill>
                <a:latin typeface="Be Vietnam Pro"/>
                <a:ea typeface="Be Vietnam Pro"/>
              </a:rPr>
              <a:t>Quỳnh Mai Nghiêm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749240" y="6499080"/>
            <a:ext cx="1911600" cy="479880"/>
          </a:xfrm>
          <a:custGeom>
            <a:avLst/>
            <a:gdLst/>
            <a:ahLst/>
            <a:rect l="0" t="0" r="r" b="b"/>
            <a:pathLst>
              <a:path w="5310" h="1333">
                <a:moveTo>
                  <a:pt x="18" y="1228"/>
                </a:moveTo>
                <a:lnTo>
                  <a:pt x="0" y="196"/>
                </a:lnTo>
                <a:cubicBezTo>
                  <a:pt x="0" y="182"/>
                  <a:pt x="2" y="168"/>
                  <a:pt x="8" y="155"/>
                </a:cubicBezTo>
                <a:cubicBezTo>
                  <a:pt x="13" y="142"/>
                  <a:pt x="20" y="131"/>
                  <a:pt x="30" y="121"/>
                </a:cubicBezTo>
                <a:cubicBezTo>
                  <a:pt x="40" y="111"/>
                  <a:pt x="51" y="103"/>
                  <a:pt x="64" y="97"/>
                </a:cubicBezTo>
                <a:cubicBezTo>
                  <a:pt x="77" y="92"/>
                  <a:pt x="90" y="89"/>
                  <a:pt x="104" y="88"/>
                </a:cubicBezTo>
                <a:lnTo>
                  <a:pt x="5184" y="0"/>
                </a:lnTo>
                <a:cubicBezTo>
                  <a:pt x="5198" y="-1"/>
                  <a:pt x="5212" y="2"/>
                  <a:pt x="5225" y="7"/>
                </a:cubicBezTo>
                <a:cubicBezTo>
                  <a:pt x="5238" y="12"/>
                  <a:pt x="5250" y="20"/>
                  <a:pt x="5260" y="29"/>
                </a:cubicBezTo>
                <a:cubicBezTo>
                  <a:pt x="5270" y="39"/>
                  <a:pt x="5278" y="50"/>
                  <a:pt x="5283" y="63"/>
                </a:cubicBezTo>
                <a:cubicBezTo>
                  <a:pt x="5289" y="76"/>
                  <a:pt x="5292" y="90"/>
                  <a:pt x="5292" y="104"/>
                </a:cubicBezTo>
                <a:lnTo>
                  <a:pt x="5310" y="1135"/>
                </a:lnTo>
                <a:cubicBezTo>
                  <a:pt x="5310" y="1149"/>
                  <a:pt x="5308" y="1163"/>
                  <a:pt x="5303" y="1176"/>
                </a:cubicBezTo>
                <a:cubicBezTo>
                  <a:pt x="5298" y="1189"/>
                  <a:pt x="5290" y="1201"/>
                  <a:pt x="5280" y="1211"/>
                </a:cubicBezTo>
                <a:cubicBezTo>
                  <a:pt x="5271" y="1221"/>
                  <a:pt x="5259" y="1229"/>
                  <a:pt x="5246" y="1234"/>
                </a:cubicBezTo>
                <a:cubicBezTo>
                  <a:pt x="5234" y="1240"/>
                  <a:pt x="5220" y="1243"/>
                  <a:pt x="5206" y="1243"/>
                </a:cubicBezTo>
                <a:lnTo>
                  <a:pt x="126" y="1333"/>
                </a:lnTo>
                <a:cubicBezTo>
                  <a:pt x="112" y="1333"/>
                  <a:pt x="98" y="1331"/>
                  <a:pt x="85" y="1325"/>
                </a:cubicBezTo>
                <a:cubicBezTo>
                  <a:pt x="72" y="1320"/>
                  <a:pt x="61" y="1313"/>
                  <a:pt x="50" y="1303"/>
                </a:cubicBezTo>
                <a:cubicBezTo>
                  <a:pt x="40" y="1293"/>
                  <a:pt x="33" y="1282"/>
                  <a:pt x="27" y="1269"/>
                </a:cubicBezTo>
                <a:cubicBezTo>
                  <a:pt x="21" y="1255"/>
                  <a:pt x="18" y="1242"/>
                  <a:pt x="18" y="1228"/>
                </a:cubicBez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 rot="540000">
            <a:off x="9897120" y="5763960"/>
            <a:ext cx="1044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CHƯA CẬP NHẬT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 rot="21540000">
            <a:off x="1965600" y="6616080"/>
            <a:ext cx="16437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f5f3ee"/>
                </a:solidFill>
                <a:latin typeface="Protest Guerrilla"/>
                <a:ea typeface="Protest Guerrilla"/>
              </a:rPr>
              <a:t>GỬI EMAIL CHO MAI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"/>
          <p:cNvSpPr/>
          <p:nvPr/>
        </p:nvSpPr>
        <p:spPr>
          <a:xfrm>
            <a:off x="0" y="0"/>
            <a:ext cx="13716000" cy="8572680"/>
          </a:xfrm>
          <a:custGeom>
            <a:avLst/>
            <a:gdLst/>
            <a:ahLst/>
            <a:rect l="0" t="0" r="r" b="b"/>
            <a:pathLst>
              <a:path w="38100" h="23813">
                <a:moveTo>
                  <a:pt x="0" y="0"/>
                </a:moveTo>
                <a:lnTo>
                  <a:pt x="38100" y="0"/>
                </a:lnTo>
                <a:lnTo>
                  <a:pt x="381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0" y="0"/>
            <a:ext cx="13716000" cy="819360"/>
          </a:xfrm>
          <a:custGeom>
            <a:avLst/>
            <a:gdLst/>
            <a:ahLst/>
            <a:rect l="0" t="0" r="r" b="b"/>
            <a:pathLst>
              <a:path w="38100" h="2276">
                <a:moveTo>
                  <a:pt x="0" y="0"/>
                </a:moveTo>
                <a:lnTo>
                  <a:pt x="38100" y="0"/>
                </a:lnTo>
                <a:lnTo>
                  <a:pt x="38100" y="2276"/>
                </a:lnTo>
                <a:lnTo>
                  <a:pt x="0" y="2276"/>
                </a:lnTo>
                <a:lnTo>
                  <a:pt x="0" y="0"/>
                </a:lnTo>
                <a:close/>
              </a:path>
            </a:pathLst>
          </a:custGeom>
          <a:solidFill>
            <a:srgbClr val="f5f3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0" y="0"/>
            <a:ext cx="13716000" cy="9720"/>
          </a:xfrm>
          <a:custGeom>
            <a:avLst/>
            <a:gdLst/>
            <a:ahLst/>
            <a:rect l="0" t="0" r="r" b="b"/>
            <a:pathLst>
              <a:path w="38100" h="27">
                <a:moveTo>
                  <a:pt x="0" y="0"/>
                </a:moveTo>
                <a:lnTo>
                  <a:pt x="38100" y="0"/>
                </a:lnTo>
                <a:lnTo>
                  <a:pt x="381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8b1a1a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1752480" y="324720"/>
            <a:ext cx="1578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0" spc="-1" strike="noStrike">
                <a:solidFill>
                  <a:srgbClr val="6b645c"/>
                </a:solidFill>
                <a:latin typeface="Be Vietnam Pro"/>
                <a:ea typeface="Be Vietnam Pro"/>
              </a:rPr>
              <a:t>© 2026 Nghiêm Quỳnh Mai</a:t>
            </a:r>
            <a:endParaRPr b="0" lang="en-US" sz="9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